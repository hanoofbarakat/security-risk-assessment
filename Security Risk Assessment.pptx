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1"/>
  </p:notesMasterIdLst>
  <p:sldIdLst>
    <p:sldId id="256" r:id="rId2"/>
    <p:sldId id="259" r:id="rId3"/>
    <p:sldId id="262" r:id="rId4"/>
    <p:sldId id="268" r:id="rId5"/>
    <p:sldId id="305" r:id="rId6"/>
    <p:sldId id="306" r:id="rId7"/>
    <p:sldId id="307" r:id="rId8"/>
    <p:sldId id="308" r:id="rId9"/>
    <p:sldId id="309" r:id="rId10"/>
    <p:sldId id="272" r:id="rId11"/>
    <p:sldId id="310" r:id="rId12"/>
    <p:sldId id="312" r:id="rId13"/>
    <p:sldId id="311" r:id="rId14"/>
    <p:sldId id="313" r:id="rId15"/>
    <p:sldId id="314" r:id="rId16"/>
    <p:sldId id="315" r:id="rId17"/>
    <p:sldId id="316" r:id="rId18"/>
    <p:sldId id="317" r:id="rId19"/>
    <p:sldId id="260" r:id="rId20"/>
  </p:sldIdLst>
  <p:sldSz cx="9144000" cy="5143500" type="screen16x9"/>
  <p:notesSz cx="6858000" cy="9144000"/>
  <p:embeddedFontLst>
    <p:embeddedFont>
      <p:font typeface="Anton" pitchFamily="2" charset="0"/>
      <p:regular r:id="rId22"/>
    </p:embeddedFont>
    <p:embeddedFont>
      <p:font typeface="Dosis" pitchFamily="2"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1" initials="a" lastIdx="2" clrIdx="0">
    <p:extLst>
      <p:ext uri="{19B8F6BF-5375-455C-9EA6-DF929625EA0E}">
        <p15:presenceInfo xmlns:p15="http://schemas.microsoft.com/office/powerpoint/2012/main" userId="admin1"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CCA294-48AF-4F35-8E62-749248E21A55}">
  <a:tblStyle styleId="{E0CCA294-48AF-4F35-8E62-749248E21A5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68" autoAdjust="0"/>
  </p:normalViewPr>
  <p:slideViewPr>
    <p:cSldViewPr snapToGrid="0">
      <p:cViewPr varScale="1">
        <p:scale>
          <a:sx n="97" d="100"/>
          <a:sy n="97" d="100"/>
        </p:scale>
        <p:origin x="60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5e983362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5e983362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16144efce9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16144efce9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6144efce90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6144efce90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16144efce90_0_6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16144efce90_0_6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a:extLst>
            <a:ext uri="{FF2B5EF4-FFF2-40B4-BE49-F238E27FC236}">
              <a16:creationId xmlns:a16="http://schemas.microsoft.com/office/drawing/2014/main" id="{56788BEC-509A-365B-C97A-350BAFCF586E}"/>
            </a:ext>
          </a:extLst>
        </p:cNvPr>
        <p:cNvGrpSpPr/>
        <p:nvPr/>
      </p:nvGrpSpPr>
      <p:grpSpPr>
        <a:xfrm>
          <a:off x="0" y="0"/>
          <a:ext cx="0" cy="0"/>
          <a:chOff x="0" y="0"/>
          <a:chExt cx="0" cy="0"/>
        </a:xfrm>
      </p:grpSpPr>
      <p:sp>
        <p:nvSpPr>
          <p:cNvPr id="456" name="Google Shape;456;g16144efce90_0_141:notes">
            <a:extLst>
              <a:ext uri="{FF2B5EF4-FFF2-40B4-BE49-F238E27FC236}">
                <a16:creationId xmlns:a16="http://schemas.microsoft.com/office/drawing/2014/main" id="{4EAB1735-80AC-01F4-F0EA-4DD118DD66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6144efce90_0_141:notes">
            <a:extLst>
              <a:ext uri="{FF2B5EF4-FFF2-40B4-BE49-F238E27FC236}">
                <a16:creationId xmlns:a16="http://schemas.microsoft.com/office/drawing/2014/main" id="{B4D7535F-F365-EC29-530A-2818E9BB2F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689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a:extLst>
            <a:ext uri="{FF2B5EF4-FFF2-40B4-BE49-F238E27FC236}">
              <a16:creationId xmlns:a16="http://schemas.microsoft.com/office/drawing/2014/main" id="{CE38CC87-A521-BD8D-7996-431C40797935}"/>
            </a:ext>
          </a:extLst>
        </p:cNvPr>
        <p:cNvGrpSpPr/>
        <p:nvPr/>
      </p:nvGrpSpPr>
      <p:grpSpPr>
        <a:xfrm>
          <a:off x="0" y="0"/>
          <a:ext cx="0" cy="0"/>
          <a:chOff x="0" y="0"/>
          <a:chExt cx="0" cy="0"/>
        </a:xfrm>
      </p:grpSpPr>
      <p:sp>
        <p:nvSpPr>
          <p:cNvPr id="409" name="Google Shape;409;g15d6d9a50ac_0_199:notes">
            <a:extLst>
              <a:ext uri="{FF2B5EF4-FFF2-40B4-BE49-F238E27FC236}">
                <a16:creationId xmlns:a16="http://schemas.microsoft.com/office/drawing/2014/main" id="{0B6017CC-FD64-6597-BAE2-DEE00055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5d6d9a50ac_0_199:notes">
            <a:extLst>
              <a:ext uri="{FF2B5EF4-FFF2-40B4-BE49-F238E27FC236}">
                <a16:creationId xmlns:a16="http://schemas.microsoft.com/office/drawing/2014/main" id="{769DCB74-0215-8B09-A5B2-2627346CF5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7675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a:extLst>
            <a:ext uri="{FF2B5EF4-FFF2-40B4-BE49-F238E27FC236}">
              <a16:creationId xmlns:a16="http://schemas.microsoft.com/office/drawing/2014/main" id="{5C555F71-C97D-9FCB-3C2D-1418165BB823}"/>
            </a:ext>
          </a:extLst>
        </p:cNvPr>
        <p:cNvGrpSpPr/>
        <p:nvPr/>
      </p:nvGrpSpPr>
      <p:grpSpPr>
        <a:xfrm>
          <a:off x="0" y="0"/>
          <a:ext cx="0" cy="0"/>
          <a:chOff x="0" y="0"/>
          <a:chExt cx="0" cy="0"/>
        </a:xfrm>
      </p:grpSpPr>
      <p:sp>
        <p:nvSpPr>
          <p:cNvPr id="409" name="Google Shape;409;g15d6d9a50ac_0_199:notes">
            <a:extLst>
              <a:ext uri="{FF2B5EF4-FFF2-40B4-BE49-F238E27FC236}">
                <a16:creationId xmlns:a16="http://schemas.microsoft.com/office/drawing/2014/main" id="{36872EEE-D0AA-D27C-ECCF-366B4B7A23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5d6d9a50ac_0_199:notes">
            <a:extLst>
              <a:ext uri="{FF2B5EF4-FFF2-40B4-BE49-F238E27FC236}">
                <a16:creationId xmlns:a16="http://schemas.microsoft.com/office/drawing/2014/main" id="{BEFC60F6-A2E4-A8A1-362F-3655F3EA50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538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a:extLst>
            <a:ext uri="{FF2B5EF4-FFF2-40B4-BE49-F238E27FC236}">
              <a16:creationId xmlns:a16="http://schemas.microsoft.com/office/drawing/2014/main" id="{156B1870-6672-A723-AECB-F1B2AB05E80C}"/>
            </a:ext>
          </a:extLst>
        </p:cNvPr>
        <p:cNvGrpSpPr/>
        <p:nvPr/>
      </p:nvGrpSpPr>
      <p:grpSpPr>
        <a:xfrm>
          <a:off x="0" y="0"/>
          <a:ext cx="0" cy="0"/>
          <a:chOff x="0" y="0"/>
          <a:chExt cx="0" cy="0"/>
        </a:xfrm>
      </p:grpSpPr>
      <p:sp>
        <p:nvSpPr>
          <p:cNvPr id="421" name="Google Shape;421;g16144efce90_0_81:notes">
            <a:extLst>
              <a:ext uri="{FF2B5EF4-FFF2-40B4-BE49-F238E27FC236}">
                <a16:creationId xmlns:a16="http://schemas.microsoft.com/office/drawing/2014/main" id="{58FE9773-B202-F240-FC10-B2FCE8082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16144efce90_0_81:notes">
            <a:extLst>
              <a:ext uri="{FF2B5EF4-FFF2-40B4-BE49-F238E27FC236}">
                <a16:creationId xmlns:a16="http://schemas.microsoft.com/office/drawing/2014/main" id="{4A54C2F3-F384-E301-E12E-DE081DC52E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3105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14109ada36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14109ada36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16144efce90_0_6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16144efce90_0_6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a:extLst>
            <a:ext uri="{FF2B5EF4-FFF2-40B4-BE49-F238E27FC236}">
              <a16:creationId xmlns:a16="http://schemas.microsoft.com/office/drawing/2014/main" id="{293DB8B7-BADE-5DCF-A98B-9C6E355CB1A3}"/>
            </a:ext>
          </a:extLst>
        </p:cNvPr>
        <p:cNvGrpSpPr/>
        <p:nvPr/>
      </p:nvGrpSpPr>
      <p:grpSpPr>
        <a:xfrm>
          <a:off x="0" y="0"/>
          <a:ext cx="0" cy="0"/>
          <a:chOff x="0" y="0"/>
          <a:chExt cx="0" cy="0"/>
        </a:xfrm>
      </p:grpSpPr>
      <p:sp>
        <p:nvSpPr>
          <p:cNvPr id="409" name="Google Shape;409;g15d6d9a50ac_0_199:notes">
            <a:extLst>
              <a:ext uri="{FF2B5EF4-FFF2-40B4-BE49-F238E27FC236}">
                <a16:creationId xmlns:a16="http://schemas.microsoft.com/office/drawing/2014/main" id="{CFBDDECA-3A13-E3C7-7AD4-978631F2F0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5d6d9a50ac_0_199:notes">
            <a:extLst>
              <a:ext uri="{FF2B5EF4-FFF2-40B4-BE49-F238E27FC236}">
                <a16:creationId xmlns:a16="http://schemas.microsoft.com/office/drawing/2014/main" id="{D69E8178-D121-45FA-0AE5-401ECC0421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3805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5d6d9a50ac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5d6d9a50ac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807875" y="1108288"/>
            <a:ext cx="5528100" cy="21579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600">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808025" y="3202925"/>
            <a:ext cx="5528100" cy="50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atin typeface="Dosis"/>
                <a:ea typeface="Dosis"/>
                <a:cs typeface="Dosis"/>
                <a:sym typeface="Dosi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1" name="Google Shape;11;p2"/>
          <p:cNvGrpSpPr/>
          <p:nvPr/>
        </p:nvGrpSpPr>
        <p:grpSpPr>
          <a:xfrm>
            <a:off x="93005" y="88188"/>
            <a:ext cx="8957990" cy="4967125"/>
            <a:chOff x="99980" y="64613"/>
            <a:chExt cx="8957990" cy="4967125"/>
          </a:xfrm>
        </p:grpSpPr>
        <p:cxnSp>
          <p:nvCxnSpPr>
            <p:cNvPr id="12" name="Google Shape;12;p2"/>
            <p:cNvCxnSpPr/>
            <p:nvPr/>
          </p:nvCxnSpPr>
          <p:spPr>
            <a:xfrm rot="10800000">
              <a:off x="99980" y="4183938"/>
              <a:ext cx="4479000" cy="847800"/>
            </a:xfrm>
            <a:prstGeom prst="bentConnector3">
              <a:avLst>
                <a:gd name="adj1" fmla="val 100046"/>
              </a:avLst>
            </a:prstGeom>
            <a:noFill/>
            <a:ln w="9525" cap="flat" cmpd="sng">
              <a:solidFill>
                <a:schemeClr val="dk1"/>
              </a:solidFill>
              <a:prstDash val="dash"/>
              <a:round/>
              <a:headEnd type="oval" w="med" len="med"/>
              <a:tailEnd type="oval" w="med" len="med"/>
            </a:ln>
          </p:spPr>
        </p:cxnSp>
        <p:cxnSp>
          <p:nvCxnSpPr>
            <p:cNvPr id="13" name="Google Shape;13;p2"/>
            <p:cNvCxnSpPr/>
            <p:nvPr/>
          </p:nvCxnSpPr>
          <p:spPr>
            <a:xfrm>
              <a:off x="4578970" y="64613"/>
              <a:ext cx="4479000" cy="847800"/>
            </a:xfrm>
            <a:prstGeom prst="bentConnector3">
              <a:avLst>
                <a:gd name="adj1" fmla="val 100046"/>
              </a:avLst>
            </a:prstGeom>
            <a:noFill/>
            <a:ln w="9525" cap="flat" cmpd="sng">
              <a:solidFill>
                <a:schemeClr val="dk1"/>
              </a:solidFill>
              <a:prstDash val="dash"/>
              <a:round/>
              <a:headEnd type="oval" w="med" len="med"/>
              <a:tailEnd type="oval"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grpSp>
        <p:nvGrpSpPr>
          <p:cNvPr id="15" name="Google Shape;15;p3"/>
          <p:cNvGrpSpPr/>
          <p:nvPr/>
        </p:nvGrpSpPr>
        <p:grpSpPr>
          <a:xfrm>
            <a:off x="96375" y="96200"/>
            <a:ext cx="8962150" cy="4958500"/>
            <a:chOff x="96375" y="96200"/>
            <a:chExt cx="8962150" cy="4958500"/>
          </a:xfrm>
        </p:grpSpPr>
        <p:cxnSp>
          <p:nvCxnSpPr>
            <p:cNvPr id="16" name="Google Shape;16;p3"/>
            <p:cNvCxnSpPr/>
            <p:nvPr/>
          </p:nvCxnSpPr>
          <p:spPr>
            <a:xfrm>
              <a:off x="5520925" y="96200"/>
              <a:ext cx="3537600" cy="1435800"/>
            </a:xfrm>
            <a:prstGeom prst="bentConnector3">
              <a:avLst>
                <a:gd name="adj1" fmla="val 100051"/>
              </a:avLst>
            </a:prstGeom>
            <a:noFill/>
            <a:ln w="9525" cap="flat" cmpd="sng">
              <a:solidFill>
                <a:schemeClr val="dk1"/>
              </a:solidFill>
              <a:prstDash val="dash"/>
              <a:round/>
              <a:headEnd type="oval" w="med" len="med"/>
              <a:tailEnd type="oval" w="med" len="med"/>
            </a:ln>
          </p:spPr>
        </p:cxnSp>
        <p:cxnSp>
          <p:nvCxnSpPr>
            <p:cNvPr id="17" name="Google Shape;17;p3"/>
            <p:cNvCxnSpPr/>
            <p:nvPr/>
          </p:nvCxnSpPr>
          <p:spPr>
            <a:xfrm rot="10800000">
              <a:off x="96375" y="2523600"/>
              <a:ext cx="2826900" cy="2531100"/>
            </a:xfrm>
            <a:prstGeom prst="bentConnector3">
              <a:avLst>
                <a:gd name="adj1" fmla="val 100006"/>
              </a:avLst>
            </a:prstGeom>
            <a:noFill/>
            <a:ln w="9525" cap="flat" cmpd="sng">
              <a:solidFill>
                <a:schemeClr val="dk1"/>
              </a:solidFill>
              <a:prstDash val="dash"/>
              <a:round/>
              <a:headEnd type="oval" w="med" len="med"/>
              <a:tailEnd type="oval" w="med" len="med"/>
            </a:ln>
          </p:spPr>
        </p:cxnSp>
      </p:grpSp>
      <p:sp>
        <p:nvSpPr>
          <p:cNvPr id="18" name="Google Shape;18;p3"/>
          <p:cNvSpPr txBox="1">
            <a:spLocks noGrp="1"/>
          </p:cNvSpPr>
          <p:nvPr>
            <p:ph type="title"/>
          </p:nvPr>
        </p:nvSpPr>
        <p:spPr>
          <a:xfrm>
            <a:off x="5346325" y="2332200"/>
            <a:ext cx="2429700" cy="841800"/>
          </a:xfrm>
          <a:prstGeom prst="rect">
            <a:avLst/>
          </a:prstGeom>
        </p:spPr>
        <p:txBody>
          <a:bodyPr spcFirstLastPara="1" wrap="square" lIns="91425" tIns="91425" rIns="91425" bIns="91425" anchor="b" anchorCtr="0">
            <a:noAutofit/>
          </a:bodyPr>
          <a:lstStyle>
            <a:lvl1pPr lvl="0" algn="l">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ubTitle" idx="1"/>
          </p:nvPr>
        </p:nvSpPr>
        <p:spPr>
          <a:xfrm>
            <a:off x="5346325" y="3021600"/>
            <a:ext cx="2429700" cy="73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a:latin typeface="Dosis"/>
                <a:ea typeface="Dosis"/>
                <a:cs typeface="Dosis"/>
                <a:sym typeface="Dosi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0" name="Google Shape;20;p3"/>
          <p:cNvSpPr txBox="1">
            <a:spLocks noGrp="1"/>
          </p:cNvSpPr>
          <p:nvPr>
            <p:ph type="title" idx="2" hasCustomPrompt="1"/>
          </p:nvPr>
        </p:nvSpPr>
        <p:spPr>
          <a:xfrm>
            <a:off x="5440000" y="1384200"/>
            <a:ext cx="1013400" cy="948000"/>
          </a:xfrm>
          <a:prstGeom prst="rect">
            <a:avLst/>
          </a:prstGeom>
          <a:solidFill>
            <a:schemeClr val="lt2"/>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4800"/>
              <a:buNone/>
              <a:defRPr sz="4800">
                <a:solidFill>
                  <a:schemeClr val="lt1"/>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1" name="Google Shape;21;p3"/>
          <p:cNvSpPr>
            <a:spLocks noGrp="1"/>
          </p:cNvSpPr>
          <p:nvPr>
            <p:ph type="pic" idx="3"/>
          </p:nvPr>
        </p:nvSpPr>
        <p:spPr>
          <a:xfrm>
            <a:off x="1005825" y="613262"/>
            <a:ext cx="3628200" cy="3915900"/>
          </a:xfrm>
          <a:prstGeom prst="rect">
            <a:avLst/>
          </a:prstGeom>
          <a:noFill/>
          <a:ln w="9525" cap="flat" cmpd="sng">
            <a:solidFill>
              <a:schemeClr val="dk1"/>
            </a:solidFill>
            <a:prstDash val="dash"/>
            <a:round/>
            <a:headEnd type="none" w="sm" len="sm"/>
            <a:tailEnd type="none" w="sm" len="sm"/>
          </a:ln>
        </p:spPr>
      </p:sp>
      <p:sp>
        <p:nvSpPr>
          <p:cNvPr id="22" name="Google Shape;22;p3"/>
          <p:cNvSpPr/>
          <p:nvPr/>
        </p:nvSpPr>
        <p:spPr>
          <a:xfrm>
            <a:off x="585348" y="2994864"/>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grpSp>
        <p:nvGrpSpPr>
          <p:cNvPr id="58" name="Google Shape;58;p9"/>
          <p:cNvGrpSpPr/>
          <p:nvPr/>
        </p:nvGrpSpPr>
        <p:grpSpPr>
          <a:xfrm>
            <a:off x="92749" y="96200"/>
            <a:ext cx="8965520" cy="4959113"/>
            <a:chOff x="92749" y="96200"/>
            <a:chExt cx="8965520" cy="4959113"/>
          </a:xfrm>
        </p:grpSpPr>
        <p:cxnSp>
          <p:nvCxnSpPr>
            <p:cNvPr id="59" name="Google Shape;59;p9"/>
            <p:cNvCxnSpPr/>
            <p:nvPr/>
          </p:nvCxnSpPr>
          <p:spPr>
            <a:xfrm flipH="1">
              <a:off x="92749" y="96200"/>
              <a:ext cx="3537600" cy="1435800"/>
            </a:xfrm>
            <a:prstGeom prst="bentConnector3">
              <a:avLst>
                <a:gd name="adj1" fmla="val 100051"/>
              </a:avLst>
            </a:prstGeom>
            <a:noFill/>
            <a:ln w="9525" cap="flat" cmpd="sng">
              <a:solidFill>
                <a:schemeClr val="dk1"/>
              </a:solidFill>
              <a:prstDash val="dash"/>
              <a:round/>
              <a:headEnd type="oval" w="med" len="med"/>
              <a:tailEnd type="oval" w="med" len="med"/>
            </a:ln>
          </p:spPr>
        </p:cxnSp>
        <p:cxnSp>
          <p:nvCxnSpPr>
            <p:cNvPr id="60" name="Google Shape;60;p9"/>
            <p:cNvCxnSpPr/>
            <p:nvPr/>
          </p:nvCxnSpPr>
          <p:spPr>
            <a:xfrm rot="10800000" flipH="1">
              <a:off x="4579269" y="4207513"/>
              <a:ext cx="4479000" cy="847800"/>
            </a:xfrm>
            <a:prstGeom prst="bentConnector3">
              <a:avLst>
                <a:gd name="adj1" fmla="val 100046"/>
              </a:avLst>
            </a:prstGeom>
            <a:noFill/>
            <a:ln w="9525" cap="flat" cmpd="sng">
              <a:solidFill>
                <a:schemeClr val="dk1"/>
              </a:solidFill>
              <a:prstDash val="dash"/>
              <a:round/>
              <a:headEnd type="oval" w="med" len="med"/>
              <a:tailEnd type="oval" w="med" len="med"/>
            </a:ln>
          </p:spPr>
        </p:cxnSp>
      </p:grpSp>
      <p:sp>
        <p:nvSpPr>
          <p:cNvPr id="61" name="Google Shape;61;p9"/>
          <p:cNvSpPr txBox="1">
            <a:spLocks noGrp="1"/>
          </p:cNvSpPr>
          <p:nvPr>
            <p:ph type="title"/>
          </p:nvPr>
        </p:nvSpPr>
        <p:spPr>
          <a:xfrm>
            <a:off x="1024373" y="1167350"/>
            <a:ext cx="4601400" cy="8889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4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2" name="Google Shape;62;p9"/>
          <p:cNvSpPr txBox="1">
            <a:spLocks noGrp="1"/>
          </p:cNvSpPr>
          <p:nvPr>
            <p:ph type="subTitle" idx="1"/>
          </p:nvPr>
        </p:nvSpPr>
        <p:spPr>
          <a:xfrm>
            <a:off x="1024373" y="1985050"/>
            <a:ext cx="4601400" cy="1991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20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
        <p:nvSpPr>
          <p:cNvPr id="63" name="Google Shape;63;p9"/>
          <p:cNvSpPr/>
          <p:nvPr/>
        </p:nvSpPr>
        <p:spPr>
          <a:xfrm>
            <a:off x="600346" y="663700"/>
            <a:ext cx="645729" cy="82283"/>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9"/>
          <p:cNvSpPr/>
          <p:nvPr/>
        </p:nvSpPr>
        <p:spPr>
          <a:xfrm flipH="1">
            <a:off x="6567096" y="421300"/>
            <a:ext cx="645729" cy="82283"/>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a:off x="1102250" y="4402701"/>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CUSTOM_7">
    <p:spTree>
      <p:nvGrpSpPr>
        <p:cNvPr id="1" name="Shape 161"/>
        <p:cNvGrpSpPr/>
        <p:nvPr/>
      </p:nvGrpSpPr>
      <p:grpSpPr>
        <a:xfrm>
          <a:off x="0" y="0"/>
          <a:ext cx="0" cy="0"/>
          <a:chOff x="0" y="0"/>
          <a:chExt cx="0" cy="0"/>
        </a:xfrm>
      </p:grpSpPr>
      <p:sp>
        <p:nvSpPr>
          <p:cNvPr id="162" name="Google Shape;162;p19"/>
          <p:cNvSpPr txBox="1">
            <a:spLocks noGrp="1"/>
          </p:cNvSpPr>
          <p:nvPr>
            <p:ph type="title"/>
          </p:nvPr>
        </p:nvSpPr>
        <p:spPr>
          <a:xfrm>
            <a:off x="714175" y="445025"/>
            <a:ext cx="7715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63" name="Google Shape;163;p19"/>
          <p:cNvSpPr txBox="1">
            <a:spLocks noGrp="1"/>
          </p:cNvSpPr>
          <p:nvPr>
            <p:ph type="subTitle" idx="1"/>
          </p:nvPr>
        </p:nvSpPr>
        <p:spPr>
          <a:xfrm>
            <a:off x="783324" y="1492800"/>
            <a:ext cx="4265700" cy="2938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Char char="■"/>
              <a:defRPr sz="1400"/>
            </a:lvl1pPr>
            <a:lvl2pPr lvl="1"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164" name="Google Shape;164;p19"/>
          <p:cNvSpPr>
            <a:spLocks noGrp="1"/>
          </p:cNvSpPr>
          <p:nvPr>
            <p:ph type="pic" idx="2"/>
          </p:nvPr>
        </p:nvSpPr>
        <p:spPr>
          <a:xfrm>
            <a:off x="5212649" y="1460100"/>
            <a:ext cx="3147900" cy="3003900"/>
          </a:xfrm>
          <a:prstGeom prst="rect">
            <a:avLst/>
          </a:prstGeom>
          <a:noFill/>
          <a:ln w="9525" cap="flat" cmpd="sng">
            <a:solidFill>
              <a:schemeClr val="dk1"/>
            </a:solidFill>
            <a:prstDash val="dash"/>
            <a:round/>
            <a:headEnd type="none" w="sm" len="sm"/>
            <a:tailEnd type="none" w="sm" len="sm"/>
          </a:ln>
        </p:spPr>
      </p:sp>
      <p:sp>
        <p:nvSpPr>
          <p:cNvPr id="165" name="Google Shape;165;p19"/>
          <p:cNvSpPr/>
          <p:nvPr/>
        </p:nvSpPr>
        <p:spPr>
          <a:xfrm>
            <a:off x="6473723" y="4645089"/>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9"/>
          <p:cNvSpPr/>
          <p:nvPr/>
        </p:nvSpPr>
        <p:spPr>
          <a:xfrm>
            <a:off x="8524298" y="3097214"/>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 name="Google Shape;167;p19"/>
          <p:cNvGrpSpPr/>
          <p:nvPr/>
        </p:nvGrpSpPr>
        <p:grpSpPr>
          <a:xfrm flipH="1">
            <a:off x="6731375" y="318888"/>
            <a:ext cx="2082925" cy="625775"/>
            <a:chOff x="589700" y="738375"/>
            <a:chExt cx="2082925" cy="625775"/>
          </a:xfrm>
        </p:grpSpPr>
        <p:sp>
          <p:nvSpPr>
            <p:cNvPr id="168" name="Google Shape;168;p19"/>
            <p:cNvSpPr/>
            <p:nvPr/>
          </p:nvSpPr>
          <p:spPr>
            <a:xfrm>
              <a:off x="589700" y="1242392"/>
              <a:ext cx="819431" cy="121758"/>
            </a:xfrm>
            <a:custGeom>
              <a:avLst/>
              <a:gdLst/>
              <a:ahLst/>
              <a:cxnLst/>
              <a:rect l="l" t="t" r="r" b="b"/>
              <a:pathLst>
                <a:path w="12289" h="1826" extrusionOk="0">
                  <a:moveTo>
                    <a:pt x="4662" y="0"/>
                  </a:moveTo>
                  <a:cubicBezTo>
                    <a:pt x="4447" y="0"/>
                    <a:pt x="4236" y="9"/>
                    <a:pt x="4040" y="22"/>
                  </a:cubicBezTo>
                  <a:cubicBezTo>
                    <a:pt x="3871" y="64"/>
                    <a:pt x="3300" y="106"/>
                    <a:pt x="3194" y="254"/>
                  </a:cubicBezTo>
                  <a:cubicBezTo>
                    <a:pt x="3025" y="487"/>
                    <a:pt x="3363" y="741"/>
                    <a:pt x="3469" y="910"/>
                  </a:cubicBezTo>
                  <a:cubicBezTo>
                    <a:pt x="3247" y="1008"/>
                    <a:pt x="3011" y="1042"/>
                    <a:pt x="2767" y="1042"/>
                  </a:cubicBezTo>
                  <a:cubicBezTo>
                    <a:pt x="2226" y="1042"/>
                    <a:pt x="1644" y="875"/>
                    <a:pt x="1088" y="875"/>
                  </a:cubicBezTo>
                  <a:cubicBezTo>
                    <a:pt x="868" y="875"/>
                    <a:pt x="653" y="901"/>
                    <a:pt x="445" y="973"/>
                  </a:cubicBezTo>
                  <a:cubicBezTo>
                    <a:pt x="0" y="1143"/>
                    <a:pt x="381" y="1270"/>
                    <a:pt x="677" y="1375"/>
                  </a:cubicBezTo>
                  <a:cubicBezTo>
                    <a:pt x="994" y="1481"/>
                    <a:pt x="1312" y="1566"/>
                    <a:pt x="1650" y="1587"/>
                  </a:cubicBezTo>
                  <a:cubicBezTo>
                    <a:pt x="2370" y="1663"/>
                    <a:pt x="3080" y="1718"/>
                    <a:pt x="3794" y="1718"/>
                  </a:cubicBezTo>
                  <a:cubicBezTo>
                    <a:pt x="4065" y="1718"/>
                    <a:pt x="4337" y="1710"/>
                    <a:pt x="4611" y="1693"/>
                  </a:cubicBezTo>
                  <a:cubicBezTo>
                    <a:pt x="5330" y="1671"/>
                    <a:pt x="6054" y="1666"/>
                    <a:pt x="6779" y="1666"/>
                  </a:cubicBezTo>
                  <a:cubicBezTo>
                    <a:pt x="7503" y="1666"/>
                    <a:pt x="8228" y="1671"/>
                    <a:pt x="8947" y="1671"/>
                  </a:cubicBezTo>
                  <a:cubicBezTo>
                    <a:pt x="9291" y="1671"/>
                    <a:pt x="10661" y="1826"/>
                    <a:pt x="11408" y="1826"/>
                  </a:cubicBezTo>
                  <a:cubicBezTo>
                    <a:pt x="11578" y="1826"/>
                    <a:pt x="11716" y="1818"/>
                    <a:pt x="11802" y="1798"/>
                  </a:cubicBezTo>
                  <a:cubicBezTo>
                    <a:pt x="11992" y="1777"/>
                    <a:pt x="12288" y="1650"/>
                    <a:pt x="12098" y="1396"/>
                  </a:cubicBezTo>
                  <a:cubicBezTo>
                    <a:pt x="12022" y="1282"/>
                    <a:pt x="11816" y="1259"/>
                    <a:pt x="11627" y="1259"/>
                  </a:cubicBezTo>
                  <a:cubicBezTo>
                    <a:pt x="11501" y="1259"/>
                    <a:pt x="11383" y="1270"/>
                    <a:pt x="11315" y="1270"/>
                  </a:cubicBezTo>
                  <a:cubicBezTo>
                    <a:pt x="11224" y="1270"/>
                    <a:pt x="11116" y="1274"/>
                    <a:pt x="11004" y="1274"/>
                  </a:cubicBezTo>
                  <a:cubicBezTo>
                    <a:pt x="10780" y="1274"/>
                    <a:pt x="10540" y="1255"/>
                    <a:pt x="10385" y="1143"/>
                  </a:cubicBezTo>
                  <a:cubicBezTo>
                    <a:pt x="10046" y="889"/>
                    <a:pt x="10427" y="995"/>
                    <a:pt x="10321" y="741"/>
                  </a:cubicBezTo>
                  <a:cubicBezTo>
                    <a:pt x="10220" y="474"/>
                    <a:pt x="9646" y="421"/>
                    <a:pt x="9126" y="421"/>
                  </a:cubicBezTo>
                  <a:cubicBezTo>
                    <a:pt x="8779" y="421"/>
                    <a:pt x="8456" y="445"/>
                    <a:pt x="8312" y="445"/>
                  </a:cubicBezTo>
                  <a:cubicBezTo>
                    <a:pt x="8084" y="445"/>
                    <a:pt x="7857" y="450"/>
                    <a:pt x="7633" y="450"/>
                  </a:cubicBezTo>
                  <a:cubicBezTo>
                    <a:pt x="7108" y="450"/>
                    <a:pt x="6595" y="419"/>
                    <a:pt x="6091" y="212"/>
                  </a:cubicBezTo>
                  <a:cubicBezTo>
                    <a:pt x="5691" y="49"/>
                    <a:pt x="5166" y="0"/>
                    <a:pt x="46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9"/>
            <p:cNvSpPr/>
            <p:nvPr/>
          </p:nvSpPr>
          <p:spPr>
            <a:xfrm>
              <a:off x="2026896" y="738375"/>
              <a:ext cx="645729" cy="82283"/>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94"/>
        <p:cNvGrpSpPr/>
        <p:nvPr/>
      </p:nvGrpSpPr>
      <p:grpSpPr>
        <a:xfrm>
          <a:off x="0" y="0"/>
          <a:ext cx="0" cy="0"/>
          <a:chOff x="0" y="0"/>
          <a:chExt cx="0" cy="0"/>
        </a:xfrm>
      </p:grpSpPr>
      <p:sp>
        <p:nvSpPr>
          <p:cNvPr id="195" name="Google Shape;195;p24"/>
          <p:cNvSpPr txBox="1">
            <a:spLocks noGrp="1"/>
          </p:cNvSpPr>
          <p:nvPr>
            <p:ph type="title"/>
          </p:nvPr>
        </p:nvSpPr>
        <p:spPr>
          <a:xfrm>
            <a:off x="714175" y="3429975"/>
            <a:ext cx="45351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2400">
                <a:solidFill>
                  <a:schemeClr val="dk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6" name="Google Shape;196;p24"/>
          <p:cNvSpPr txBox="1">
            <a:spLocks noGrp="1"/>
          </p:cNvSpPr>
          <p:nvPr>
            <p:ph type="subTitle" idx="1"/>
          </p:nvPr>
        </p:nvSpPr>
        <p:spPr>
          <a:xfrm>
            <a:off x="714175" y="1452225"/>
            <a:ext cx="4535100" cy="19779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197" name="Google Shape;197;p24"/>
          <p:cNvGrpSpPr/>
          <p:nvPr/>
        </p:nvGrpSpPr>
        <p:grpSpPr>
          <a:xfrm>
            <a:off x="90950" y="94375"/>
            <a:ext cx="8955825" cy="4947575"/>
            <a:chOff x="90950" y="94375"/>
            <a:chExt cx="8955825" cy="4947575"/>
          </a:xfrm>
        </p:grpSpPr>
        <p:cxnSp>
          <p:nvCxnSpPr>
            <p:cNvPr id="198" name="Google Shape;198;p24"/>
            <p:cNvCxnSpPr/>
            <p:nvPr/>
          </p:nvCxnSpPr>
          <p:spPr>
            <a:xfrm rot="-5400000" flipH="1">
              <a:off x="-856300" y="2942100"/>
              <a:ext cx="3047100" cy="1152600"/>
            </a:xfrm>
            <a:prstGeom prst="bentConnector3">
              <a:avLst>
                <a:gd name="adj1" fmla="val 100439"/>
              </a:avLst>
            </a:prstGeom>
            <a:noFill/>
            <a:ln w="9525" cap="flat" cmpd="sng">
              <a:solidFill>
                <a:schemeClr val="dk1"/>
              </a:solidFill>
              <a:prstDash val="dash"/>
              <a:round/>
              <a:headEnd type="oval" w="med" len="med"/>
              <a:tailEnd type="oval" w="med" len="med"/>
            </a:ln>
          </p:spPr>
        </p:cxnSp>
        <p:cxnSp>
          <p:nvCxnSpPr>
            <p:cNvPr id="199" name="Google Shape;199;p24"/>
            <p:cNvCxnSpPr/>
            <p:nvPr/>
          </p:nvCxnSpPr>
          <p:spPr>
            <a:xfrm rot="-5400000" flipH="1">
              <a:off x="6269375" y="127975"/>
              <a:ext cx="2811000" cy="2743800"/>
            </a:xfrm>
            <a:prstGeom prst="bentConnector3">
              <a:avLst>
                <a:gd name="adj1" fmla="val 479"/>
              </a:avLst>
            </a:prstGeom>
            <a:noFill/>
            <a:ln w="9525" cap="flat" cmpd="sng">
              <a:solidFill>
                <a:schemeClr val="dk1"/>
              </a:solidFill>
              <a:prstDash val="dash"/>
              <a:round/>
              <a:headEnd type="oval" w="med" len="med"/>
              <a:tailEnd type="oval" w="med" len="med"/>
            </a:ln>
          </p:spPr>
        </p:cxnSp>
      </p:grpSp>
      <p:sp>
        <p:nvSpPr>
          <p:cNvPr id="200" name="Google Shape;200;p24"/>
          <p:cNvSpPr/>
          <p:nvPr/>
        </p:nvSpPr>
        <p:spPr>
          <a:xfrm>
            <a:off x="7772898" y="655901"/>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4"/>
          <p:cNvSpPr/>
          <p:nvPr/>
        </p:nvSpPr>
        <p:spPr>
          <a:xfrm>
            <a:off x="585348" y="4320451"/>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4"/>
          <p:cNvSpPr/>
          <p:nvPr/>
        </p:nvSpPr>
        <p:spPr>
          <a:xfrm>
            <a:off x="1162448" y="320301"/>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13">
    <p:spTree>
      <p:nvGrpSpPr>
        <p:cNvPr id="1" name="Shape 210"/>
        <p:cNvGrpSpPr/>
        <p:nvPr/>
      </p:nvGrpSpPr>
      <p:grpSpPr>
        <a:xfrm>
          <a:off x="0" y="0"/>
          <a:ext cx="0" cy="0"/>
          <a:chOff x="0" y="0"/>
          <a:chExt cx="0" cy="0"/>
        </a:xfrm>
      </p:grpSpPr>
      <p:cxnSp>
        <p:nvCxnSpPr>
          <p:cNvPr id="211" name="Google Shape;211;p26"/>
          <p:cNvCxnSpPr/>
          <p:nvPr/>
        </p:nvCxnSpPr>
        <p:spPr>
          <a:xfrm>
            <a:off x="1087450" y="104650"/>
            <a:ext cx="7954800" cy="0"/>
          </a:xfrm>
          <a:prstGeom prst="straightConnector1">
            <a:avLst/>
          </a:prstGeom>
          <a:noFill/>
          <a:ln w="9525" cap="flat" cmpd="sng">
            <a:solidFill>
              <a:schemeClr val="dk2"/>
            </a:solidFill>
            <a:prstDash val="dash"/>
            <a:round/>
            <a:headEnd type="none" w="med" len="med"/>
            <a:tailEnd type="oval" w="med" len="med"/>
          </a:ln>
        </p:spPr>
      </p:cxnSp>
      <p:cxnSp>
        <p:nvCxnSpPr>
          <p:cNvPr id="212" name="Google Shape;212;p26"/>
          <p:cNvCxnSpPr/>
          <p:nvPr/>
        </p:nvCxnSpPr>
        <p:spPr>
          <a:xfrm rot="10800000">
            <a:off x="104350" y="5021400"/>
            <a:ext cx="7501200" cy="0"/>
          </a:xfrm>
          <a:prstGeom prst="straightConnector1">
            <a:avLst/>
          </a:prstGeom>
          <a:noFill/>
          <a:ln w="9525" cap="flat" cmpd="sng">
            <a:solidFill>
              <a:schemeClr val="dk2"/>
            </a:solidFill>
            <a:prstDash val="dash"/>
            <a:round/>
            <a:headEnd type="none" w="med" len="med"/>
            <a:tailEnd type="oval" w="med" len="med"/>
          </a:ln>
        </p:spPr>
      </p:cxnSp>
      <p:grpSp>
        <p:nvGrpSpPr>
          <p:cNvPr id="213" name="Google Shape;213;p26"/>
          <p:cNvGrpSpPr/>
          <p:nvPr/>
        </p:nvGrpSpPr>
        <p:grpSpPr>
          <a:xfrm>
            <a:off x="104300" y="97775"/>
            <a:ext cx="8918125" cy="4934900"/>
            <a:chOff x="104300" y="97775"/>
            <a:chExt cx="8918125" cy="4934900"/>
          </a:xfrm>
        </p:grpSpPr>
        <p:cxnSp>
          <p:nvCxnSpPr>
            <p:cNvPr id="214" name="Google Shape;214;p26"/>
            <p:cNvCxnSpPr/>
            <p:nvPr/>
          </p:nvCxnSpPr>
          <p:spPr>
            <a:xfrm rot="-5400000">
              <a:off x="7001475" y="3011725"/>
              <a:ext cx="2607600" cy="1434300"/>
            </a:xfrm>
            <a:prstGeom prst="bentConnector3">
              <a:avLst>
                <a:gd name="adj1" fmla="val 500"/>
              </a:avLst>
            </a:prstGeom>
            <a:noFill/>
            <a:ln w="9525" cap="flat" cmpd="sng">
              <a:solidFill>
                <a:schemeClr val="dk1"/>
              </a:solidFill>
              <a:prstDash val="dash"/>
              <a:round/>
              <a:headEnd type="oval" w="med" len="med"/>
              <a:tailEnd type="oval" w="med" len="med"/>
            </a:ln>
          </p:spPr>
        </p:cxnSp>
        <p:cxnSp>
          <p:nvCxnSpPr>
            <p:cNvPr id="215" name="Google Shape;215;p26"/>
            <p:cNvCxnSpPr/>
            <p:nvPr/>
          </p:nvCxnSpPr>
          <p:spPr>
            <a:xfrm rot="5400000">
              <a:off x="-1424350" y="1626425"/>
              <a:ext cx="4048200" cy="990900"/>
            </a:xfrm>
            <a:prstGeom prst="bentConnector3">
              <a:avLst>
                <a:gd name="adj1" fmla="val 161"/>
              </a:avLst>
            </a:prstGeom>
            <a:noFill/>
            <a:ln w="9525" cap="flat" cmpd="sng">
              <a:solidFill>
                <a:schemeClr val="dk1"/>
              </a:solidFill>
              <a:prstDash val="dash"/>
              <a:round/>
              <a:headEnd type="oval" w="med" len="med"/>
              <a:tailEnd type="oval"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14">
    <p:spTree>
      <p:nvGrpSpPr>
        <p:cNvPr id="1" name="Shape 216"/>
        <p:cNvGrpSpPr/>
        <p:nvPr/>
      </p:nvGrpSpPr>
      <p:grpSpPr>
        <a:xfrm>
          <a:off x="0" y="0"/>
          <a:ext cx="0" cy="0"/>
          <a:chOff x="0" y="0"/>
          <a:chExt cx="0" cy="0"/>
        </a:xfrm>
      </p:grpSpPr>
      <p:grpSp>
        <p:nvGrpSpPr>
          <p:cNvPr id="217" name="Google Shape;217;p27"/>
          <p:cNvGrpSpPr/>
          <p:nvPr/>
        </p:nvGrpSpPr>
        <p:grpSpPr>
          <a:xfrm>
            <a:off x="79701" y="96200"/>
            <a:ext cx="8949125" cy="4958500"/>
            <a:chOff x="79701" y="96200"/>
            <a:chExt cx="8949125" cy="4958500"/>
          </a:xfrm>
        </p:grpSpPr>
        <p:cxnSp>
          <p:nvCxnSpPr>
            <p:cNvPr id="218" name="Google Shape;218;p27"/>
            <p:cNvCxnSpPr/>
            <p:nvPr/>
          </p:nvCxnSpPr>
          <p:spPr>
            <a:xfrm rot="10800000">
              <a:off x="79701" y="3618900"/>
              <a:ext cx="3537600" cy="1435800"/>
            </a:xfrm>
            <a:prstGeom prst="bentConnector3">
              <a:avLst>
                <a:gd name="adj1" fmla="val 99674"/>
              </a:avLst>
            </a:prstGeom>
            <a:noFill/>
            <a:ln w="9525" cap="flat" cmpd="sng">
              <a:solidFill>
                <a:schemeClr val="dk1"/>
              </a:solidFill>
              <a:prstDash val="dash"/>
              <a:round/>
              <a:headEnd type="oval" w="med" len="med"/>
              <a:tailEnd type="oval" w="med" len="med"/>
            </a:ln>
          </p:spPr>
        </p:cxnSp>
        <p:cxnSp>
          <p:nvCxnSpPr>
            <p:cNvPr id="219" name="Google Shape;219;p27"/>
            <p:cNvCxnSpPr/>
            <p:nvPr/>
          </p:nvCxnSpPr>
          <p:spPr>
            <a:xfrm>
              <a:off x="6201926" y="96200"/>
              <a:ext cx="2826900" cy="2531100"/>
            </a:xfrm>
            <a:prstGeom prst="bentConnector3">
              <a:avLst>
                <a:gd name="adj1" fmla="val 100231"/>
              </a:avLst>
            </a:prstGeom>
            <a:noFill/>
            <a:ln w="9525" cap="flat" cmpd="sng">
              <a:solidFill>
                <a:schemeClr val="dk1"/>
              </a:solidFill>
              <a:prstDash val="dash"/>
              <a:round/>
              <a:headEnd type="oval" w="med" len="med"/>
              <a:tailEnd type="oval" w="med" len="med"/>
            </a:ln>
          </p:spPr>
        </p:cxnSp>
      </p:grpSp>
      <p:cxnSp>
        <p:nvCxnSpPr>
          <p:cNvPr id="220" name="Google Shape;220;p27"/>
          <p:cNvCxnSpPr/>
          <p:nvPr/>
        </p:nvCxnSpPr>
        <p:spPr>
          <a:xfrm>
            <a:off x="112825" y="96200"/>
            <a:ext cx="0" cy="2726700"/>
          </a:xfrm>
          <a:prstGeom prst="straightConnector1">
            <a:avLst/>
          </a:prstGeom>
          <a:noFill/>
          <a:ln w="9525" cap="flat" cmpd="sng">
            <a:solidFill>
              <a:schemeClr val="lt2"/>
            </a:solidFill>
            <a:prstDash val="dash"/>
            <a:round/>
            <a:headEnd type="oval" w="med" len="med"/>
            <a:tailEnd type="oval" w="med" len="med"/>
          </a:ln>
        </p:spPr>
      </p:cxnSp>
      <p:cxnSp>
        <p:nvCxnSpPr>
          <p:cNvPr id="221" name="Google Shape;221;p27"/>
          <p:cNvCxnSpPr/>
          <p:nvPr/>
        </p:nvCxnSpPr>
        <p:spPr>
          <a:xfrm>
            <a:off x="9035350" y="3467925"/>
            <a:ext cx="0" cy="1586700"/>
          </a:xfrm>
          <a:prstGeom prst="straightConnector1">
            <a:avLst/>
          </a:prstGeom>
          <a:noFill/>
          <a:ln w="9525" cap="flat" cmpd="sng">
            <a:solidFill>
              <a:schemeClr val="lt2"/>
            </a:solidFill>
            <a:prstDash val="dash"/>
            <a:round/>
            <a:headEnd type="oval" w="med" len="med"/>
            <a:tailEnd type="oval"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06"/>
        <p:cNvGrpSpPr/>
        <p:nvPr/>
      </p:nvGrpSpPr>
      <p:grpSpPr>
        <a:xfrm>
          <a:off x="0" y="0"/>
          <a:ext cx="0" cy="0"/>
          <a:chOff x="0" y="0"/>
          <a:chExt cx="0" cy="0"/>
        </a:xfrm>
      </p:grpSpPr>
      <p:sp>
        <p:nvSpPr>
          <p:cNvPr id="107" name="Google Shape;107;p15"/>
          <p:cNvSpPr txBox="1">
            <a:spLocks noGrp="1"/>
          </p:cNvSpPr>
          <p:nvPr>
            <p:ph type="title"/>
          </p:nvPr>
        </p:nvSpPr>
        <p:spPr>
          <a:xfrm>
            <a:off x="714175" y="445025"/>
            <a:ext cx="7715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8" name="Google Shape;108;p15"/>
          <p:cNvSpPr txBox="1">
            <a:spLocks noGrp="1"/>
          </p:cNvSpPr>
          <p:nvPr>
            <p:ph type="subTitle" idx="1"/>
          </p:nvPr>
        </p:nvSpPr>
        <p:spPr>
          <a:xfrm>
            <a:off x="912700" y="3306775"/>
            <a:ext cx="2306400" cy="1058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15"/>
          <p:cNvSpPr txBox="1">
            <a:spLocks noGrp="1"/>
          </p:cNvSpPr>
          <p:nvPr>
            <p:ph type="subTitle" idx="2"/>
          </p:nvPr>
        </p:nvSpPr>
        <p:spPr>
          <a:xfrm>
            <a:off x="912700" y="2571750"/>
            <a:ext cx="2306400" cy="7350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400"/>
              <a:buFont typeface="Anton"/>
              <a:buNone/>
              <a:defRPr sz="2200">
                <a:solidFill>
                  <a:schemeClr val="dk2"/>
                </a:solidFill>
                <a:latin typeface="Anton"/>
                <a:ea typeface="Anton"/>
                <a:cs typeface="Anton"/>
                <a:sym typeface="Anton"/>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0" name="Google Shape;110;p15"/>
          <p:cNvSpPr txBox="1">
            <a:spLocks noGrp="1"/>
          </p:cNvSpPr>
          <p:nvPr>
            <p:ph type="subTitle" idx="3"/>
          </p:nvPr>
        </p:nvSpPr>
        <p:spPr>
          <a:xfrm>
            <a:off x="3418799" y="3306775"/>
            <a:ext cx="2306400" cy="1058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 name="Google Shape;111;p15"/>
          <p:cNvSpPr txBox="1">
            <a:spLocks noGrp="1"/>
          </p:cNvSpPr>
          <p:nvPr>
            <p:ph type="subTitle" idx="4"/>
          </p:nvPr>
        </p:nvSpPr>
        <p:spPr>
          <a:xfrm>
            <a:off x="3418801" y="2571771"/>
            <a:ext cx="2306400" cy="7350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400"/>
              <a:buFont typeface="Anton"/>
              <a:buNone/>
              <a:defRPr sz="2200">
                <a:solidFill>
                  <a:schemeClr val="dk2"/>
                </a:solidFill>
                <a:latin typeface="Anton"/>
                <a:ea typeface="Anton"/>
                <a:cs typeface="Anton"/>
                <a:sym typeface="Anton"/>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2" name="Google Shape;112;p15"/>
          <p:cNvSpPr txBox="1">
            <a:spLocks noGrp="1"/>
          </p:cNvSpPr>
          <p:nvPr>
            <p:ph type="subTitle" idx="5"/>
          </p:nvPr>
        </p:nvSpPr>
        <p:spPr>
          <a:xfrm>
            <a:off x="5924900" y="3306775"/>
            <a:ext cx="2306400" cy="1058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 name="Google Shape;113;p15"/>
          <p:cNvSpPr txBox="1">
            <a:spLocks noGrp="1"/>
          </p:cNvSpPr>
          <p:nvPr>
            <p:ph type="subTitle" idx="6"/>
          </p:nvPr>
        </p:nvSpPr>
        <p:spPr>
          <a:xfrm>
            <a:off x="5924900" y="2571771"/>
            <a:ext cx="2306400" cy="7350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400"/>
              <a:buFont typeface="Anton"/>
              <a:buNone/>
              <a:defRPr sz="2200">
                <a:solidFill>
                  <a:schemeClr val="dk2"/>
                </a:solidFill>
                <a:latin typeface="Anton"/>
                <a:ea typeface="Anton"/>
                <a:cs typeface="Anton"/>
                <a:sym typeface="Anton"/>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4" name="Google Shape;114;p15"/>
          <p:cNvSpPr/>
          <p:nvPr/>
        </p:nvSpPr>
        <p:spPr>
          <a:xfrm flipH="1">
            <a:off x="6431279" y="357800"/>
            <a:ext cx="645729" cy="82283"/>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p:nvPr/>
        </p:nvSpPr>
        <p:spPr>
          <a:xfrm flipH="1">
            <a:off x="585338" y="150822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5"/>
          <p:cNvSpPr/>
          <p:nvPr/>
        </p:nvSpPr>
        <p:spPr>
          <a:xfrm flipH="1">
            <a:off x="3134513" y="4607851"/>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p:nvPr/>
        </p:nvSpPr>
        <p:spPr>
          <a:xfrm flipH="1">
            <a:off x="8622463" y="384147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4833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81"/>
        <p:cNvGrpSpPr/>
        <p:nvPr/>
      </p:nvGrpSpPr>
      <p:grpSpPr>
        <a:xfrm>
          <a:off x="0" y="0"/>
          <a:ext cx="0" cy="0"/>
          <a:chOff x="0" y="0"/>
          <a:chExt cx="0" cy="0"/>
        </a:xfrm>
      </p:grpSpPr>
      <p:sp>
        <p:nvSpPr>
          <p:cNvPr id="182" name="Google Shape;182;p22"/>
          <p:cNvSpPr txBox="1">
            <a:spLocks noGrp="1"/>
          </p:cNvSpPr>
          <p:nvPr>
            <p:ph type="title"/>
          </p:nvPr>
        </p:nvSpPr>
        <p:spPr>
          <a:xfrm>
            <a:off x="714175" y="445025"/>
            <a:ext cx="7715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83" name="Google Shape;183;p22"/>
          <p:cNvSpPr/>
          <p:nvPr/>
        </p:nvSpPr>
        <p:spPr>
          <a:xfrm>
            <a:off x="585350" y="760001"/>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2"/>
          <p:cNvSpPr/>
          <p:nvPr/>
        </p:nvSpPr>
        <p:spPr>
          <a:xfrm>
            <a:off x="8486525" y="4410751"/>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2"/>
          <p:cNvSpPr/>
          <p:nvPr/>
        </p:nvSpPr>
        <p:spPr>
          <a:xfrm>
            <a:off x="1223375" y="472312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0979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175" y="445025"/>
            <a:ext cx="77157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200"/>
              <a:buFont typeface="Anton"/>
              <a:buNone/>
              <a:defRPr sz="3200">
                <a:solidFill>
                  <a:schemeClr val="dk1"/>
                </a:solidFill>
                <a:latin typeface="Anton"/>
                <a:ea typeface="Anton"/>
                <a:cs typeface="Anton"/>
                <a:sym typeface="Anton"/>
              </a:defRPr>
            </a:lvl1pPr>
            <a:lvl2pPr lvl="1" algn="ctr">
              <a:spcBef>
                <a:spcPts val="0"/>
              </a:spcBef>
              <a:spcAft>
                <a:spcPts val="0"/>
              </a:spcAft>
              <a:buClr>
                <a:schemeClr val="dk1"/>
              </a:buClr>
              <a:buSzPts val="3200"/>
              <a:buFont typeface="Anton"/>
              <a:buNone/>
              <a:defRPr sz="3200">
                <a:solidFill>
                  <a:schemeClr val="dk1"/>
                </a:solidFill>
                <a:latin typeface="Anton"/>
                <a:ea typeface="Anton"/>
                <a:cs typeface="Anton"/>
                <a:sym typeface="Anton"/>
              </a:defRPr>
            </a:lvl2pPr>
            <a:lvl3pPr lvl="2" algn="ctr">
              <a:spcBef>
                <a:spcPts val="0"/>
              </a:spcBef>
              <a:spcAft>
                <a:spcPts val="0"/>
              </a:spcAft>
              <a:buClr>
                <a:schemeClr val="dk1"/>
              </a:buClr>
              <a:buSzPts val="3200"/>
              <a:buFont typeface="Anton"/>
              <a:buNone/>
              <a:defRPr sz="3200">
                <a:solidFill>
                  <a:schemeClr val="dk1"/>
                </a:solidFill>
                <a:latin typeface="Anton"/>
                <a:ea typeface="Anton"/>
                <a:cs typeface="Anton"/>
                <a:sym typeface="Anton"/>
              </a:defRPr>
            </a:lvl3pPr>
            <a:lvl4pPr lvl="3" algn="ctr">
              <a:spcBef>
                <a:spcPts val="0"/>
              </a:spcBef>
              <a:spcAft>
                <a:spcPts val="0"/>
              </a:spcAft>
              <a:buClr>
                <a:schemeClr val="dk1"/>
              </a:buClr>
              <a:buSzPts val="3200"/>
              <a:buFont typeface="Anton"/>
              <a:buNone/>
              <a:defRPr sz="3200">
                <a:solidFill>
                  <a:schemeClr val="dk1"/>
                </a:solidFill>
                <a:latin typeface="Anton"/>
                <a:ea typeface="Anton"/>
                <a:cs typeface="Anton"/>
                <a:sym typeface="Anton"/>
              </a:defRPr>
            </a:lvl4pPr>
            <a:lvl5pPr lvl="4" algn="ctr">
              <a:spcBef>
                <a:spcPts val="0"/>
              </a:spcBef>
              <a:spcAft>
                <a:spcPts val="0"/>
              </a:spcAft>
              <a:buClr>
                <a:schemeClr val="dk1"/>
              </a:buClr>
              <a:buSzPts val="3200"/>
              <a:buFont typeface="Anton"/>
              <a:buNone/>
              <a:defRPr sz="3200">
                <a:solidFill>
                  <a:schemeClr val="dk1"/>
                </a:solidFill>
                <a:latin typeface="Anton"/>
                <a:ea typeface="Anton"/>
                <a:cs typeface="Anton"/>
                <a:sym typeface="Anton"/>
              </a:defRPr>
            </a:lvl5pPr>
            <a:lvl6pPr lvl="5" algn="ctr">
              <a:spcBef>
                <a:spcPts val="0"/>
              </a:spcBef>
              <a:spcAft>
                <a:spcPts val="0"/>
              </a:spcAft>
              <a:buClr>
                <a:schemeClr val="dk1"/>
              </a:buClr>
              <a:buSzPts val="3200"/>
              <a:buFont typeface="Anton"/>
              <a:buNone/>
              <a:defRPr sz="3200">
                <a:solidFill>
                  <a:schemeClr val="dk1"/>
                </a:solidFill>
                <a:latin typeface="Anton"/>
                <a:ea typeface="Anton"/>
                <a:cs typeface="Anton"/>
                <a:sym typeface="Anton"/>
              </a:defRPr>
            </a:lvl6pPr>
            <a:lvl7pPr lvl="6" algn="ctr">
              <a:spcBef>
                <a:spcPts val="0"/>
              </a:spcBef>
              <a:spcAft>
                <a:spcPts val="0"/>
              </a:spcAft>
              <a:buClr>
                <a:schemeClr val="dk1"/>
              </a:buClr>
              <a:buSzPts val="3200"/>
              <a:buFont typeface="Anton"/>
              <a:buNone/>
              <a:defRPr sz="3200">
                <a:solidFill>
                  <a:schemeClr val="dk1"/>
                </a:solidFill>
                <a:latin typeface="Anton"/>
                <a:ea typeface="Anton"/>
                <a:cs typeface="Anton"/>
                <a:sym typeface="Anton"/>
              </a:defRPr>
            </a:lvl7pPr>
            <a:lvl8pPr lvl="7" algn="ctr">
              <a:spcBef>
                <a:spcPts val="0"/>
              </a:spcBef>
              <a:spcAft>
                <a:spcPts val="0"/>
              </a:spcAft>
              <a:buClr>
                <a:schemeClr val="dk1"/>
              </a:buClr>
              <a:buSzPts val="3200"/>
              <a:buFont typeface="Anton"/>
              <a:buNone/>
              <a:defRPr sz="3200">
                <a:solidFill>
                  <a:schemeClr val="dk1"/>
                </a:solidFill>
                <a:latin typeface="Anton"/>
                <a:ea typeface="Anton"/>
                <a:cs typeface="Anton"/>
                <a:sym typeface="Anton"/>
              </a:defRPr>
            </a:lvl8pPr>
            <a:lvl9pPr lvl="8" algn="ctr">
              <a:spcBef>
                <a:spcPts val="0"/>
              </a:spcBef>
              <a:spcAft>
                <a:spcPts val="0"/>
              </a:spcAft>
              <a:buClr>
                <a:schemeClr val="dk1"/>
              </a:buClr>
              <a:buSzPts val="3200"/>
              <a:buFont typeface="Anton"/>
              <a:buNone/>
              <a:defRPr sz="3200">
                <a:solidFill>
                  <a:schemeClr val="dk1"/>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714175" y="1152475"/>
            <a:ext cx="7715700" cy="3455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1pPr>
            <a:lvl2pPr marL="914400" lvl="1"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2pPr>
            <a:lvl3pPr marL="1371600" lvl="2"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3pPr>
            <a:lvl4pPr marL="1828800" lvl="3"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4pPr>
            <a:lvl5pPr marL="2286000" lvl="4"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5pPr>
            <a:lvl6pPr marL="2743200" lvl="5"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6pPr>
            <a:lvl7pPr marL="3200400" lvl="6"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7pPr>
            <a:lvl8pPr marL="3657600" lvl="7"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8pPr>
            <a:lvl9pPr marL="4114800" lvl="8"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65" r:id="rId5"/>
    <p:sldLayoutId id="2147483670" r:id="rId6"/>
    <p:sldLayoutId id="2147483672" r:id="rId7"/>
    <p:sldLayoutId id="2147483673" r:id="rId8"/>
    <p:sldLayoutId id="2147483677" r:id="rId9"/>
    <p:sldLayoutId id="214748367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1"/>
        <p:cNvGrpSpPr/>
        <p:nvPr/>
      </p:nvGrpSpPr>
      <p:grpSpPr>
        <a:xfrm>
          <a:off x="0" y="0"/>
          <a:ext cx="0" cy="0"/>
          <a:chOff x="0" y="0"/>
          <a:chExt cx="0" cy="0"/>
        </a:xfrm>
      </p:grpSpPr>
      <p:sp>
        <p:nvSpPr>
          <p:cNvPr id="232" name="Google Shape;232;p31"/>
          <p:cNvSpPr txBox="1">
            <a:spLocks noGrp="1"/>
          </p:cNvSpPr>
          <p:nvPr>
            <p:ph type="ctrTitle"/>
          </p:nvPr>
        </p:nvSpPr>
        <p:spPr>
          <a:xfrm>
            <a:off x="1807875" y="938604"/>
            <a:ext cx="5528100" cy="316140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ar-SA" sz="4800" dirty="0">
                <a:latin typeface="+mn-lt"/>
              </a:rPr>
              <a:t>استكشاف </a:t>
            </a:r>
            <a:r>
              <a:rPr lang="ar-YE" sz="4800" dirty="0">
                <a:latin typeface="+mn-lt"/>
              </a:rPr>
              <a:t>أصول شركة آبل والتحديات الأمنية</a:t>
            </a:r>
            <a:r>
              <a:rPr lang="ar-SA" sz="4800" dirty="0">
                <a:latin typeface="+mn-lt"/>
              </a:rPr>
              <a:t>.</a:t>
            </a:r>
            <a:br>
              <a:rPr lang="en" dirty="0"/>
            </a:br>
            <a:r>
              <a:rPr lang="en-US" sz="3600" dirty="0">
                <a:solidFill>
                  <a:schemeClr val="dk2"/>
                </a:solidFill>
              </a:rPr>
              <a:t>Security Risk Assessment</a:t>
            </a:r>
            <a:r>
              <a:rPr lang="ar-SA" sz="3600" dirty="0">
                <a:solidFill>
                  <a:schemeClr val="dk2"/>
                </a:solidFill>
              </a:rPr>
              <a:t> </a:t>
            </a:r>
            <a:endParaRPr sz="3600" dirty="0">
              <a:solidFill>
                <a:schemeClr val="dk2"/>
              </a:solidFill>
            </a:endParaRPr>
          </a:p>
        </p:txBody>
      </p:sp>
      <p:sp>
        <p:nvSpPr>
          <p:cNvPr id="233" name="Google Shape;233;p31"/>
          <p:cNvSpPr txBox="1">
            <a:spLocks noGrp="1"/>
          </p:cNvSpPr>
          <p:nvPr>
            <p:ph type="subTitle" idx="1"/>
          </p:nvPr>
        </p:nvSpPr>
        <p:spPr>
          <a:xfrm>
            <a:off x="1782828" y="4422565"/>
            <a:ext cx="5528100" cy="50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dirty="0">
                <a:cs typeface="+mj-cs"/>
              </a:rPr>
              <a:t>أعداد الطالبة / هنوف بركات</a:t>
            </a:r>
            <a:endParaRPr dirty="0">
              <a:cs typeface="+mj-cs"/>
            </a:endParaRPr>
          </a:p>
        </p:txBody>
      </p:sp>
      <p:grpSp>
        <p:nvGrpSpPr>
          <p:cNvPr id="234" name="Google Shape;234;p31"/>
          <p:cNvGrpSpPr/>
          <p:nvPr/>
        </p:nvGrpSpPr>
        <p:grpSpPr>
          <a:xfrm>
            <a:off x="589700" y="738375"/>
            <a:ext cx="2082925" cy="625775"/>
            <a:chOff x="589700" y="738375"/>
            <a:chExt cx="2082925" cy="625775"/>
          </a:xfrm>
        </p:grpSpPr>
        <p:sp>
          <p:nvSpPr>
            <p:cNvPr id="235" name="Google Shape;235;p31"/>
            <p:cNvSpPr/>
            <p:nvPr/>
          </p:nvSpPr>
          <p:spPr>
            <a:xfrm>
              <a:off x="589700" y="1242392"/>
              <a:ext cx="819431" cy="121758"/>
            </a:xfrm>
            <a:custGeom>
              <a:avLst/>
              <a:gdLst/>
              <a:ahLst/>
              <a:cxnLst/>
              <a:rect l="l" t="t" r="r" b="b"/>
              <a:pathLst>
                <a:path w="12289" h="1826" extrusionOk="0">
                  <a:moveTo>
                    <a:pt x="4662" y="0"/>
                  </a:moveTo>
                  <a:cubicBezTo>
                    <a:pt x="4447" y="0"/>
                    <a:pt x="4236" y="9"/>
                    <a:pt x="4040" y="22"/>
                  </a:cubicBezTo>
                  <a:cubicBezTo>
                    <a:pt x="3871" y="64"/>
                    <a:pt x="3300" y="106"/>
                    <a:pt x="3194" y="254"/>
                  </a:cubicBezTo>
                  <a:cubicBezTo>
                    <a:pt x="3025" y="487"/>
                    <a:pt x="3363" y="741"/>
                    <a:pt x="3469" y="910"/>
                  </a:cubicBezTo>
                  <a:cubicBezTo>
                    <a:pt x="3247" y="1008"/>
                    <a:pt x="3011" y="1042"/>
                    <a:pt x="2767" y="1042"/>
                  </a:cubicBezTo>
                  <a:cubicBezTo>
                    <a:pt x="2226" y="1042"/>
                    <a:pt x="1644" y="875"/>
                    <a:pt x="1088" y="875"/>
                  </a:cubicBezTo>
                  <a:cubicBezTo>
                    <a:pt x="868" y="875"/>
                    <a:pt x="653" y="901"/>
                    <a:pt x="445" y="973"/>
                  </a:cubicBezTo>
                  <a:cubicBezTo>
                    <a:pt x="0" y="1143"/>
                    <a:pt x="381" y="1270"/>
                    <a:pt x="677" y="1375"/>
                  </a:cubicBezTo>
                  <a:cubicBezTo>
                    <a:pt x="994" y="1481"/>
                    <a:pt x="1312" y="1566"/>
                    <a:pt x="1650" y="1587"/>
                  </a:cubicBezTo>
                  <a:cubicBezTo>
                    <a:pt x="2370" y="1663"/>
                    <a:pt x="3080" y="1718"/>
                    <a:pt x="3794" y="1718"/>
                  </a:cubicBezTo>
                  <a:cubicBezTo>
                    <a:pt x="4065" y="1718"/>
                    <a:pt x="4337" y="1710"/>
                    <a:pt x="4611" y="1693"/>
                  </a:cubicBezTo>
                  <a:cubicBezTo>
                    <a:pt x="5330" y="1671"/>
                    <a:pt x="6054" y="1666"/>
                    <a:pt x="6779" y="1666"/>
                  </a:cubicBezTo>
                  <a:cubicBezTo>
                    <a:pt x="7503" y="1666"/>
                    <a:pt x="8228" y="1671"/>
                    <a:pt x="8947" y="1671"/>
                  </a:cubicBezTo>
                  <a:cubicBezTo>
                    <a:pt x="9291" y="1671"/>
                    <a:pt x="10661" y="1826"/>
                    <a:pt x="11408" y="1826"/>
                  </a:cubicBezTo>
                  <a:cubicBezTo>
                    <a:pt x="11578" y="1826"/>
                    <a:pt x="11716" y="1818"/>
                    <a:pt x="11802" y="1798"/>
                  </a:cubicBezTo>
                  <a:cubicBezTo>
                    <a:pt x="11992" y="1777"/>
                    <a:pt x="12288" y="1650"/>
                    <a:pt x="12098" y="1396"/>
                  </a:cubicBezTo>
                  <a:cubicBezTo>
                    <a:pt x="12022" y="1282"/>
                    <a:pt x="11816" y="1259"/>
                    <a:pt x="11627" y="1259"/>
                  </a:cubicBezTo>
                  <a:cubicBezTo>
                    <a:pt x="11501" y="1259"/>
                    <a:pt x="11383" y="1270"/>
                    <a:pt x="11315" y="1270"/>
                  </a:cubicBezTo>
                  <a:cubicBezTo>
                    <a:pt x="11224" y="1270"/>
                    <a:pt x="11116" y="1274"/>
                    <a:pt x="11004" y="1274"/>
                  </a:cubicBezTo>
                  <a:cubicBezTo>
                    <a:pt x="10780" y="1274"/>
                    <a:pt x="10540" y="1255"/>
                    <a:pt x="10385" y="1143"/>
                  </a:cubicBezTo>
                  <a:cubicBezTo>
                    <a:pt x="10046" y="889"/>
                    <a:pt x="10427" y="995"/>
                    <a:pt x="10321" y="741"/>
                  </a:cubicBezTo>
                  <a:cubicBezTo>
                    <a:pt x="10220" y="474"/>
                    <a:pt x="9646" y="421"/>
                    <a:pt x="9126" y="421"/>
                  </a:cubicBezTo>
                  <a:cubicBezTo>
                    <a:pt x="8779" y="421"/>
                    <a:pt x="8456" y="445"/>
                    <a:pt x="8312" y="445"/>
                  </a:cubicBezTo>
                  <a:cubicBezTo>
                    <a:pt x="8084" y="445"/>
                    <a:pt x="7857" y="450"/>
                    <a:pt x="7633" y="450"/>
                  </a:cubicBezTo>
                  <a:cubicBezTo>
                    <a:pt x="7108" y="450"/>
                    <a:pt x="6595" y="419"/>
                    <a:pt x="6091" y="212"/>
                  </a:cubicBezTo>
                  <a:cubicBezTo>
                    <a:pt x="5691" y="49"/>
                    <a:pt x="5166" y="0"/>
                    <a:pt x="46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1"/>
            <p:cNvSpPr/>
            <p:nvPr/>
          </p:nvSpPr>
          <p:spPr>
            <a:xfrm>
              <a:off x="2026896" y="738375"/>
              <a:ext cx="645729" cy="82283"/>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 name="Google Shape;237;p31"/>
          <p:cNvGrpSpPr/>
          <p:nvPr/>
        </p:nvGrpSpPr>
        <p:grpSpPr>
          <a:xfrm>
            <a:off x="4780225" y="562926"/>
            <a:ext cx="3499229" cy="801224"/>
            <a:chOff x="4780225" y="562926"/>
            <a:chExt cx="3499229" cy="801224"/>
          </a:xfrm>
        </p:grpSpPr>
        <p:sp>
          <p:nvSpPr>
            <p:cNvPr id="238" name="Google Shape;238;p31"/>
            <p:cNvSpPr/>
            <p:nvPr/>
          </p:nvSpPr>
          <p:spPr>
            <a:xfrm>
              <a:off x="8021800" y="110642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1"/>
            <p:cNvSpPr/>
            <p:nvPr/>
          </p:nvSpPr>
          <p:spPr>
            <a:xfrm>
              <a:off x="4780225" y="56292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1"/>
            <p:cNvSpPr/>
            <p:nvPr/>
          </p:nvSpPr>
          <p:spPr>
            <a:xfrm flipH="1">
              <a:off x="6268321" y="983300"/>
              <a:ext cx="645729" cy="82283"/>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31"/>
          <p:cNvGrpSpPr/>
          <p:nvPr/>
        </p:nvGrpSpPr>
        <p:grpSpPr>
          <a:xfrm>
            <a:off x="3176573" y="3958876"/>
            <a:ext cx="4092454" cy="524549"/>
            <a:chOff x="3176573" y="3958876"/>
            <a:chExt cx="4092454" cy="524549"/>
          </a:xfrm>
        </p:grpSpPr>
        <p:sp>
          <p:nvSpPr>
            <p:cNvPr id="242" name="Google Shape;242;p31"/>
            <p:cNvSpPr/>
            <p:nvPr/>
          </p:nvSpPr>
          <p:spPr>
            <a:xfrm>
              <a:off x="3176573" y="4225701"/>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1"/>
            <p:cNvSpPr/>
            <p:nvPr/>
          </p:nvSpPr>
          <p:spPr>
            <a:xfrm>
              <a:off x="7011373" y="395887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 name="Google Shape;244;p31"/>
          <p:cNvGrpSpPr/>
          <p:nvPr/>
        </p:nvGrpSpPr>
        <p:grpSpPr>
          <a:xfrm>
            <a:off x="3250826" y="422400"/>
            <a:ext cx="819435" cy="836140"/>
            <a:chOff x="3145851" y="528000"/>
            <a:chExt cx="819435" cy="836140"/>
          </a:xfrm>
        </p:grpSpPr>
        <p:sp>
          <p:nvSpPr>
            <p:cNvPr id="245" name="Google Shape;245;p31"/>
            <p:cNvSpPr/>
            <p:nvPr/>
          </p:nvSpPr>
          <p:spPr>
            <a:xfrm>
              <a:off x="3145851" y="528000"/>
              <a:ext cx="819435" cy="836140"/>
            </a:xfrm>
            <a:custGeom>
              <a:avLst/>
              <a:gdLst/>
              <a:ahLst/>
              <a:cxnLst/>
              <a:rect l="l" t="t" r="r" b="b"/>
              <a:pathLst>
                <a:path w="9307" h="9497" extrusionOk="0">
                  <a:moveTo>
                    <a:pt x="4653" y="0"/>
                  </a:moveTo>
                  <a:cubicBezTo>
                    <a:pt x="2073" y="0"/>
                    <a:pt x="0" y="1607"/>
                    <a:pt x="0" y="3574"/>
                  </a:cubicBezTo>
                  <a:cubicBezTo>
                    <a:pt x="0" y="5562"/>
                    <a:pt x="2073" y="7149"/>
                    <a:pt x="4653" y="7149"/>
                  </a:cubicBezTo>
                  <a:cubicBezTo>
                    <a:pt x="5118" y="7149"/>
                    <a:pt x="5605" y="7085"/>
                    <a:pt x="6049" y="6979"/>
                  </a:cubicBezTo>
                  <a:lnTo>
                    <a:pt x="7995" y="9496"/>
                  </a:lnTo>
                  <a:lnTo>
                    <a:pt x="7107" y="6620"/>
                  </a:lnTo>
                  <a:cubicBezTo>
                    <a:pt x="8397" y="5985"/>
                    <a:pt x="9306" y="4864"/>
                    <a:pt x="9306" y="3574"/>
                  </a:cubicBezTo>
                  <a:cubicBezTo>
                    <a:pt x="9306" y="1586"/>
                    <a:pt x="7212" y="0"/>
                    <a:pt x="46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1"/>
            <p:cNvSpPr/>
            <p:nvPr/>
          </p:nvSpPr>
          <p:spPr>
            <a:xfrm>
              <a:off x="3425126" y="885111"/>
              <a:ext cx="258940" cy="159093"/>
            </a:xfrm>
            <a:custGeom>
              <a:avLst/>
              <a:gdLst/>
              <a:ahLst/>
              <a:cxnLst/>
              <a:rect l="l" t="t" r="r" b="b"/>
              <a:pathLst>
                <a:path w="2941" h="1807" extrusionOk="0">
                  <a:moveTo>
                    <a:pt x="414" y="1"/>
                  </a:moveTo>
                  <a:cubicBezTo>
                    <a:pt x="329" y="1"/>
                    <a:pt x="243" y="55"/>
                    <a:pt x="212" y="132"/>
                  </a:cubicBezTo>
                  <a:cubicBezTo>
                    <a:pt x="191" y="195"/>
                    <a:pt x="191" y="301"/>
                    <a:pt x="255" y="364"/>
                  </a:cubicBezTo>
                  <a:cubicBezTo>
                    <a:pt x="191" y="364"/>
                    <a:pt x="106" y="407"/>
                    <a:pt x="43" y="491"/>
                  </a:cubicBezTo>
                  <a:cubicBezTo>
                    <a:pt x="1" y="597"/>
                    <a:pt x="43" y="724"/>
                    <a:pt x="149" y="787"/>
                  </a:cubicBezTo>
                  <a:cubicBezTo>
                    <a:pt x="176" y="798"/>
                    <a:pt x="206" y="803"/>
                    <a:pt x="237" y="803"/>
                  </a:cubicBezTo>
                  <a:cubicBezTo>
                    <a:pt x="324" y="803"/>
                    <a:pt x="414" y="760"/>
                    <a:pt x="445" y="682"/>
                  </a:cubicBezTo>
                  <a:cubicBezTo>
                    <a:pt x="445" y="660"/>
                    <a:pt x="445" y="660"/>
                    <a:pt x="466" y="618"/>
                  </a:cubicBezTo>
                  <a:lnTo>
                    <a:pt x="2348" y="1443"/>
                  </a:lnTo>
                  <a:cubicBezTo>
                    <a:pt x="2348" y="1464"/>
                    <a:pt x="2327" y="1464"/>
                    <a:pt x="2327" y="1506"/>
                  </a:cubicBezTo>
                  <a:cubicBezTo>
                    <a:pt x="2264" y="1612"/>
                    <a:pt x="2327" y="1739"/>
                    <a:pt x="2433" y="1781"/>
                  </a:cubicBezTo>
                  <a:cubicBezTo>
                    <a:pt x="2462" y="1799"/>
                    <a:pt x="2493" y="1807"/>
                    <a:pt x="2523" y="1807"/>
                  </a:cubicBezTo>
                  <a:cubicBezTo>
                    <a:pt x="2604" y="1807"/>
                    <a:pt x="2683" y="1752"/>
                    <a:pt x="2729" y="1676"/>
                  </a:cubicBezTo>
                  <a:cubicBezTo>
                    <a:pt x="2750" y="1612"/>
                    <a:pt x="2750" y="1506"/>
                    <a:pt x="2666" y="1443"/>
                  </a:cubicBezTo>
                  <a:cubicBezTo>
                    <a:pt x="2750" y="1443"/>
                    <a:pt x="2835" y="1401"/>
                    <a:pt x="2877" y="1316"/>
                  </a:cubicBezTo>
                  <a:cubicBezTo>
                    <a:pt x="2941" y="1210"/>
                    <a:pt x="2877" y="1083"/>
                    <a:pt x="2771" y="1020"/>
                  </a:cubicBezTo>
                  <a:cubicBezTo>
                    <a:pt x="2744" y="1009"/>
                    <a:pt x="2715" y="1004"/>
                    <a:pt x="2687" y="1004"/>
                  </a:cubicBezTo>
                  <a:cubicBezTo>
                    <a:pt x="2604" y="1004"/>
                    <a:pt x="2522" y="1047"/>
                    <a:pt x="2475" y="1126"/>
                  </a:cubicBezTo>
                  <a:cubicBezTo>
                    <a:pt x="2475" y="1147"/>
                    <a:pt x="2475" y="1147"/>
                    <a:pt x="2454" y="1189"/>
                  </a:cubicBezTo>
                  <a:lnTo>
                    <a:pt x="572" y="364"/>
                  </a:lnTo>
                  <a:cubicBezTo>
                    <a:pt x="572" y="343"/>
                    <a:pt x="614" y="343"/>
                    <a:pt x="614" y="301"/>
                  </a:cubicBezTo>
                  <a:cubicBezTo>
                    <a:pt x="656" y="195"/>
                    <a:pt x="614" y="68"/>
                    <a:pt x="508" y="26"/>
                  </a:cubicBezTo>
                  <a:cubicBezTo>
                    <a:pt x="479" y="8"/>
                    <a:pt x="447" y="1"/>
                    <a:pt x="4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1"/>
            <p:cNvSpPr/>
            <p:nvPr/>
          </p:nvSpPr>
          <p:spPr>
            <a:xfrm>
              <a:off x="3423277" y="885111"/>
              <a:ext cx="257091" cy="159093"/>
            </a:xfrm>
            <a:custGeom>
              <a:avLst/>
              <a:gdLst/>
              <a:ahLst/>
              <a:cxnLst/>
              <a:rect l="l" t="t" r="r" b="b"/>
              <a:pathLst>
                <a:path w="2920" h="1807" extrusionOk="0">
                  <a:moveTo>
                    <a:pt x="2523" y="1"/>
                  </a:moveTo>
                  <a:cubicBezTo>
                    <a:pt x="2493" y="1"/>
                    <a:pt x="2462" y="8"/>
                    <a:pt x="2433" y="26"/>
                  </a:cubicBezTo>
                  <a:cubicBezTo>
                    <a:pt x="2327" y="68"/>
                    <a:pt x="2264" y="195"/>
                    <a:pt x="2327" y="301"/>
                  </a:cubicBezTo>
                  <a:cubicBezTo>
                    <a:pt x="2327" y="343"/>
                    <a:pt x="2348" y="343"/>
                    <a:pt x="2348" y="364"/>
                  </a:cubicBezTo>
                  <a:lnTo>
                    <a:pt x="466" y="1189"/>
                  </a:lnTo>
                  <a:cubicBezTo>
                    <a:pt x="445" y="1147"/>
                    <a:pt x="445" y="1147"/>
                    <a:pt x="445" y="1126"/>
                  </a:cubicBezTo>
                  <a:cubicBezTo>
                    <a:pt x="398" y="1047"/>
                    <a:pt x="316" y="1004"/>
                    <a:pt x="233" y="1004"/>
                  </a:cubicBezTo>
                  <a:cubicBezTo>
                    <a:pt x="205" y="1004"/>
                    <a:pt x="176" y="1009"/>
                    <a:pt x="149" y="1020"/>
                  </a:cubicBezTo>
                  <a:cubicBezTo>
                    <a:pt x="43" y="1083"/>
                    <a:pt x="1" y="1210"/>
                    <a:pt x="43" y="1316"/>
                  </a:cubicBezTo>
                  <a:cubicBezTo>
                    <a:pt x="106" y="1401"/>
                    <a:pt x="170" y="1443"/>
                    <a:pt x="254" y="1443"/>
                  </a:cubicBezTo>
                  <a:cubicBezTo>
                    <a:pt x="212" y="1506"/>
                    <a:pt x="212" y="1612"/>
                    <a:pt x="212" y="1676"/>
                  </a:cubicBezTo>
                  <a:cubicBezTo>
                    <a:pt x="243" y="1752"/>
                    <a:pt x="318" y="1807"/>
                    <a:pt x="397" y="1807"/>
                  </a:cubicBezTo>
                  <a:cubicBezTo>
                    <a:pt x="427" y="1807"/>
                    <a:pt x="458" y="1799"/>
                    <a:pt x="487" y="1781"/>
                  </a:cubicBezTo>
                  <a:cubicBezTo>
                    <a:pt x="593" y="1739"/>
                    <a:pt x="656" y="1612"/>
                    <a:pt x="593" y="1506"/>
                  </a:cubicBezTo>
                  <a:cubicBezTo>
                    <a:pt x="593" y="1464"/>
                    <a:pt x="572" y="1464"/>
                    <a:pt x="572" y="1443"/>
                  </a:cubicBezTo>
                  <a:lnTo>
                    <a:pt x="2454" y="618"/>
                  </a:lnTo>
                  <a:cubicBezTo>
                    <a:pt x="2475" y="660"/>
                    <a:pt x="2475" y="660"/>
                    <a:pt x="2475" y="682"/>
                  </a:cubicBezTo>
                  <a:cubicBezTo>
                    <a:pt x="2522" y="760"/>
                    <a:pt x="2604" y="803"/>
                    <a:pt x="2686" y="803"/>
                  </a:cubicBezTo>
                  <a:cubicBezTo>
                    <a:pt x="2715" y="803"/>
                    <a:pt x="2744" y="798"/>
                    <a:pt x="2771" y="787"/>
                  </a:cubicBezTo>
                  <a:cubicBezTo>
                    <a:pt x="2877" y="724"/>
                    <a:pt x="2919" y="597"/>
                    <a:pt x="2877" y="491"/>
                  </a:cubicBezTo>
                  <a:cubicBezTo>
                    <a:pt x="2813" y="407"/>
                    <a:pt x="2750" y="364"/>
                    <a:pt x="2665" y="364"/>
                  </a:cubicBezTo>
                  <a:cubicBezTo>
                    <a:pt x="2750" y="301"/>
                    <a:pt x="2750" y="195"/>
                    <a:pt x="2708" y="132"/>
                  </a:cubicBezTo>
                  <a:cubicBezTo>
                    <a:pt x="2677" y="55"/>
                    <a:pt x="2602" y="1"/>
                    <a:pt x="25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1"/>
            <p:cNvSpPr/>
            <p:nvPr/>
          </p:nvSpPr>
          <p:spPr>
            <a:xfrm>
              <a:off x="3415793" y="645276"/>
              <a:ext cx="279455" cy="245903"/>
            </a:xfrm>
            <a:custGeom>
              <a:avLst/>
              <a:gdLst/>
              <a:ahLst/>
              <a:cxnLst/>
              <a:rect l="l" t="t" r="r" b="b"/>
              <a:pathLst>
                <a:path w="3174" h="2793" extrusionOk="0">
                  <a:moveTo>
                    <a:pt x="995" y="1164"/>
                  </a:moveTo>
                  <a:cubicBezTo>
                    <a:pt x="1185" y="1164"/>
                    <a:pt x="1355" y="1291"/>
                    <a:pt x="1355" y="1418"/>
                  </a:cubicBezTo>
                  <a:cubicBezTo>
                    <a:pt x="1355" y="1544"/>
                    <a:pt x="1185" y="1692"/>
                    <a:pt x="995" y="1692"/>
                  </a:cubicBezTo>
                  <a:cubicBezTo>
                    <a:pt x="826" y="1692"/>
                    <a:pt x="657" y="1587"/>
                    <a:pt x="657" y="1418"/>
                  </a:cubicBezTo>
                  <a:cubicBezTo>
                    <a:pt x="657" y="1269"/>
                    <a:pt x="826" y="1164"/>
                    <a:pt x="995" y="1164"/>
                  </a:cubicBezTo>
                  <a:close/>
                  <a:moveTo>
                    <a:pt x="2137" y="1185"/>
                  </a:moveTo>
                  <a:cubicBezTo>
                    <a:pt x="2327" y="1185"/>
                    <a:pt x="2475" y="1312"/>
                    <a:pt x="2475" y="1439"/>
                  </a:cubicBezTo>
                  <a:cubicBezTo>
                    <a:pt x="2475" y="1587"/>
                    <a:pt x="2327" y="1714"/>
                    <a:pt x="2137" y="1714"/>
                  </a:cubicBezTo>
                  <a:cubicBezTo>
                    <a:pt x="1947" y="1714"/>
                    <a:pt x="1799" y="1587"/>
                    <a:pt x="1799" y="1439"/>
                  </a:cubicBezTo>
                  <a:cubicBezTo>
                    <a:pt x="1799" y="1312"/>
                    <a:pt x="1947" y="1185"/>
                    <a:pt x="2137" y="1185"/>
                  </a:cubicBezTo>
                  <a:close/>
                  <a:moveTo>
                    <a:pt x="1566" y="1714"/>
                  </a:moveTo>
                  <a:cubicBezTo>
                    <a:pt x="1566" y="1714"/>
                    <a:pt x="1926" y="1946"/>
                    <a:pt x="1735" y="2115"/>
                  </a:cubicBezTo>
                  <a:cubicBezTo>
                    <a:pt x="1712" y="2138"/>
                    <a:pt x="1691" y="2147"/>
                    <a:pt x="1672" y="2147"/>
                  </a:cubicBezTo>
                  <a:cubicBezTo>
                    <a:pt x="1605" y="2147"/>
                    <a:pt x="1566" y="2031"/>
                    <a:pt x="1566" y="2031"/>
                  </a:cubicBezTo>
                  <a:cubicBezTo>
                    <a:pt x="1566" y="2031"/>
                    <a:pt x="1509" y="2131"/>
                    <a:pt x="1429" y="2131"/>
                  </a:cubicBezTo>
                  <a:cubicBezTo>
                    <a:pt x="1412" y="2131"/>
                    <a:pt x="1394" y="2127"/>
                    <a:pt x="1376" y="2115"/>
                  </a:cubicBezTo>
                  <a:cubicBezTo>
                    <a:pt x="1207" y="1946"/>
                    <a:pt x="1566" y="1714"/>
                    <a:pt x="1566" y="1714"/>
                  </a:cubicBezTo>
                  <a:close/>
                  <a:moveTo>
                    <a:pt x="1587" y="1"/>
                  </a:moveTo>
                  <a:cubicBezTo>
                    <a:pt x="932" y="1"/>
                    <a:pt x="318" y="318"/>
                    <a:pt x="212" y="572"/>
                  </a:cubicBezTo>
                  <a:cubicBezTo>
                    <a:pt x="1" y="1079"/>
                    <a:pt x="530" y="1756"/>
                    <a:pt x="466" y="1967"/>
                  </a:cubicBezTo>
                  <a:cubicBezTo>
                    <a:pt x="424" y="2179"/>
                    <a:pt x="551" y="2390"/>
                    <a:pt x="762" y="2433"/>
                  </a:cubicBezTo>
                  <a:cubicBezTo>
                    <a:pt x="762" y="2560"/>
                    <a:pt x="847" y="2644"/>
                    <a:pt x="932" y="2644"/>
                  </a:cubicBezTo>
                  <a:cubicBezTo>
                    <a:pt x="974" y="2644"/>
                    <a:pt x="1016" y="2602"/>
                    <a:pt x="1058" y="2517"/>
                  </a:cubicBezTo>
                  <a:cubicBezTo>
                    <a:pt x="1080" y="2644"/>
                    <a:pt x="1122" y="2708"/>
                    <a:pt x="1207" y="2708"/>
                  </a:cubicBezTo>
                  <a:cubicBezTo>
                    <a:pt x="1270" y="2708"/>
                    <a:pt x="1312" y="2686"/>
                    <a:pt x="1355" y="2602"/>
                  </a:cubicBezTo>
                  <a:cubicBezTo>
                    <a:pt x="1376" y="2708"/>
                    <a:pt x="1418" y="2792"/>
                    <a:pt x="1503" y="2792"/>
                  </a:cubicBezTo>
                  <a:cubicBezTo>
                    <a:pt x="1566" y="2792"/>
                    <a:pt x="1608" y="2771"/>
                    <a:pt x="1629" y="2686"/>
                  </a:cubicBezTo>
                  <a:cubicBezTo>
                    <a:pt x="1672" y="2729"/>
                    <a:pt x="1714" y="2792"/>
                    <a:pt x="1778" y="2792"/>
                  </a:cubicBezTo>
                  <a:cubicBezTo>
                    <a:pt x="1841" y="2792"/>
                    <a:pt x="1904" y="2708"/>
                    <a:pt x="1926" y="2602"/>
                  </a:cubicBezTo>
                  <a:cubicBezTo>
                    <a:pt x="1947" y="2665"/>
                    <a:pt x="2010" y="2708"/>
                    <a:pt x="2052" y="2708"/>
                  </a:cubicBezTo>
                  <a:cubicBezTo>
                    <a:pt x="2137" y="2708"/>
                    <a:pt x="2201" y="2644"/>
                    <a:pt x="2222" y="2517"/>
                  </a:cubicBezTo>
                  <a:cubicBezTo>
                    <a:pt x="2243" y="2581"/>
                    <a:pt x="2306" y="2644"/>
                    <a:pt x="2349" y="2644"/>
                  </a:cubicBezTo>
                  <a:cubicBezTo>
                    <a:pt x="2433" y="2644"/>
                    <a:pt x="2518" y="2517"/>
                    <a:pt x="2518" y="2433"/>
                  </a:cubicBezTo>
                  <a:cubicBezTo>
                    <a:pt x="2624" y="2390"/>
                    <a:pt x="2772" y="2179"/>
                    <a:pt x="2687" y="1967"/>
                  </a:cubicBezTo>
                  <a:cubicBezTo>
                    <a:pt x="2645" y="1798"/>
                    <a:pt x="3173" y="1079"/>
                    <a:pt x="2962" y="572"/>
                  </a:cubicBezTo>
                  <a:cubicBezTo>
                    <a:pt x="2835" y="318"/>
                    <a:pt x="2222" y="1"/>
                    <a:pt x="15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31"/>
          <p:cNvGrpSpPr/>
          <p:nvPr/>
        </p:nvGrpSpPr>
        <p:grpSpPr>
          <a:xfrm>
            <a:off x="648948" y="2904699"/>
            <a:ext cx="1460805" cy="1699745"/>
            <a:chOff x="2725350" y="1701225"/>
            <a:chExt cx="916900" cy="1066875"/>
          </a:xfrm>
        </p:grpSpPr>
        <p:sp>
          <p:nvSpPr>
            <p:cNvPr id="250" name="Google Shape;250;p31"/>
            <p:cNvSpPr/>
            <p:nvPr/>
          </p:nvSpPr>
          <p:spPr>
            <a:xfrm>
              <a:off x="2725350" y="1784500"/>
              <a:ext cx="597100" cy="464425"/>
            </a:xfrm>
            <a:custGeom>
              <a:avLst/>
              <a:gdLst/>
              <a:ahLst/>
              <a:cxnLst/>
              <a:rect l="l" t="t" r="r" b="b"/>
              <a:pathLst>
                <a:path w="23884" h="18577" extrusionOk="0">
                  <a:moveTo>
                    <a:pt x="13836" y="1"/>
                  </a:moveTo>
                  <a:cubicBezTo>
                    <a:pt x="13263" y="1"/>
                    <a:pt x="12657" y="23"/>
                    <a:pt x="12016" y="71"/>
                  </a:cubicBezTo>
                  <a:cubicBezTo>
                    <a:pt x="1036" y="921"/>
                    <a:pt x="1" y="11236"/>
                    <a:pt x="4474" y="16153"/>
                  </a:cubicBezTo>
                  <a:cubicBezTo>
                    <a:pt x="6028" y="17835"/>
                    <a:pt x="8415" y="18576"/>
                    <a:pt x="10935" y="18576"/>
                  </a:cubicBezTo>
                  <a:cubicBezTo>
                    <a:pt x="15671" y="18576"/>
                    <a:pt x="20874" y="15959"/>
                    <a:pt x="21888" y="12049"/>
                  </a:cubicBezTo>
                  <a:cubicBezTo>
                    <a:pt x="22775" y="8759"/>
                    <a:pt x="23884" y="5801"/>
                    <a:pt x="23884" y="5801"/>
                  </a:cubicBezTo>
                  <a:cubicBezTo>
                    <a:pt x="23884" y="5801"/>
                    <a:pt x="23065" y="1"/>
                    <a:pt x="138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1"/>
            <p:cNvSpPr/>
            <p:nvPr/>
          </p:nvSpPr>
          <p:spPr>
            <a:xfrm>
              <a:off x="2757700" y="1926750"/>
              <a:ext cx="560150" cy="321200"/>
            </a:xfrm>
            <a:custGeom>
              <a:avLst/>
              <a:gdLst/>
              <a:ahLst/>
              <a:cxnLst/>
              <a:rect l="l" t="t" r="r" b="b"/>
              <a:pathLst>
                <a:path w="22406" h="12848" extrusionOk="0">
                  <a:moveTo>
                    <a:pt x="18523" y="0"/>
                  </a:moveTo>
                  <a:cubicBezTo>
                    <a:pt x="17192" y="0"/>
                    <a:pt x="16083" y="1701"/>
                    <a:pt x="15381" y="2256"/>
                  </a:cubicBezTo>
                  <a:cubicBezTo>
                    <a:pt x="13431" y="3790"/>
                    <a:pt x="11425" y="5131"/>
                    <a:pt x="8934" y="5131"/>
                  </a:cubicBezTo>
                  <a:cubicBezTo>
                    <a:pt x="8544" y="5131"/>
                    <a:pt x="8143" y="5099"/>
                    <a:pt x="7728" y="5029"/>
                  </a:cubicBezTo>
                  <a:cubicBezTo>
                    <a:pt x="4918" y="4511"/>
                    <a:pt x="2700" y="2662"/>
                    <a:pt x="1480" y="148"/>
                  </a:cubicBezTo>
                  <a:lnTo>
                    <a:pt x="1480" y="148"/>
                  </a:lnTo>
                  <a:cubicBezTo>
                    <a:pt x="1" y="3624"/>
                    <a:pt x="777" y="7838"/>
                    <a:pt x="3217" y="10426"/>
                  </a:cubicBezTo>
                  <a:cubicBezTo>
                    <a:pt x="4769" y="12107"/>
                    <a:pt x="7153" y="12848"/>
                    <a:pt x="9670" y="12848"/>
                  </a:cubicBezTo>
                  <a:cubicBezTo>
                    <a:pt x="14408" y="12848"/>
                    <a:pt x="19616" y="10221"/>
                    <a:pt x="20631" y="6286"/>
                  </a:cubicBezTo>
                  <a:cubicBezTo>
                    <a:pt x="21296" y="3845"/>
                    <a:pt x="22072" y="1627"/>
                    <a:pt x="22405" y="629"/>
                  </a:cubicBezTo>
                  <a:cubicBezTo>
                    <a:pt x="21444" y="518"/>
                    <a:pt x="20261" y="0"/>
                    <a:pt x="185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1"/>
            <p:cNvSpPr/>
            <p:nvPr/>
          </p:nvSpPr>
          <p:spPr>
            <a:xfrm>
              <a:off x="3269975" y="1712100"/>
              <a:ext cx="168025" cy="219875"/>
            </a:xfrm>
            <a:custGeom>
              <a:avLst/>
              <a:gdLst/>
              <a:ahLst/>
              <a:cxnLst/>
              <a:rect l="l" t="t" r="r" b="b"/>
              <a:pathLst>
                <a:path w="6721" h="8795" extrusionOk="0">
                  <a:moveTo>
                    <a:pt x="3675" y="1"/>
                  </a:moveTo>
                  <a:cubicBezTo>
                    <a:pt x="2476" y="1"/>
                    <a:pt x="1282" y="720"/>
                    <a:pt x="842" y="2634"/>
                  </a:cubicBezTo>
                  <a:cubicBezTo>
                    <a:pt x="0" y="6187"/>
                    <a:pt x="2575" y="8794"/>
                    <a:pt x="4334" y="8794"/>
                  </a:cubicBezTo>
                  <a:cubicBezTo>
                    <a:pt x="4661" y="8794"/>
                    <a:pt x="4961" y="8704"/>
                    <a:pt x="5205" y="8513"/>
                  </a:cubicBezTo>
                  <a:cubicBezTo>
                    <a:pt x="6720" y="7329"/>
                    <a:pt x="6720" y="2228"/>
                    <a:pt x="6720" y="2228"/>
                  </a:cubicBezTo>
                  <a:cubicBezTo>
                    <a:pt x="6520" y="1006"/>
                    <a:pt x="5094" y="1"/>
                    <a:pt x="3675" y="1"/>
                  </a:cubicBezTo>
                  <a:close/>
                </a:path>
              </a:pathLst>
            </a:custGeom>
            <a:solidFill>
              <a:srgbClr val="4A4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1"/>
            <p:cNvSpPr/>
            <p:nvPr/>
          </p:nvSpPr>
          <p:spPr>
            <a:xfrm>
              <a:off x="3386200" y="1941550"/>
              <a:ext cx="101700" cy="153625"/>
            </a:xfrm>
            <a:custGeom>
              <a:avLst/>
              <a:gdLst/>
              <a:ahLst/>
              <a:cxnLst/>
              <a:rect l="l" t="t" r="r" b="b"/>
              <a:pathLst>
                <a:path w="4068" h="6145" extrusionOk="0">
                  <a:moveTo>
                    <a:pt x="666" y="0"/>
                  </a:moveTo>
                  <a:lnTo>
                    <a:pt x="1" y="3253"/>
                  </a:lnTo>
                  <a:cubicBezTo>
                    <a:pt x="1" y="3253"/>
                    <a:pt x="1147" y="4843"/>
                    <a:pt x="2145" y="6137"/>
                  </a:cubicBezTo>
                  <a:cubicBezTo>
                    <a:pt x="2218" y="6142"/>
                    <a:pt x="2291" y="6145"/>
                    <a:pt x="2362" y="6145"/>
                  </a:cubicBezTo>
                  <a:cubicBezTo>
                    <a:pt x="2834" y="6145"/>
                    <a:pt x="3266" y="6017"/>
                    <a:pt x="3587" y="5472"/>
                  </a:cubicBezTo>
                  <a:cubicBezTo>
                    <a:pt x="4068" y="4806"/>
                    <a:pt x="3772" y="3993"/>
                    <a:pt x="3624" y="3216"/>
                  </a:cubicBezTo>
                  <a:cubicBezTo>
                    <a:pt x="3254" y="2477"/>
                    <a:pt x="2848" y="1738"/>
                    <a:pt x="1923" y="222"/>
                  </a:cubicBezTo>
                  <a:lnTo>
                    <a:pt x="66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1"/>
            <p:cNvSpPr/>
            <p:nvPr/>
          </p:nvSpPr>
          <p:spPr>
            <a:xfrm>
              <a:off x="3384375" y="1989600"/>
              <a:ext cx="87825" cy="139600"/>
            </a:xfrm>
            <a:custGeom>
              <a:avLst/>
              <a:gdLst/>
              <a:ahLst/>
              <a:cxnLst/>
              <a:rect l="l" t="t" r="r" b="b"/>
              <a:pathLst>
                <a:path w="3513" h="5584" extrusionOk="0">
                  <a:moveTo>
                    <a:pt x="850" y="1"/>
                  </a:moveTo>
                  <a:cubicBezTo>
                    <a:pt x="629" y="444"/>
                    <a:pt x="296" y="888"/>
                    <a:pt x="0" y="1294"/>
                  </a:cubicBezTo>
                  <a:cubicBezTo>
                    <a:pt x="0" y="1294"/>
                    <a:pt x="2588" y="4770"/>
                    <a:pt x="3401" y="5583"/>
                  </a:cubicBezTo>
                  <a:cubicBezTo>
                    <a:pt x="3438" y="5398"/>
                    <a:pt x="3475" y="5176"/>
                    <a:pt x="3512" y="4992"/>
                  </a:cubicBezTo>
                  <a:cubicBezTo>
                    <a:pt x="3401" y="4733"/>
                    <a:pt x="3216" y="4400"/>
                    <a:pt x="3069" y="4067"/>
                  </a:cubicBezTo>
                  <a:cubicBezTo>
                    <a:pt x="2884" y="3550"/>
                    <a:pt x="3032" y="3882"/>
                    <a:pt x="2736" y="3476"/>
                  </a:cubicBezTo>
                  <a:cubicBezTo>
                    <a:pt x="2551" y="3254"/>
                    <a:pt x="2403" y="2921"/>
                    <a:pt x="2292" y="2625"/>
                  </a:cubicBezTo>
                  <a:cubicBezTo>
                    <a:pt x="2181" y="2441"/>
                    <a:pt x="1479" y="1147"/>
                    <a:pt x="1368" y="814"/>
                  </a:cubicBezTo>
                  <a:cubicBezTo>
                    <a:pt x="1220" y="518"/>
                    <a:pt x="1072" y="259"/>
                    <a:pt x="8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1"/>
            <p:cNvSpPr/>
            <p:nvPr/>
          </p:nvSpPr>
          <p:spPr>
            <a:xfrm>
              <a:off x="3487875" y="2685575"/>
              <a:ext cx="154375" cy="82525"/>
            </a:xfrm>
            <a:custGeom>
              <a:avLst/>
              <a:gdLst/>
              <a:ahLst/>
              <a:cxnLst/>
              <a:rect l="l" t="t" r="r" b="b"/>
              <a:pathLst>
                <a:path w="6175" h="3301" extrusionOk="0">
                  <a:moveTo>
                    <a:pt x="2145" y="0"/>
                  </a:moveTo>
                  <a:lnTo>
                    <a:pt x="75" y="481"/>
                  </a:lnTo>
                  <a:cubicBezTo>
                    <a:pt x="75" y="481"/>
                    <a:pt x="1" y="1331"/>
                    <a:pt x="75" y="1923"/>
                  </a:cubicBezTo>
                  <a:cubicBezTo>
                    <a:pt x="223" y="2514"/>
                    <a:pt x="370" y="3143"/>
                    <a:pt x="592" y="3254"/>
                  </a:cubicBezTo>
                  <a:cubicBezTo>
                    <a:pt x="642" y="3286"/>
                    <a:pt x="756" y="3300"/>
                    <a:pt x="917" y="3300"/>
                  </a:cubicBezTo>
                  <a:cubicBezTo>
                    <a:pt x="2069" y="3300"/>
                    <a:pt x="5657" y="2562"/>
                    <a:pt x="5916" y="2108"/>
                  </a:cubicBezTo>
                  <a:cubicBezTo>
                    <a:pt x="6175" y="1590"/>
                    <a:pt x="5805" y="962"/>
                    <a:pt x="4807" y="925"/>
                  </a:cubicBezTo>
                  <a:cubicBezTo>
                    <a:pt x="4556" y="908"/>
                    <a:pt x="4356" y="903"/>
                    <a:pt x="4188" y="903"/>
                  </a:cubicBezTo>
                  <a:cubicBezTo>
                    <a:pt x="3889" y="903"/>
                    <a:pt x="3692" y="920"/>
                    <a:pt x="3492" y="920"/>
                  </a:cubicBezTo>
                  <a:cubicBezTo>
                    <a:pt x="3308" y="920"/>
                    <a:pt x="3121" y="905"/>
                    <a:pt x="2847" y="851"/>
                  </a:cubicBezTo>
                  <a:cubicBezTo>
                    <a:pt x="2145" y="740"/>
                    <a:pt x="2145" y="0"/>
                    <a:pt x="2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1"/>
            <p:cNvSpPr/>
            <p:nvPr/>
          </p:nvSpPr>
          <p:spPr>
            <a:xfrm>
              <a:off x="2874175" y="2510875"/>
              <a:ext cx="80425" cy="146375"/>
            </a:xfrm>
            <a:custGeom>
              <a:avLst/>
              <a:gdLst/>
              <a:ahLst/>
              <a:cxnLst/>
              <a:rect l="l" t="t" r="r" b="b"/>
              <a:pathLst>
                <a:path w="3217" h="5855" extrusionOk="0">
                  <a:moveTo>
                    <a:pt x="1701" y="1"/>
                  </a:moveTo>
                  <a:cubicBezTo>
                    <a:pt x="1109" y="1"/>
                    <a:pt x="444" y="38"/>
                    <a:pt x="296" y="223"/>
                  </a:cubicBezTo>
                  <a:cubicBezTo>
                    <a:pt x="0" y="593"/>
                    <a:pt x="37" y="5325"/>
                    <a:pt x="444" y="5694"/>
                  </a:cubicBezTo>
                  <a:cubicBezTo>
                    <a:pt x="571" y="5801"/>
                    <a:pt x="723" y="5855"/>
                    <a:pt x="879" y="5855"/>
                  </a:cubicBezTo>
                  <a:cubicBezTo>
                    <a:pt x="1269" y="5855"/>
                    <a:pt x="1691" y="5519"/>
                    <a:pt x="1849" y="4807"/>
                  </a:cubicBezTo>
                  <a:cubicBezTo>
                    <a:pt x="2071" y="3735"/>
                    <a:pt x="1997" y="3587"/>
                    <a:pt x="2218" y="2922"/>
                  </a:cubicBezTo>
                  <a:cubicBezTo>
                    <a:pt x="2364" y="2461"/>
                    <a:pt x="2747" y="2382"/>
                    <a:pt x="2994" y="2382"/>
                  </a:cubicBezTo>
                  <a:cubicBezTo>
                    <a:pt x="3124" y="2382"/>
                    <a:pt x="3217" y="2404"/>
                    <a:pt x="3217" y="2404"/>
                  </a:cubicBezTo>
                  <a:lnTo>
                    <a:pt x="3069" y="260"/>
                  </a:lnTo>
                  <a:cubicBezTo>
                    <a:pt x="3069" y="260"/>
                    <a:pt x="2292" y="1"/>
                    <a:pt x="17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1"/>
            <p:cNvSpPr/>
            <p:nvPr/>
          </p:nvSpPr>
          <p:spPr>
            <a:xfrm>
              <a:off x="3196725" y="2195700"/>
              <a:ext cx="355875" cy="518550"/>
            </a:xfrm>
            <a:custGeom>
              <a:avLst/>
              <a:gdLst/>
              <a:ahLst/>
              <a:cxnLst/>
              <a:rect l="l" t="t" r="r" b="b"/>
              <a:pathLst>
                <a:path w="14235" h="20742" extrusionOk="0">
                  <a:moveTo>
                    <a:pt x="6471" y="1"/>
                  </a:moveTo>
                  <a:lnTo>
                    <a:pt x="1" y="2145"/>
                  </a:lnTo>
                  <a:cubicBezTo>
                    <a:pt x="1" y="2145"/>
                    <a:pt x="9059" y="10205"/>
                    <a:pt x="9724" y="11536"/>
                  </a:cubicBezTo>
                  <a:cubicBezTo>
                    <a:pt x="10427" y="12867"/>
                    <a:pt x="11388" y="20742"/>
                    <a:pt x="11388" y="20742"/>
                  </a:cubicBezTo>
                  <a:lnTo>
                    <a:pt x="14235" y="20187"/>
                  </a:lnTo>
                  <a:cubicBezTo>
                    <a:pt x="14235" y="20187"/>
                    <a:pt x="12978" y="10907"/>
                    <a:pt x="12682" y="10242"/>
                  </a:cubicBezTo>
                  <a:cubicBezTo>
                    <a:pt x="12460" y="9613"/>
                    <a:pt x="6471" y="1"/>
                    <a:pt x="64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1"/>
            <p:cNvSpPr/>
            <p:nvPr/>
          </p:nvSpPr>
          <p:spPr>
            <a:xfrm>
              <a:off x="2945325" y="2209575"/>
              <a:ext cx="433525" cy="373425"/>
            </a:xfrm>
            <a:custGeom>
              <a:avLst/>
              <a:gdLst/>
              <a:ahLst/>
              <a:cxnLst/>
              <a:rect l="l" t="t" r="r" b="b"/>
              <a:pathLst>
                <a:path w="17341" h="14937" extrusionOk="0">
                  <a:moveTo>
                    <a:pt x="10427" y="1"/>
                  </a:moveTo>
                  <a:cubicBezTo>
                    <a:pt x="10427" y="1"/>
                    <a:pt x="9022" y="1886"/>
                    <a:pt x="8948" y="3624"/>
                  </a:cubicBezTo>
                  <a:cubicBezTo>
                    <a:pt x="8837" y="5361"/>
                    <a:pt x="8061" y="9132"/>
                    <a:pt x="7839" y="9724"/>
                  </a:cubicBezTo>
                  <a:cubicBezTo>
                    <a:pt x="7691" y="10094"/>
                    <a:pt x="2589" y="11572"/>
                    <a:pt x="1" y="12127"/>
                  </a:cubicBezTo>
                  <a:cubicBezTo>
                    <a:pt x="1" y="12866"/>
                    <a:pt x="112" y="14937"/>
                    <a:pt x="112" y="14937"/>
                  </a:cubicBezTo>
                  <a:cubicBezTo>
                    <a:pt x="1849" y="14678"/>
                    <a:pt x="9613" y="13643"/>
                    <a:pt x="10131" y="12977"/>
                  </a:cubicBezTo>
                  <a:cubicBezTo>
                    <a:pt x="10390" y="12608"/>
                    <a:pt x="12386" y="9021"/>
                    <a:pt x="14087" y="6396"/>
                  </a:cubicBezTo>
                  <a:cubicBezTo>
                    <a:pt x="15861" y="3735"/>
                    <a:pt x="17340" y="1960"/>
                    <a:pt x="17340" y="1960"/>
                  </a:cubicBezTo>
                  <a:lnTo>
                    <a:pt x="104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1"/>
            <p:cNvSpPr/>
            <p:nvPr/>
          </p:nvSpPr>
          <p:spPr>
            <a:xfrm>
              <a:off x="3318750" y="1832475"/>
              <a:ext cx="85975" cy="106400"/>
            </a:xfrm>
            <a:custGeom>
              <a:avLst/>
              <a:gdLst/>
              <a:ahLst/>
              <a:cxnLst/>
              <a:rect l="l" t="t" r="r" b="b"/>
              <a:pathLst>
                <a:path w="3439" h="4256" extrusionOk="0">
                  <a:moveTo>
                    <a:pt x="1146" y="0"/>
                  </a:moveTo>
                  <a:cubicBezTo>
                    <a:pt x="1035" y="703"/>
                    <a:pt x="666" y="2367"/>
                    <a:pt x="0" y="2958"/>
                  </a:cubicBezTo>
                  <a:cubicBezTo>
                    <a:pt x="0" y="2958"/>
                    <a:pt x="0" y="3845"/>
                    <a:pt x="1479" y="4178"/>
                  </a:cubicBezTo>
                  <a:cubicBezTo>
                    <a:pt x="1696" y="4233"/>
                    <a:pt x="1891" y="4256"/>
                    <a:pt x="2064" y="4256"/>
                  </a:cubicBezTo>
                  <a:cubicBezTo>
                    <a:pt x="3069" y="4256"/>
                    <a:pt x="3364" y="3476"/>
                    <a:pt x="3364" y="3476"/>
                  </a:cubicBezTo>
                  <a:cubicBezTo>
                    <a:pt x="3364" y="3476"/>
                    <a:pt x="3180" y="1627"/>
                    <a:pt x="3438" y="592"/>
                  </a:cubicBezTo>
                  <a:cubicBezTo>
                    <a:pt x="2810" y="592"/>
                    <a:pt x="2218" y="481"/>
                    <a:pt x="1701" y="296"/>
                  </a:cubicBezTo>
                  <a:cubicBezTo>
                    <a:pt x="1516" y="222"/>
                    <a:pt x="1331" y="148"/>
                    <a:pt x="1146" y="0"/>
                  </a:cubicBezTo>
                  <a:close/>
                </a:path>
              </a:pathLst>
            </a:custGeom>
            <a:solidFill>
              <a:srgbClr val="E45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1"/>
            <p:cNvSpPr/>
            <p:nvPr/>
          </p:nvSpPr>
          <p:spPr>
            <a:xfrm>
              <a:off x="3322425" y="1731725"/>
              <a:ext cx="122050" cy="151100"/>
            </a:xfrm>
            <a:custGeom>
              <a:avLst/>
              <a:gdLst/>
              <a:ahLst/>
              <a:cxnLst/>
              <a:rect l="l" t="t" r="r" b="b"/>
              <a:pathLst>
                <a:path w="4882" h="6044" extrusionOk="0">
                  <a:moveTo>
                    <a:pt x="1626" y="0"/>
                  </a:moveTo>
                  <a:cubicBezTo>
                    <a:pt x="1580" y="0"/>
                    <a:pt x="1554" y="1"/>
                    <a:pt x="1554" y="1"/>
                  </a:cubicBezTo>
                  <a:cubicBezTo>
                    <a:pt x="814" y="149"/>
                    <a:pt x="1" y="2367"/>
                    <a:pt x="260" y="3624"/>
                  </a:cubicBezTo>
                  <a:cubicBezTo>
                    <a:pt x="538" y="4736"/>
                    <a:pt x="2318" y="6043"/>
                    <a:pt x="2930" y="6043"/>
                  </a:cubicBezTo>
                  <a:cubicBezTo>
                    <a:pt x="2969" y="6043"/>
                    <a:pt x="3004" y="6038"/>
                    <a:pt x="3033" y="6027"/>
                  </a:cubicBezTo>
                  <a:cubicBezTo>
                    <a:pt x="3550" y="5842"/>
                    <a:pt x="4142" y="4548"/>
                    <a:pt x="4253" y="4437"/>
                  </a:cubicBezTo>
                  <a:cubicBezTo>
                    <a:pt x="4400" y="4326"/>
                    <a:pt x="4881" y="4141"/>
                    <a:pt x="4881" y="3957"/>
                  </a:cubicBezTo>
                  <a:cubicBezTo>
                    <a:pt x="4844" y="3772"/>
                    <a:pt x="4400" y="3143"/>
                    <a:pt x="4327" y="2700"/>
                  </a:cubicBezTo>
                  <a:cubicBezTo>
                    <a:pt x="4290" y="2219"/>
                    <a:pt x="4622" y="1295"/>
                    <a:pt x="4400" y="629"/>
                  </a:cubicBezTo>
                  <a:cubicBezTo>
                    <a:pt x="4168" y="30"/>
                    <a:pt x="2048" y="0"/>
                    <a:pt x="1626"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1"/>
            <p:cNvSpPr/>
            <p:nvPr/>
          </p:nvSpPr>
          <p:spPr>
            <a:xfrm>
              <a:off x="3176400" y="1882375"/>
              <a:ext cx="256975" cy="386750"/>
            </a:xfrm>
            <a:custGeom>
              <a:avLst/>
              <a:gdLst/>
              <a:ahLst/>
              <a:cxnLst/>
              <a:rect l="l" t="t" r="r" b="b"/>
              <a:pathLst>
                <a:path w="10279" h="15470" extrusionOk="0">
                  <a:moveTo>
                    <a:pt x="3956" y="1"/>
                  </a:moveTo>
                  <a:cubicBezTo>
                    <a:pt x="3956" y="1"/>
                    <a:pt x="3106" y="925"/>
                    <a:pt x="2736" y="999"/>
                  </a:cubicBezTo>
                  <a:cubicBezTo>
                    <a:pt x="2478" y="1110"/>
                    <a:pt x="2367" y="5066"/>
                    <a:pt x="1812" y="6988"/>
                  </a:cubicBezTo>
                  <a:cubicBezTo>
                    <a:pt x="1295" y="8874"/>
                    <a:pt x="1" y="13384"/>
                    <a:pt x="1" y="13384"/>
                  </a:cubicBezTo>
                  <a:cubicBezTo>
                    <a:pt x="1" y="13384"/>
                    <a:pt x="2191" y="15469"/>
                    <a:pt x="6416" y="15469"/>
                  </a:cubicBezTo>
                  <a:cubicBezTo>
                    <a:pt x="7192" y="15469"/>
                    <a:pt x="8036" y="15399"/>
                    <a:pt x="8948" y="15233"/>
                  </a:cubicBezTo>
                  <a:cubicBezTo>
                    <a:pt x="8948" y="15233"/>
                    <a:pt x="9539" y="8837"/>
                    <a:pt x="9502" y="6988"/>
                  </a:cubicBezTo>
                  <a:cubicBezTo>
                    <a:pt x="9428" y="5510"/>
                    <a:pt x="9317" y="4992"/>
                    <a:pt x="9354" y="4290"/>
                  </a:cubicBezTo>
                  <a:cubicBezTo>
                    <a:pt x="9428" y="3291"/>
                    <a:pt x="10278" y="2589"/>
                    <a:pt x="10278" y="2589"/>
                  </a:cubicBezTo>
                  <a:cubicBezTo>
                    <a:pt x="10278" y="2589"/>
                    <a:pt x="9687" y="1849"/>
                    <a:pt x="9021" y="1184"/>
                  </a:cubicBezTo>
                  <a:cubicBezTo>
                    <a:pt x="9021" y="1184"/>
                    <a:pt x="5250" y="1147"/>
                    <a:pt x="39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1"/>
            <p:cNvSpPr/>
            <p:nvPr/>
          </p:nvSpPr>
          <p:spPr>
            <a:xfrm>
              <a:off x="3176400" y="1923050"/>
              <a:ext cx="142375" cy="347550"/>
            </a:xfrm>
            <a:custGeom>
              <a:avLst/>
              <a:gdLst/>
              <a:ahLst/>
              <a:cxnLst/>
              <a:rect l="l" t="t" r="r" b="b"/>
              <a:pathLst>
                <a:path w="5695" h="13902" extrusionOk="0">
                  <a:moveTo>
                    <a:pt x="2626" y="1"/>
                  </a:moveTo>
                  <a:cubicBezTo>
                    <a:pt x="2589" y="1147"/>
                    <a:pt x="2256" y="3809"/>
                    <a:pt x="1849" y="5287"/>
                  </a:cubicBezTo>
                  <a:cubicBezTo>
                    <a:pt x="1369" y="7210"/>
                    <a:pt x="1" y="11831"/>
                    <a:pt x="1" y="11831"/>
                  </a:cubicBezTo>
                  <a:cubicBezTo>
                    <a:pt x="1" y="11831"/>
                    <a:pt x="1960" y="13680"/>
                    <a:pt x="5694" y="13902"/>
                  </a:cubicBezTo>
                  <a:cubicBezTo>
                    <a:pt x="4363" y="12829"/>
                    <a:pt x="4030" y="11572"/>
                    <a:pt x="3772" y="9835"/>
                  </a:cubicBezTo>
                  <a:cubicBezTo>
                    <a:pt x="3624" y="8763"/>
                    <a:pt x="3513" y="7764"/>
                    <a:pt x="3846" y="6729"/>
                  </a:cubicBezTo>
                  <a:cubicBezTo>
                    <a:pt x="4178" y="5620"/>
                    <a:pt x="3476" y="3993"/>
                    <a:pt x="3476" y="2847"/>
                  </a:cubicBezTo>
                  <a:cubicBezTo>
                    <a:pt x="3439" y="1590"/>
                    <a:pt x="3402" y="740"/>
                    <a:pt x="26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1"/>
            <p:cNvSpPr/>
            <p:nvPr/>
          </p:nvSpPr>
          <p:spPr>
            <a:xfrm>
              <a:off x="3295625" y="1708625"/>
              <a:ext cx="100775" cy="132925"/>
            </a:xfrm>
            <a:custGeom>
              <a:avLst/>
              <a:gdLst/>
              <a:ahLst/>
              <a:cxnLst/>
              <a:rect l="l" t="t" r="r" b="b"/>
              <a:pathLst>
                <a:path w="4031" h="5317" extrusionOk="0">
                  <a:moveTo>
                    <a:pt x="2256" y="0"/>
                  </a:moveTo>
                  <a:cubicBezTo>
                    <a:pt x="1147" y="0"/>
                    <a:pt x="1886" y="481"/>
                    <a:pt x="777" y="1110"/>
                  </a:cubicBezTo>
                  <a:cubicBezTo>
                    <a:pt x="1" y="1590"/>
                    <a:pt x="297" y="2477"/>
                    <a:pt x="592" y="2847"/>
                  </a:cubicBezTo>
                  <a:cubicBezTo>
                    <a:pt x="777" y="3069"/>
                    <a:pt x="629" y="3254"/>
                    <a:pt x="408" y="3845"/>
                  </a:cubicBezTo>
                  <a:cubicBezTo>
                    <a:pt x="78" y="4669"/>
                    <a:pt x="1012" y="5317"/>
                    <a:pt x="1533" y="5317"/>
                  </a:cubicBezTo>
                  <a:cubicBezTo>
                    <a:pt x="1596" y="5317"/>
                    <a:pt x="1653" y="5307"/>
                    <a:pt x="1701" y="5287"/>
                  </a:cubicBezTo>
                  <a:cubicBezTo>
                    <a:pt x="1701" y="5287"/>
                    <a:pt x="2182" y="4400"/>
                    <a:pt x="1849" y="4104"/>
                  </a:cubicBezTo>
                  <a:cubicBezTo>
                    <a:pt x="1518" y="3803"/>
                    <a:pt x="1702" y="3183"/>
                    <a:pt x="2061" y="3183"/>
                  </a:cubicBezTo>
                  <a:cubicBezTo>
                    <a:pt x="2143" y="3183"/>
                    <a:pt x="2234" y="3215"/>
                    <a:pt x="2330" y="3291"/>
                  </a:cubicBezTo>
                  <a:cubicBezTo>
                    <a:pt x="2441" y="3402"/>
                    <a:pt x="2589" y="3513"/>
                    <a:pt x="2589" y="3697"/>
                  </a:cubicBezTo>
                  <a:cubicBezTo>
                    <a:pt x="2614" y="4048"/>
                    <a:pt x="2707" y="4212"/>
                    <a:pt x="2822" y="4212"/>
                  </a:cubicBezTo>
                  <a:cubicBezTo>
                    <a:pt x="2876" y="4212"/>
                    <a:pt x="2936" y="4176"/>
                    <a:pt x="2995" y="4104"/>
                  </a:cubicBezTo>
                  <a:cubicBezTo>
                    <a:pt x="3291" y="3845"/>
                    <a:pt x="2774" y="2884"/>
                    <a:pt x="2995" y="2662"/>
                  </a:cubicBezTo>
                  <a:cubicBezTo>
                    <a:pt x="3513" y="2108"/>
                    <a:pt x="3624" y="1479"/>
                    <a:pt x="3624" y="1479"/>
                  </a:cubicBezTo>
                  <a:cubicBezTo>
                    <a:pt x="4031" y="925"/>
                    <a:pt x="3328" y="111"/>
                    <a:pt x="22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1"/>
            <p:cNvSpPr/>
            <p:nvPr/>
          </p:nvSpPr>
          <p:spPr>
            <a:xfrm>
              <a:off x="3364950" y="1775475"/>
              <a:ext cx="72125" cy="33625"/>
            </a:xfrm>
            <a:custGeom>
              <a:avLst/>
              <a:gdLst/>
              <a:ahLst/>
              <a:cxnLst/>
              <a:rect l="l" t="t" r="r" b="b"/>
              <a:pathLst>
                <a:path w="2885" h="1345" extrusionOk="0">
                  <a:moveTo>
                    <a:pt x="1210" y="0"/>
                  </a:moveTo>
                  <a:cubicBezTo>
                    <a:pt x="850" y="0"/>
                    <a:pt x="490" y="34"/>
                    <a:pt x="222" y="62"/>
                  </a:cubicBezTo>
                  <a:cubicBezTo>
                    <a:pt x="1" y="284"/>
                    <a:pt x="296" y="802"/>
                    <a:pt x="296" y="802"/>
                  </a:cubicBezTo>
                  <a:cubicBezTo>
                    <a:pt x="296" y="802"/>
                    <a:pt x="851" y="1208"/>
                    <a:pt x="1332" y="1319"/>
                  </a:cubicBezTo>
                  <a:cubicBezTo>
                    <a:pt x="1478" y="1337"/>
                    <a:pt x="1605" y="1344"/>
                    <a:pt x="1716" y="1344"/>
                  </a:cubicBezTo>
                  <a:cubicBezTo>
                    <a:pt x="2310" y="1344"/>
                    <a:pt x="2441" y="1134"/>
                    <a:pt x="2441" y="1134"/>
                  </a:cubicBezTo>
                  <a:cubicBezTo>
                    <a:pt x="2552" y="1171"/>
                    <a:pt x="2626" y="1171"/>
                    <a:pt x="2626" y="1171"/>
                  </a:cubicBezTo>
                  <a:cubicBezTo>
                    <a:pt x="2884" y="506"/>
                    <a:pt x="2700" y="210"/>
                    <a:pt x="2699" y="210"/>
                  </a:cubicBezTo>
                  <a:lnTo>
                    <a:pt x="2699" y="210"/>
                  </a:lnTo>
                  <a:cubicBezTo>
                    <a:pt x="2699" y="284"/>
                    <a:pt x="2589" y="432"/>
                    <a:pt x="2589" y="432"/>
                  </a:cubicBezTo>
                  <a:cubicBezTo>
                    <a:pt x="2383" y="89"/>
                    <a:pt x="1795" y="0"/>
                    <a:pt x="1210" y="0"/>
                  </a:cubicBezTo>
                  <a:close/>
                </a:path>
              </a:pathLst>
            </a:custGeom>
            <a:solidFill>
              <a:srgbClr val="4A4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1"/>
            <p:cNvSpPr/>
            <p:nvPr/>
          </p:nvSpPr>
          <p:spPr>
            <a:xfrm>
              <a:off x="3247575" y="1701225"/>
              <a:ext cx="208900" cy="240350"/>
            </a:xfrm>
            <a:custGeom>
              <a:avLst/>
              <a:gdLst/>
              <a:ahLst/>
              <a:cxnLst/>
              <a:rect l="l" t="t" r="r" b="b"/>
              <a:pathLst>
                <a:path w="8356" h="9614" extrusionOk="0">
                  <a:moveTo>
                    <a:pt x="4239" y="0"/>
                  </a:moveTo>
                  <a:cubicBezTo>
                    <a:pt x="3261" y="0"/>
                    <a:pt x="2188" y="471"/>
                    <a:pt x="1183" y="1886"/>
                  </a:cubicBezTo>
                  <a:cubicBezTo>
                    <a:pt x="629" y="2663"/>
                    <a:pt x="0" y="5287"/>
                    <a:pt x="444" y="6951"/>
                  </a:cubicBezTo>
                  <a:cubicBezTo>
                    <a:pt x="629" y="7617"/>
                    <a:pt x="3623" y="9613"/>
                    <a:pt x="5620" y="9613"/>
                  </a:cubicBezTo>
                  <a:cubicBezTo>
                    <a:pt x="5620" y="9613"/>
                    <a:pt x="2662" y="5287"/>
                    <a:pt x="4548" y="3143"/>
                  </a:cubicBezTo>
                  <a:cubicBezTo>
                    <a:pt x="5059" y="2554"/>
                    <a:pt x="5574" y="2363"/>
                    <a:pt x="6027" y="2363"/>
                  </a:cubicBezTo>
                  <a:cubicBezTo>
                    <a:pt x="6852" y="2363"/>
                    <a:pt x="7468" y="2995"/>
                    <a:pt x="7468" y="2995"/>
                  </a:cubicBezTo>
                  <a:cubicBezTo>
                    <a:pt x="7468" y="2995"/>
                    <a:pt x="8356" y="2034"/>
                    <a:pt x="6322" y="666"/>
                  </a:cubicBezTo>
                  <a:cubicBezTo>
                    <a:pt x="5746" y="304"/>
                    <a:pt x="5023" y="0"/>
                    <a:pt x="4239" y="0"/>
                  </a:cubicBezTo>
                  <a:close/>
                </a:path>
              </a:pathLst>
            </a:custGeom>
            <a:solidFill>
              <a:srgbClr val="4A4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1"/>
            <p:cNvSpPr/>
            <p:nvPr/>
          </p:nvSpPr>
          <p:spPr>
            <a:xfrm>
              <a:off x="3388050" y="1879600"/>
              <a:ext cx="36075" cy="61050"/>
            </a:xfrm>
            <a:custGeom>
              <a:avLst/>
              <a:gdLst/>
              <a:ahLst/>
              <a:cxnLst/>
              <a:rect l="l" t="t" r="r" b="b"/>
              <a:pathLst>
                <a:path w="1443" h="2442" extrusionOk="0">
                  <a:moveTo>
                    <a:pt x="1443" y="1"/>
                  </a:moveTo>
                  <a:lnTo>
                    <a:pt x="518" y="297"/>
                  </a:lnTo>
                  <a:cubicBezTo>
                    <a:pt x="518" y="297"/>
                    <a:pt x="888" y="1591"/>
                    <a:pt x="1" y="2441"/>
                  </a:cubicBezTo>
                  <a:cubicBezTo>
                    <a:pt x="1" y="2441"/>
                    <a:pt x="1221" y="1776"/>
                    <a:pt x="1443" y="1"/>
                  </a:cubicBezTo>
                  <a:close/>
                </a:path>
              </a:pathLst>
            </a:custGeom>
            <a:solidFill>
              <a:srgbClr val="4A4A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1"/>
            <p:cNvSpPr/>
            <p:nvPr/>
          </p:nvSpPr>
          <p:spPr>
            <a:xfrm>
              <a:off x="3303950" y="1985900"/>
              <a:ext cx="59150" cy="101375"/>
            </a:xfrm>
            <a:custGeom>
              <a:avLst/>
              <a:gdLst/>
              <a:ahLst/>
              <a:cxnLst/>
              <a:rect l="l" t="t" r="r" b="b"/>
              <a:pathLst>
                <a:path w="2366" h="4055" extrusionOk="0">
                  <a:moveTo>
                    <a:pt x="333" y="1"/>
                  </a:moveTo>
                  <a:lnTo>
                    <a:pt x="38" y="149"/>
                  </a:lnTo>
                  <a:cubicBezTo>
                    <a:pt x="1" y="222"/>
                    <a:pt x="148" y="370"/>
                    <a:pt x="148" y="481"/>
                  </a:cubicBezTo>
                  <a:lnTo>
                    <a:pt x="148" y="851"/>
                  </a:lnTo>
                  <a:cubicBezTo>
                    <a:pt x="148" y="1406"/>
                    <a:pt x="148" y="2330"/>
                    <a:pt x="75" y="2921"/>
                  </a:cubicBezTo>
                  <a:cubicBezTo>
                    <a:pt x="75" y="3291"/>
                    <a:pt x="38" y="3809"/>
                    <a:pt x="407" y="3993"/>
                  </a:cubicBezTo>
                  <a:cubicBezTo>
                    <a:pt x="472" y="4037"/>
                    <a:pt x="575" y="4055"/>
                    <a:pt x="664" y="4055"/>
                  </a:cubicBezTo>
                  <a:cubicBezTo>
                    <a:pt x="727" y="4055"/>
                    <a:pt x="783" y="4046"/>
                    <a:pt x="814" y="4030"/>
                  </a:cubicBezTo>
                  <a:cubicBezTo>
                    <a:pt x="962" y="3993"/>
                    <a:pt x="999" y="3735"/>
                    <a:pt x="1110" y="3698"/>
                  </a:cubicBezTo>
                  <a:cubicBezTo>
                    <a:pt x="1133" y="3688"/>
                    <a:pt x="1154" y="3684"/>
                    <a:pt x="1173" y="3684"/>
                  </a:cubicBezTo>
                  <a:cubicBezTo>
                    <a:pt x="1295" y="3684"/>
                    <a:pt x="1343" y="3849"/>
                    <a:pt x="1451" y="3849"/>
                  </a:cubicBezTo>
                  <a:cubicBezTo>
                    <a:pt x="1460" y="3849"/>
                    <a:pt x="1469" y="3848"/>
                    <a:pt x="1479" y="3846"/>
                  </a:cubicBezTo>
                  <a:cubicBezTo>
                    <a:pt x="1627" y="3809"/>
                    <a:pt x="1627" y="3587"/>
                    <a:pt x="1738" y="3513"/>
                  </a:cubicBezTo>
                  <a:cubicBezTo>
                    <a:pt x="1774" y="3529"/>
                    <a:pt x="1805" y="3536"/>
                    <a:pt x="1832" y="3536"/>
                  </a:cubicBezTo>
                  <a:cubicBezTo>
                    <a:pt x="2366" y="3536"/>
                    <a:pt x="1280" y="545"/>
                    <a:pt x="999" y="333"/>
                  </a:cubicBezTo>
                  <a:cubicBezTo>
                    <a:pt x="777" y="149"/>
                    <a:pt x="555" y="112"/>
                    <a:pt x="3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1"/>
            <p:cNvSpPr/>
            <p:nvPr/>
          </p:nvSpPr>
          <p:spPr>
            <a:xfrm>
              <a:off x="3321575" y="2002875"/>
              <a:ext cx="61900" cy="61925"/>
            </a:xfrm>
            <a:custGeom>
              <a:avLst/>
              <a:gdLst/>
              <a:ahLst/>
              <a:cxnLst/>
              <a:rect l="l" t="t" r="r" b="b"/>
              <a:pathLst>
                <a:path w="2476" h="2477" extrusionOk="0">
                  <a:moveTo>
                    <a:pt x="1329" y="1863"/>
                  </a:moveTo>
                  <a:cubicBezTo>
                    <a:pt x="1353" y="1869"/>
                    <a:pt x="1366" y="1873"/>
                    <a:pt x="1366" y="1873"/>
                  </a:cubicBezTo>
                  <a:cubicBezTo>
                    <a:pt x="1355" y="1870"/>
                    <a:pt x="1343" y="1867"/>
                    <a:pt x="1329" y="1863"/>
                  </a:cubicBezTo>
                  <a:close/>
                  <a:moveTo>
                    <a:pt x="660" y="1"/>
                  </a:moveTo>
                  <a:cubicBezTo>
                    <a:pt x="614" y="1"/>
                    <a:pt x="577" y="8"/>
                    <a:pt x="553" y="24"/>
                  </a:cubicBezTo>
                  <a:cubicBezTo>
                    <a:pt x="72" y="394"/>
                    <a:pt x="1366" y="763"/>
                    <a:pt x="1699" y="948"/>
                  </a:cubicBezTo>
                  <a:cubicBezTo>
                    <a:pt x="1699" y="948"/>
                    <a:pt x="755" y="529"/>
                    <a:pt x="346" y="529"/>
                  </a:cubicBezTo>
                  <a:cubicBezTo>
                    <a:pt x="270" y="529"/>
                    <a:pt x="212" y="544"/>
                    <a:pt x="183" y="579"/>
                  </a:cubicBezTo>
                  <a:cubicBezTo>
                    <a:pt x="0" y="802"/>
                    <a:pt x="297" y="1003"/>
                    <a:pt x="650" y="1163"/>
                  </a:cubicBezTo>
                  <a:lnTo>
                    <a:pt x="650" y="1163"/>
                  </a:lnTo>
                  <a:cubicBezTo>
                    <a:pt x="570" y="1144"/>
                    <a:pt x="508" y="1133"/>
                    <a:pt x="479" y="1133"/>
                  </a:cubicBezTo>
                  <a:cubicBezTo>
                    <a:pt x="459" y="1130"/>
                    <a:pt x="440" y="1128"/>
                    <a:pt x="423" y="1128"/>
                  </a:cubicBezTo>
                  <a:cubicBezTo>
                    <a:pt x="251" y="1128"/>
                    <a:pt x="223" y="1284"/>
                    <a:pt x="257" y="1318"/>
                  </a:cubicBezTo>
                  <a:cubicBezTo>
                    <a:pt x="290" y="1452"/>
                    <a:pt x="520" y="1578"/>
                    <a:pt x="762" y="1676"/>
                  </a:cubicBezTo>
                  <a:lnTo>
                    <a:pt x="762" y="1676"/>
                  </a:lnTo>
                  <a:cubicBezTo>
                    <a:pt x="745" y="1674"/>
                    <a:pt x="728" y="1673"/>
                    <a:pt x="712" y="1673"/>
                  </a:cubicBezTo>
                  <a:cubicBezTo>
                    <a:pt x="621" y="1673"/>
                    <a:pt x="565" y="1714"/>
                    <a:pt x="590" y="1836"/>
                  </a:cubicBezTo>
                  <a:cubicBezTo>
                    <a:pt x="627" y="2057"/>
                    <a:pt x="922" y="2168"/>
                    <a:pt x="1033" y="2242"/>
                  </a:cubicBezTo>
                  <a:cubicBezTo>
                    <a:pt x="1265" y="2416"/>
                    <a:pt x="1520" y="2477"/>
                    <a:pt x="1655" y="2477"/>
                  </a:cubicBezTo>
                  <a:cubicBezTo>
                    <a:pt x="1692" y="2477"/>
                    <a:pt x="1720" y="2472"/>
                    <a:pt x="1736" y="2464"/>
                  </a:cubicBezTo>
                  <a:cubicBezTo>
                    <a:pt x="2290" y="2242"/>
                    <a:pt x="2475" y="1503"/>
                    <a:pt x="2438" y="985"/>
                  </a:cubicBezTo>
                  <a:cubicBezTo>
                    <a:pt x="2401" y="579"/>
                    <a:pt x="1957" y="431"/>
                    <a:pt x="1403" y="209"/>
                  </a:cubicBezTo>
                  <a:cubicBezTo>
                    <a:pt x="1114" y="93"/>
                    <a:pt x="826" y="1"/>
                    <a:pt x="660"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1"/>
            <p:cNvSpPr/>
            <p:nvPr/>
          </p:nvSpPr>
          <p:spPr>
            <a:xfrm>
              <a:off x="3271600" y="1995175"/>
              <a:ext cx="92450" cy="73025"/>
            </a:xfrm>
            <a:custGeom>
              <a:avLst/>
              <a:gdLst/>
              <a:ahLst/>
              <a:cxnLst/>
              <a:rect l="l" t="t" r="r" b="b"/>
              <a:pathLst>
                <a:path w="3698" h="2921" extrusionOk="0">
                  <a:moveTo>
                    <a:pt x="2793" y="1"/>
                  </a:moveTo>
                  <a:cubicBezTo>
                    <a:pt x="2637" y="1"/>
                    <a:pt x="2380" y="208"/>
                    <a:pt x="2256" y="332"/>
                  </a:cubicBezTo>
                  <a:cubicBezTo>
                    <a:pt x="2098" y="458"/>
                    <a:pt x="1807" y="852"/>
                    <a:pt x="1564" y="852"/>
                  </a:cubicBezTo>
                  <a:cubicBezTo>
                    <a:pt x="1522" y="852"/>
                    <a:pt x="1481" y="840"/>
                    <a:pt x="1442" y="813"/>
                  </a:cubicBezTo>
                  <a:cubicBezTo>
                    <a:pt x="1332" y="702"/>
                    <a:pt x="1332" y="739"/>
                    <a:pt x="1369" y="665"/>
                  </a:cubicBezTo>
                  <a:cubicBezTo>
                    <a:pt x="1442" y="295"/>
                    <a:pt x="1369" y="184"/>
                    <a:pt x="1332" y="147"/>
                  </a:cubicBezTo>
                  <a:cubicBezTo>
                    <a:pt x="1147" y="184"/>
                    <a:pt x="962" y="443"/>
                    <a:pt x="925" y="517"/>
                  </a:cubicBezTo>
                  <a:cubicBezTo>
                    <a:pt x="814" y="739"/>
                    <a:pt x="814" y="665"/>
                    <a:pt x="740" y="887"/>
                  </a:cubicBezTo>
                  <a:cubicBezTo>
                    <a:pt x="518" y="1293"/>
                    <a:pt x="222" y="1737"/>
                    <a:pt x="1" y="2107"/>
                  </a:cubicBezTo>
                  <a:cubicBezTo>
                    <a:pt x="75" y="2181"/>
                    <a:pt x="148" y="2292"/>
                    <a:pt x="222" y="2365"/>
                  </a:cubicBezTo>
                  <a:lnTo>
                    <a:pt x="222" y="2402"/>
                  </a:lnTo>
                  <a:cubicBezTo>
                    <a:pt x="222" y="2402"/>
                    <a:pt x="222" y="2476"/>
                    <a:pt x="259" y="2476"/>
                  </a:cubicBezTo>
                  <a:cubicBezTo>
                    <a:pt x="333" y="2513"/>
                    <a:pt x="370" y="2587"/>
                    <a:pt x="407" y="2661"/>
                  </a:cubicBezTo>
                  <a:cubicBezTo>
                    <a:pt x="518" y="2735"/>
                    <a:pt x="555" y="2846"/>
                    <a:pt x="629" y="2920"/>
                  </a:cubicBezTo>
                  <a:cubicBezTo>
                    <a:pt x="888" y="2846"/>
                    <a:pt x="1147" y="2772"/>
                    <a:pt x="1442" y="2698"/>
                  </a:cubicBezTo>
                  <a:cubicBezTo>
                    <a:pt x="1812" y="2587"/>
                    <a:pt x="1997" y="2365"/>
                    <a:pt x="2293" y="2218"/>
                  </a:cubicBezTo>
                  <a:cubicBezTo>
                    <a:pt x="2441" y="2144"/>
                    <a:pt x="2589" y="2144"/>
                    <a:pt x="2662" y="2033"/>
                  </a:cubicBezTo>
                  <a:cubicBezTo>
                    <a:pt x="2810" y="1959"/>
                    <a:pt x="2995" y="1848"/>
                    <a:pt x="3180" y="1774"/>
                  </a:cubicBezTo>
                  <a:cubicBezTo>
                    <a:pt x="3328" y="1626"/>
                    <a:pt x="3550" y="1441"/>
                    <a:pt x="3402" y="1367"/>
                  </a:cubicBezTo>
                  <a:cubicBezTo>
                    <a:pt x="3358" y="1331"/>
                    <a:pt x="3313" y="1316"/>
                    <a:pt x="3267" y="1316"/>
                  </a:cubicBezTo>
                  <a:cubicBezTo>
                    <a:pt x="3080" y="1316"/>
                    <a:pt x="2885" y="1559"/>
                    <a:pt x="2736" y="1589"/>
                  </a:cubicBezTo>
                  <a:cubicBezTo>
                    <a:pt x="2958" y="1404"/>
                    <a:pt x="3698" y="1071"/>
                    <a:pt x="3587" y="850"/>
                  </a:cubicBezTo>
                  <a:cubicBezTo>
                    <a:pt x="3568" y="757"/>
                    <a:pt x="3504" y="720"/>
                    <a:pt x="3420" y="720"/>
                  </a:cubicBezTo>
                  <a:cubicBezTo>
                    <a:pt x="3337" y="720"/>
                    <a:pt x="3236" y="757"/>
                    <a:pt x="3143" y="813"/>
                  </a:cubicBezTo>
                  <a:cubicBezTo>
                    <a:pt x="3217" y="702"/>
                    <a:pt x="3661" y="295"/>
                    <a:pt x="3402" y="184"/>
                  </a:cubicBezTo>
                  <a:cubicBezTo>
                    <a:pt x="3387" y="174"/>
                    <a:pt x="3368" y="169"/>
                    <a:pt x="3348" y="169"/>
                  </a:cubicBezTo>
                  <a:cubicBezTo>
                    <a:pt x="3221" y="169"/>
                    <a:pt x="3007" y="347"/>
                    <a:pt x="2847" y="443"/>
                  </a:cubicBezTo>
                  <a:cubicBezTo>
                    <a:pt x="2810" y="443"/>
                    <a:pt x="2810" y="480"/>
                    <a:pt x="2773" y="480"/>
                  </a:cubicBezTo>
                  <a:cubicBezTo>
                    <a:pt x="2847" y="369"/>
                    <a:pt x="2921" y="295"/>
                    <a:pt x="2921" y="184"/>
                  </a:cubicBezTo>
                  <a:cubicBezTo>
                    <a:pt x="2921" y="50"/>
                    <a:pt x="2869" y="1"/>
                    <a:pt x="2793"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1"/>
            <p:cNvSpPr/>
            <p:nvPr/>
          </p:nvSpPr>
          <p:spPr>
            <a:xfrm>
              <a:off x="3115400" y="1907275"/>
              <a:ext cx="190425" cy="250550"/>
            </a:xfrm>
            <a:custGeom>
              <a:avLst/>
              <a:gdLst/>
              <a:ahLst/>
              <a:cxnLst/>
              <a:rect l="l" t="t" r="r" b="b"/>
              <a:pathLst>
                <a:path w="7617" h="10022" extrusionOk="0">
                  <a:moveTo>
                    <a:pt x="5354" y="0"/>
                  </a:moveTo>
                  <a:cubicBezTo>
                    <a:pt x="5332" y="0"/>
                    <a:pt x="5310" y="1"/>
                    <a:pt x="5287" y="3"/>
                  </a:cubicBezTo>
                  <a:cubicBezTo>
                    <a:pt x="5029" y="77"/>
                    <a:pt x="3698" y="1223"/>
                    <a:pt x="3143" y="2110"/>
                  </a:cubicBezTo>
                  <a:cubicBezTo>
                    <a:pt x="1073" y="5142"/>
                    <a:pt x="1" y="8691"/>
                    <a:pt x="1442" y="9800"/>
                  </a:cubicBezTo>
                  <a:cubicBezTo>
                    <a:pt x="1632" y="9954"/>
                    <a:pt x="1868" y="10022"/>
                    <a:pt x="2136" y="10022"/>
                  </a:cubicBezTo>
                  <a:cubicBezTo>
                    <a:pt x="4056" y="10022"/>
                    <a:pt x="7617" y="6547"/>
                    <a:pt x="7617" y="6547"/>
                  </a:cubicBezTo>
                  <a:lnTo>
                    <a:pt x="6433" y="5068"/>
                  </a:lnTo>
                  <a:cubicBezTo>
                    <a:pt x="6433" y="5068"/>
                    <a:pt x="4363" y="6177"/>
                    <a:pt x="4252" y="6362"/>
                  </a:cubicBezTo>
                  <a:cubicBezTo>
                    <a:pt x="4252" y="6362"/>
                    <a:pt x="5472" y="4070"/>
                    <a:pt x="5953" y="3663"/>
                  </a:cubicBezTo>
                  <a:cubicBezTo>
                    <a:pt x="6788" y="3046"/>
                    <a:pt x="6589" y="0"/>
                    <a:pt x="53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1"/>
            <p:cNvSpPr/>
            <p:nvPr/>
          </p:nvSpPr>
          <p:spPr>
            <a:xfrm>
              <a:off x="3180850" y="1832475"/>
              <a:ext cx="156400" cy="169175"/>
            </a:xfrm>
            <a:custGeom>
              <a:avLst/>
              <a:gdLst/>
              <a:ahLst/>
              <a:cxnLst/>
              <a:rect l="l" t="t" r="r" b="b"/>
              <a:pathLst>
                <a:path w="6256" h="6767" extrusionOk="0">
                  <a:moveTo>
                    <a:pt x="2337" y="0"/>
                  </a:moveTo>
                  <a:cubicBezTo>
                    <a:pt x="652" y="141"/>
                    <a:pt x="0" y="3879"/>
                    <a:pt x="1393" y="3879"/>
                  </a:cubicBezTo>
                  <a:cubicBezTo>
                    <a:pt x="1467" y="3879"/>
                    <a:pt x="1548" y="3868"/>
                    <a:pt x="1634" y="3845"/>
                  </a:cubicBezTo>
                  <a:cubicBezTo>
                    <a:pt x="1744" y="3812"/>
                    <a:pt x="1857" y="3797"/>
                    <a:pt x="1972" y="3797"/>
                  </a:cubicBezTo>
                  <a:cubicBezTo>
                    <a:pt x="3132" y="3797"/>
                    <a:pt x="4491" y="5387"/>
                    <a:pt x="4962" y="6396"/>
                  </a:cubicBezTo>
                  <a:cubicBezTo>
                    <a:pt x="5109" y="6692"/>
                    <a:pt x="5414" y="6766"/>
                    <a:pt x="5682" y="6766"/>
                  </a:cubicBezTo>
                  <a:cubicBezTo>
                    <a:pt x="5950" y="6766"/>
                    <a:pt x="6182" y="6692"/>
                    <a:pt x="6182" y="6692"/>
                  </a:cubicBezTo>
                  <a:cubicBezTo>
                    <a:pt x="6256" y="2071"/>
                    <a:pt x="2337" y="0"/>
                    <a:pt x="23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1"/>
            <p:cNvSpPr/>
            <p:nvPr/>
          </p:nvSpPr>
          <p:spPr>
            <a:xfrm>
              <a:off x="3360325" y="2001625"/>
              <a:ext cx="144225" cy="136850"/>
            </a:xfrm>
            <a:custGeom>
              <a:avLst/>
              <a:gdLst/>
              <a:ahLst/>
              <a:cxnLst/>
              <a:rect l="l" t="t" r="r" b="b"/>
              <a:pathLst>
                <a:path w="5769" h="5474" extrusionOk="0">
                  <a:moveTo>
                    <a:pt x="4215" y="0"/>
                  </a:moveTo>
                  <a:lnTo>
                    <a:pt x="4215" y="0"/>
                  </a:lnTo>
                  <a:cubicBezTo>
                    <a:pt x="4352" y="890"/>
                    <a:pt x="4363" y="2509"/>
                    <a:pt x="3717" y="2509"/>
                  </a:cubicBezTo>
                  <a:cubicBezTo>
                    <a:pt x="3666" y="2509"/>
                    <a:pt x="3610" y="2499"/>
                    <a:pt x="3550" y="2477"/>
                  </a:cubicBezTo>
                  <a:cubicBezTo>
                    <a:pt x="3106" y="2329"/>
                    <a:pt x="2182" y="1738"/>
                    <a:pt x="1812" y="1405"/>
                  </a:cubicBezTo>
                  <a:cubicBezTo>
                    <a:pt x="1517" y="1183"/>
                    <a:pt x="1147" y="1035"/>
                    <a:pt x="888" y="777"/>
                  </a:cubicBezTo>
                  <a:cubicBezTo>
                    <a:pt x="555" y="1368"/>
                    <a:pt x="334" y="1960"/>
                    <a:pt x="1" y="2514"/>
                  </a:cubicBezTo>
                  <a:cubicBezTo>
                    <a:pt x="518" y="2884"/>
                    <a:pt x="962" y="3291"/>
                    <a:pt x="1369" y="3734"/>
                  </a:cubicBezTo>
                  <a:cubicBezTo>
                    <a:pt x="1812" y="4178"/>
                    <a:pt x="2293" y="4548"/>
                    <a:pt x="2774" y="4954"/>
                  </a:cubicBezTo>
                  <a:cubicBezTo>
                    <a:pt x="3076" y="5226"/>
                    <a:pt x="3626" y="5474"/>
                    <a:pt x="4120" y="5474"/>
                  </a:cubicBezTo>
                  <a:cubicBezTo>
                    <a:pt x="4229" y="5474"/>
                    <a:pt x="4336" y="5462"/>
                    <a:pt x="4437" y="5435"/>
                  </a:cubicBezTo>
                  <a:cubicBezTo>
                    <a:pt x="5768" y="5102"/>
                    <a:pt x="5620" y="2921"/>
                    <a:pt x="5325" y="2144"/>
                  </a:cubicBezTo>
                  <a:cubicBezTo>
                    <a:pt x="5029" y="1775"/>
                    <a:pt x="4585" y="703"/>
                    <a:pt x="4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1"/>
            <p:cNvSpPr/>
            <p:nvPr/>
          </p:nvSpPr>
          <p:spPr>
            <a:xfrm>
              <a:off x="2912050" y="1860775"/>
              <a:ext cx="181200" cy="154425"/>
            </a:xfrm>
            <a:custGeom>
              <a:avLst/>
              <a:gdLst/>
              <a:ahLst/>
              <a:cxnLst/>
              <a:rect l="l" t="t" r="r" b="b"/>
              <a:pathLst>
                <a:path w="7248" h="6177" extrusionOk="0">
                  <a:moveTo>
                    <a:pt x="3797" y="0"/>
                  </a:moveTo>
                  <a:cubicBezTo>
                    <a:pt x="3462" y="0"/>
                    <a:pt x="3120" y="118"/>
                    <a:pt x="2774" y="384"/>
                  </a:cubicBezTo>
                  <a:cubicBezTo>
                    <a:pt x="1110" y="1678"/>
                    <a:pt x="3846" y="3933"/>
                    <a:pt x="3180" y="4451"/>
                  </a:cubicBezTo>
                  <a:cubicBezTo>
                    <a:pt x="3128" y="4496"/>
                    <a:pt x="3071" y="4515"/>
                    <a:pt x="3011" y="4515"/>
                  </a:cubicBezTo>
                  <a:cubicBezTo>
                    <a:pt x="2779" y="4515"/>
                    <a:pt x="2514" y="4221"/>
                    <a:pt x="2367" y="4044"/>
                  </a:cubicBezTo>
                  <a:cubicBezTo>
                    <a:pt x="2182" y="3823"/>
                    <a:pt x="1886" y="3305"/>
                    <a:pt x="2330" y="2972"/>
                  </a:cubicBezTo>
                  <a:lnTo>
                    <a:pt x="2367" y="2935"/>
                  </a:lnTo>
                  <a:lnTo>
                    <a:pt x="1221" y="1456"/>
                  </a:lnTo>
                  <a:cubicBezTo>
                    <a:pt x="297" y="2196"/>
                    <a:pt x="519" y="3379"/>
                    <a:pt x="1147" y="4377"/>
                  </a:cubicBezTo>
                  <a:lnTo>
                    <a:pt x="1" y="5190"/>
                  </a:lnTo>
                  <a:lnTo>
                    <a:pt x="703" y="6078"/>
                  </a:lnTo>
                  <a:lnTo>
                    <a:pt x="1702" y="5154"/>
                  </a:lnTo>
                  <a:cubicBezTo>
                    <a:pt x="2274" y="5750"/>
                    <a:pt x="2908" y="6176"/>
                    <a:pt x="3553" y="6176"/>
                  </a:cubicBezTo>
                  <a:cubicBezTo>
                    <a:pt x="3909" y="6176"/>
                    <a:pt x="4268" y="6047"/>
                    <a:pt x="4622" y="5745"/>
                  </a:cubicBezTo>
                  <a:cubicBezTo>
                    <a:pt x="6323" y="4414"/>
                    <a:pt x="3550" y="2196"/>
                    <a:pt x="4179" y="1715"/>
                  </a:cubicBezTo>
                  <a:cubicBezTo>
                    <a:pt x="4217" y="1693"/>
                    <a:pt x="4259" y="1683"/>
                    <a:pt x="4301" y="1683"/>
                  </a:cubicBezTo>
                  <a:cubicBezTo>
                    <a:pt x="4542" y="1683"/>
                    <a:pt x="4824" y="1996"/>
                    <a:pt x="4918" y="2122"/>
                  </a:cubicBezTo>
                  <a:cubicBezTo>
                    <a:pt x="5103" y="2344"/>
                    <a:pt x="5288" y="2713"/>
                    <a:pt x="4955" y="2972"/>
                  </a:cubicBezTo>
                  <a:lnTo>
                    <a:pt x="6101" y="4451"/>
                  </a:lnTo>
                  <a:cubicBezTo>
                    <a:pt x="6988" y="3786"/>
                    <a:pt x="6767" y="2639"/>
                    <a:pt x="6101" y="1715"/>
                  </a:cubicBezTo>
                  <a:lnTo>
                    <a:pt x="7247" y="902"/>
                  </a:lnTo>
                  <a:lnTo>
                    <a:pt x="6582" y="15"/>
                  </a:lnTo>
                  <a:lnTo>
                    <a:pt x="5510" y="939"/>
                  </a:lnTo>
                  <a:cubicBezTo>
                    <a:pt x="4966" y="371"/>
                    <a:pt x="4391" y="0"/>
                    <a:pt x="37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 name="Google Shape;274;p31"/>
          <p:cNvSpPr/>
          <p:nvPr/>
        </p:nvSpPr>
        <p:spPr>
          <a:xfrm>
            <a:off x="5340396" y="4254300"/>
            <a:ext cx="645729" cy="82283"/>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4"/>
          <p:cNvSpPr txBox="1">
            <a:spLocks noGrp="1"/>
          </p:cNvSpPr>
          <p:nvPr>
            <p:ph type="title"/>
          </p:nvPr>
        </p:nvSpPr>
        <p:spPr>
          <a:xfrm>
            <a:off x="1024373" y="1167350"/>
            <a:ext cx="4601400" cy="88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ar-SA" dirty="0"/>
              <a:t>مُقدمة</a:t>
            </a:r>
            <a:endParaRPr dirty="0"/>
          </a:p>
        </p:txBody>
      </p:sp>
      <p:sp>
        <p:nvSpPr>
          <p:cNvPr id="376" name="Google Shape;376;p34"/>
          <p:cNvSpPr txBox="1">
            <a:spLocks noGrp="1"/>
          </p:cNvSpPr>
          <p:nvPr>
            <p:ph type="subTitle" idx="1"/>
          </p:nvPr>
        </p:nvSpPr>
        <p:spPr>
          <a:xfrm>
            <a:off x="1033118" y="1886228"/>
            <a:ext cx="4601400" cy="2488627"/>
          </a:xfrm>
          <a:prstGeom prst="rect">
            <a:avLst/>
          </a:prstGeom>
        </p:spPr>
        <p:txBody>
          <a:bodyPr spcFirstLastPara="1" wrap="square" lIns="91425" tIns="91425" rIns="91425" bIns="91425" anchor="t" anchorCtr="0">
            <a:noAutofit/>
          </a:bodyPr>
          <a:lstStyle/>
          <a:p>
            <a:endParaRPr lang="ar-YE" sz="1600" b="1" dirty="0">
              <a:cs typeface="+mj-cs"/>
            </a:endParaRPr>
          </a:p>
          <a:p>
            <a:r>
              <a:rPr lang="ar-YE" sz="1600" dirty="0">
                <a:cs typeface="+mj-cs"/>
              </a:rPr>
              <a:t>تعتبر شركة آبل واحدة من الشركات الرائدة في مجال التكنولوجيا، معروفة بابتكاراتها في الأجهزة والبرمجيات. ومع تزايد اعتماد المستخدمين على منتجاتها، تبرز أهمية تقييم مخاطر الأمان. يهدف هذا التقييم إلى تحديد الأصول الحيوية للشركة والتهديدات المحتملة التي قد تؤثر على بيانات المستخدمين وعمليات الأعمال. من خلال تحليل المخاطر، تسعى آبل إلى تعزيز استراتيجيات الأمان وضمان حماية تجربة مستخدميها، مما يعكس التزامها المستمر بالابتكار والأمان.</a:t>
            </a:r>
          </a:p>
        </p:txBody>
      </p:sp>
      <p:grpSp>
        <p:nvGrpSpPr>
          <p:cNvPr id="377" name="Google Shape;377;p34"/>
          <p:cNvGrpSpPr/>
          <p:nvPr/>
        </p:nvGrpSpPr>
        <p:grpSpPr>
          <a:xfrm>
            <a:off x="6084746" y="1288063"/>
            <a:ext cx="2034881" cy="2567356"/>
            <a:chOff x="4141325" y="4225925"/>
            <a:chExt cx="753325" cy="950450"/>
          </a:xfrm>
        </p:grpSpPr>
        <p:sp>
          <p:nvSpPr>
            <p:cNvPr id="378" name="Google Shape;378;p34"/>
            <p:cNvSpPr/>
            <p:nvPr/>
          </p:nvSpPr>
          <p:spPr>
            <a:xfrm>
              <a:off x="4539700" y="4249425"/>
              <a:ext cx="268050" cy="272700"/>
            </a:xfrm>
            <a:custGeom>
              <a:avLst/>
              <a:gdLst/>
              <a:ahLst/>
              <a:cxnLst/>
              <a:rect l="l" t="t" r="r" b="b"/>
              <a:pathLst>
                <a:path w="10722" h="10908" extrusionOk="0">
                  <a:moveTo>
                    <a:pt x="5361" y="1"/>
                  </a:moveTo>
                  <a:cubicBezTo>
                    <a:pt x="2403" y="1"/>
                    <a:pt x="0" y="1849"/>
                    <a:pt x="0" y="4105"/>
                  </a:cubicBezTo>
                  <a:cubicBezTo>
                    <a:pt x="0" y="6397"/>
                    <a:pt x="2403" y="8245"/>
                    <a:pt x="5361" y="8245"/>
                  </a:cubicBezTo>
                  <a:cubicBezTo>
                    <a:pt x="5916" y="8245"/>
                    <a:pt x="6470" y="8171"/>
                    <a:pt x="6988" y="8061"/>
                  </a:cubicBezTo>
                  <a:lnTo>
                    <a:pt x="9206" y="10907"/>
                  </a:lnTo>
                  <a:lnTo>
                    <a:pt x="9206" y="10907"/>
                  </a:lnTo>
                  <a:lnTo>
                    <a:pt x="8171" y="7617"/>
                  </a:lnTo>
                  <a:cubicBezTo>
                    <a:pt x="9724" y="6877"/>
                    <a:pt x="10722" y="5583"/>
                    <a:pt x="10722" y="4105"/>
                  </a:cubicBezTo>
                  <a:cubicBezTo>
                    <a:pt x="10722" y="1849"/>
                    <a:pt x="8319" y="1"/>
                    <a:pt x="53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4"/>
            <p:cNvSpPr/>
            <p:nvPr/>
          </p:nvSpPr>
          <p:spPr>
            <a:xfrm>
              <a:off x="4607175" y="4613325"/>
              <a:ext cx="113700" cy="41625"/>
            </a:xfrm>
            <a:custGeom>
              <a:avLst/>
              <a:gdLst/>
              <a:ahLst/>
              <a:cxnLst/>
              <a:rect l="l" t="t" r="r" b="b"/>
              <a:pathLst>
                <a:path w="4548" h="1665" extrusionOk="0">
                  <a:moveTo>
                    <a:pt x="2489" y="0"/>
                  </a:moveTo>
                  <a:cubicBezTo>
                    <a:pt x="2149" y="0"/>
                    <a:pt x="988" y="640"/>
                    <a:pt x="851" y="640"/>
                  </a:cubicBezTo>
                  <a:cubicBezTo>
                    <a:pt x="740" y="640"/>
                    <a:pt x="185" y="381"/>
                    <a:pt x="185" y="381"/>
                  </a:cubicBezTo>
                  <a:lnTo>
                    <a:pt x="0" y="1010"/>
                  </a:lnTo>
                  <a:cubicBezTo>
                    <a:pt x="0" y="1010"/>
                    <a:pt x="1246" y="1406"/>
                    <a:pt x="1706" y="1406"/>
                  </a:cubicBezTo>
                  <a:cubicBezTo>
                    <a:pt x="1771" y="1406"/>
                    <a:pt x="1821" y="1398"/>
                    <a:pt x="1849" y="1379"/>
                  </a:cubicBezTo>
                  <a:cubicBezTo>
                    <a:pt x="1982" y="1313"/>
                    <a:pt x="2075" y="1299"/>
                    <a:pt x="2128" y="1299"/>
                  </a:cubicBezTo>
                  <a:cubicBezTo>
                    <a:pt x="2164" y="1299"/>
                    <a:pt x="2181" y="1305"/>
                    <a:pt x="2181" y="1305"/>
                  </a:cubicBezTo>
                  <a:cubicBezTo>
                    <a:pt x="2637" y="1561"/>
                    <a:pt x="3027" y="1664"/>
                    <a:pt x="3216" y="1664"/>
                  </a:cubicBezTo>
                  <a:cubicBezTo>
                    <a:pt x="3272" y="1664"/>
                    <a:pt x="3311" y="1655"/>
                    <a:pt x="3328" y="1638"/>
                  </a:cubicBezTo>
                  <a:cubicBezTo>
                    <a:pt x="3359" y="1544"/>
                    <a:pt x="2779" y="1211"/>
                    <a:pt x="2602" y="1111"/>
                  </a:cubicBezTo>
                  <a:lnTo>
                    <a:pt x="2602" y="1111"/>
                  </a:lnTo>
                  <a:cubicBezTo>
                    <a:pt x="2788" y="1214"/>
                    <a:pt x="3444" y="1561"/>
                    <a:pt x="3733" y="1561"/>
                  </a:cubicBezTo>
                  <a:cubicBezTo>
                    <a:pt x="3783" y="1561"/>
                    <a:pt x="3821" y="1551"/>
                    <a:pt x="3845" y="1527"/>
                  </a:cubicBezTo>
                  <a:cubicBezTo>
                    <a:pt x="3953" y="1456"/>
                    <a:pt x="3722" y="1306"/>
                    <a:pt x="3456" y="1171"/>
                  </a:cubicBezTo>
                  <a:lnTo>
                    <a:pt x="3456" y="1171"/>
                  </a:lnTo>
                  <a:cubicBezTo>
                    <a:pt x="3686" y="1262"/>
                    <a:pt x="3925" y="1341"/>
                    <a:pt x="4067" y="1341"/>
                  </a:cubicBezTo>
                  <a:cubicBezTo>
                    <a:pt x="4119" y="1341"/>
                    <a:pt x="4158" y="1330"/>
                    <a:pt x="4178" y="1305"/>
                  </a:cubicBezTo>
                  <a:cubicBezTo>
                    <a:pt x="4280" y="1221"/>
                    <a:pt x="4063" y="1066"/>
                    <a:pt x="3798" y="923"/>
                  </a:cubicBezTo>
                  <a:lnTo>
                    <a:pt x="3798" y="923"/>
                  </a:lnTo>
                  <a:cubicBezTo>
                    <a:pt x="4067" y="1029"/>
                    <a:pt x="4260" y="1074"/>
                    <a:pt x="4383" y="1074"/>
                  </a:cubicBezTo>
                  <a:cubicBezTo>
                    <a:pt x="4494" y="1074"/>
                    <a:pt x="4548" y="1037"/>
                    <a:pt x="4548" y="973"/>
                  </a:cubicBezTo>
                  <a:cubicBezTo>
                    <a:pt x="4548" y="788"/>
                    <a:pt x="2699" y="85"/>
                    <a:pt x="2551" y="11"/>
                  </a:cubicBezTo>
                  <a:cubicBezTo>
                    <a:pt x="2536" y="4"/>
                    <a:pt x="2515" y="0"/>
                    <a:pt x="2489" y="0"/>
                  </a:cubicBezTo>
                  <a:close/>
                </a:path>
              </a:pathLst>
            </a:custGeom>
            <a:solidFill>
              <a:srgbClr val="E45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4"/>
            <p:cNvSpPr/>
            <p:nvPr/>
          </p:nvSpPr>
          <p:spPr>
            <a:xfrm>
              <a:off x="4611800" y="4624700"/>
              <a:ext cx="210750" cy="30525"/>
            </a:xfrm>
            <a:custGeom>
              <a:avLst/>
              <a:gdLst/>
              <a:ahLst/>
              <a:cxnLst/>
              <a:rect l="l" t="t" r="r" b="b"/>
              <a:pathLst>
                <a:path w="8430" h="1221" extrusionOk="0">
                  <a:moveTo>
                    <a:pt x="0" y="0"/>
                  </a:moveTo>
                  <a:lnTo>
                    <a:pt x="0" y="1220"/>
                  </a:lnTo>
                  <a:lnTo>
                    <a:pt x="8429" y="1220"/>
                  </a:lnTo>
                  <a:lnTo>
                    <a:pt x="842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4"/>
            <p:cNvSpPr/>
            <p:nvPr/>
          </p:nvSpPr>
          <p:spPr>
            <a:xfrm>
              <a:off x="4801275" y="4425050"/>
              <a:ext cx="78575" cy="216300"/>
            </a:xfrm>
            <a:custGeom>
              <a:avLst/>
              <a:gdLst/>
              <a:ahLst/>
              <a:cxnLst/>
              <a:rect l="l" t="t" r="r" b="b"/>
              <a:pathLst>
                <a:path w="3143" h="8652" extrusionOk="0">
                  <a:moveTo>
                    <a:pt x="2736" y="0"/>
                  </a:moveTo>
                  <a:lnTo>
                    <a:pt x="0" y="8467"/>
                  </a:lnTo>
                  <a:lnTo>
                    <a:pt x="407" y="8651"/>
                  </a:lnTo>
                  <a:lnTo>
                    <a:pt x="3143" y="148"/>
                  </a:lnTo>
                  <a:lnTo>
                    <a:pt x="273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4"/>
            <p:cNvSpPr/>
            <p:nvPr/>
          </p:nvSpPr>
          <p:spPr>
            <a:xfrm>
              <a:off x="4501800" y="5095150"/>
              <a:ext cx="154375" cy="78575"/>
            </a:xfrm>
            <a:custGeom>
              <a:avLst/>
              <a:gdLst/>
              <a:ahLst/>
              <a:cxnLst/>
              <a:rect l="l" t="t" r="r" b="b"/>
              <a:pathLst>
                <a:path w="6175" h="3143" extrusionOk="0">
                  <a:moveTo>
                    <a:pt x="407" y="0"/>
                  </a:moveTo>
                  <a:cubicBezTo>
                    <a:pt x="407" y="0"/>
                    <a:pt x="1" y="1664"/>
                    <a:pt x="74" y="2033"/>
                  </a:cubicBezTo>
                  <a:cubicBezTo>
                    <a:pt x="176" y="2371"/>
                    <a:pt x="1571" y="2708"/>
                    <a:pt x="1954" y="2708"/>
                  </a:cubicBezTo>
                  <a:cubicBezTo>
                    <a:pt x="1991" y="2708"/>
                    <a:pt x="2018" y="2705"/>
                    <a:pt x="2034" y="2699"/>
                  </a:cubicBezTo>
                  <a:cubicBezTo>
                    <a:pt x="2134" y="2639"/>
                    <a:pt x="2341" y="2568"/>
                    <a:pt x="2546" y="2568"/>
                  </a:cubicBezTo>
                  <a:cubicBezTo>
                    <a:pt x="2721" y="2568"/>
                    <a:pt x="2893" y="2620"/>
                    <a:pt x="2995" y="2773"/>
                  </a:cubicBezTo>
                  <a:cubicBezTo>
                    <a:pt x="3139" y="2989"/>
                    <a:pt x="3549" y="3143"/>
                    <a:pt x="4082" y="3143"/>
                  </a:cubicBezTo>
                  <a:cubicBezTo>
                    <a:pt x="4369" y="3143"/>
                    <a:pt x="4692" y="3098"/>
                    <a:pt x="5029" y="2995"/>
                  </a:cubicBezTo>
                  <a:cubicBezTo>
                    <a:pt x="5990" y="2736"/>
                    <a:pt x="6175" y="1960"/>
                    <a:pt x="5324" y="1590"/>
                  </a:cubicBezTo>
                  <a:cubicBezTo>
                    <a:pt x="4289" y="1146"/>
                    <a:pt x="2367" y="185"/>
                    <a:pt x="2367" y="185"/>
                  </a:cubicBezTo>
                  <a:lnTo>
                    <a:pt x="40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4"/>
            <p:cNvSpPr/>
            <p:nvPr/>
          </p:nvSpPr>
          <p:spPr>
            <a:xfrm>
              <a:off x="4256875" y="4650575"/>
              <a:ext cx="388200" cy="459375"/>
            </a:xfrm>
            <a:custGeom>
              <a:avLst/>
              <a:gdLst/>
              <a:ahLst/>
              <a:cxnLst/>
              <a:rect l="l" t="t" r="r" b="b"/>
              <a:pathLst>
                <a:path w="15528" h="18375" extrusionOk="0">
                  <a:moveTo>
                    <a:pt x="2071" y="0"/>
                  </a:moveTo>
                  <a:cubicBezTo>
                    <a:pt x="740" y="1738"/>
                    <a:pt x="0" y="3586"/>
                    <a:pt x="592" y="3771"/>
                  </a:cubicBezTo>
                  <a:cubicBezTo>
                    <a:pt x="1109" y="3956"/>
                    <a:pt x="9650" y="4732"/>
                    <a:pt x="10167" y="5250"/>
                  </a:cubicBezTo>
                  <a:cubicBezTo>
                    <a:pt x="10685" y="5805"/>
                    <a:pt x="10019" y="18116"/>
                    <a:pt x="10019" y="18116"/>
                  </a:cubicBezTo>
                  <a:lnTo>
                    <a:pt x="12755" y="18375"/>
                  </a:lnTo>
                  <a:cubicBezTo>
                    <a:pt x="12755" y="18375"/>
                    <a:pt x="15528" y="4622"/>
                    <a:pt x="14456" y="3845"/>
                  </a:cubicBezTo>
                  <a:cubicBezTo>
                    <a:pt x="13421" y="3032"/>
                    <a:pt x="5361" y="37"/>
                    <a:pt x="5361" y="37"/>
                  </a:cubicBezTo>
                  <a:lnTo>
                    <a:pt x="207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4"/>
            <p:cNvSpPr/>
            <p:nvPr/>
          </p:nvSpPr>
          <p:spPr>
            <a:xfrm>
              <a:off x="4141325" y="4455550"/>
              <a:ext cx="117425" cy="344775"/>
            </a:xfrm>
            <a:custGeom>
              <a:avLst/>
              <a:gdLst/>
              <a:ahLst/>
              <a:cxnLst/>
              <a:rect l="l" t="t" r="r" b="b"/>
              <a:pathLst>
                <a:path w="4697" h="13791" extrusionOk="0">
                  <a:moveTo>
                    <a:pt x="1850" y="0"/>
                  </a:moveTo>
                  <a:lnTo>
                    <a:pt x="1" y="444"/>
                  </a:lnTo>
                  <a:lnTo>
                    <a:pt x="3328" y="13790"/>
                  </a:lnTo>
                  <a:lnTo>
                    <a:pt x="4696" y="13495"/>
                  </a:lnTo>
                  <a:lnTo>
                    <a:pt x="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4"/>
            <p:cNvSpPr/>
            <p:nvPr/>
          </p:nvSpPr>
          <p:spPr>
            <a:xfrm>
              <a:off x="4509200" y="4810475"/>
              <a:ext cx="13875" cy="365100"/>
            </a:xfrm>
            <a:custGeom>
              <a:avLst/>
              <a:gdLst/>
              <a:ahLst/>
              <a:cxnLst/>
              <a:rect l="l" t="t" r="r" b="b"/>
              <a:pathLst>
                <a:path w="555" h="14604" extrusionOk="0">
                  <a:moveTo>
                    <a:pt x="0" y="0"/>
                  </a:moveTo>
                  <a:lnTo>
                    <a:pt x="0" y="14604"/>
                  </a:lnTo>
                  <a:lnTo>
                    <a:pt x="555" y="14604"/>
                  </a:lnTo>
                  <a:lnTo>
                    <a:pt x="5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4"/>
            <p:cNvSpPr/>
            <p:nvPr/>
          </p:nvSpPr>
          <p:spPr>
            <a:xfrm>
              <a:off x="4252250" y="4810475"/>
              <a:ext cx="13900" cy="365100"/>
            </a:xfrm>
            <a:custGeom>
              <a:avLst/>
              <a:gdLst/>
              <a:ahLst/>
              <a:cxnLst/>
              <a:rect l="l" t="t" r="r" b="b"/>
              <a:pathLst>
                <a:path w="556" h="14604" extrusionOk="0">
                  <a:moveTo>
                    <a:pt x="0" y="0"/>
                  </a:moveTo>
                  <a:lnTo>
                    <a:pt x="0" y="14604"/>
                  </a:lnTo>
                  <a:lnTo>
                    <a:pt x="555" y="14604"/>
                  </a:lnTo>
                  <a:lnTo>
                    <a:pt x="5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4"/>
            <p:cNvSpPr/>
            <p:nvPr/>
          </p:nvSpPr>
          <p:spPr>
            <a:xfrm>
              <a:off x="4215275" y="4776275"/>
              <a:ext cx="344775" cy="47150"/>
            </a:xfrm>
            <a:custGeom>
              <a:avLst/>
              <a:gdLst/>
              <a:ahLst/>
              <a:cxnLst/>
              <a:rect l="l" t="t" r="r" b="b"/>
              <a:pathLst>
                <a:path w="13791" h="1886" extrusionOk="0">
                  <a:moveTo>
                    <a:pt x="1" y="0"/>
                  </a:moveTo>
                  <a:lnTo>
                    <a:pt x="1" y="1886"/>
                  </a:lnTo>
                  <a:lnTo>
                    <a:pt x="13791" y="1886"/>
                  </a:lnTo>
                  <a:lnTo>
                    <a:pt x="1379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4"/>
            <p:cNvSpPr/>
            <p:nvPr/>
          </p:nvSpPr>
          <p:spPr>
            <a:xfrm>
              <a:off x="4334475" y="4323375"/>
              <a:ext cx="84175" cy="109100"/>
            </a:xfrm>
            <a:custGeom>
              <a:avLst/>
              <a:gdLst/>
              <a:ahLst/>
              <a:cxnLst/>
              <a:rect l="l" t="t" r="r" b="b"/>
              <a:pathLst>
                <a:path w="3367" h="4364" extrusionOk="0">
                  <a:moveTo>
                    <a:pt x="1666" y="1"/>
                  </a:moveTo>
                  <a:cubicBezTo>
                    <a:pt x="1274" y="2103"/>
                    <a:pt x="58" y="2728"/>
                    <a:pt x="3" y="2738"/>
                  </a:cubicBezTo>
                  <a:lnTo>
                    <a:pt x="3" y="2738"/>
                  </a:lnTo>
                  <a:cubicBezTo>
                    <a:pt x="3" y="2737"/>
                    <a:pt x="2" y="2737"/>
                    <a:pt x="2" y="2736"/>
                  </a:cubicBezTo>
                  <a:lnTo>
                    <a:pt x="2" y="2736"/>
                  </a:lnTo>
                  <a:cubicBezTo>
                    <a:pt x="1" y="2737"/>
                    <a:pt x="1" y="2738"/>
                    <a:pt x="2" y="2738"/>
                  </a:cubicBezTo>
                  <a:cubicBezTo>
                    <a:pt x="2" y="2738"/>
                    <a:pt x="3" y="2738"/>
                    <a:pt x="3" y="2738"/>
                  </a:cubicBezTo>
                  <a:lnTo>
                    <a:pt x="3" y="2738"/>
                  </a:lnTo>
                  <a:cubicBezTo>
                    <a:pt x="1193" y="4301"/>
                    <a:pt x="2226" y="4364"/>
                    <a:pt x="2384" y="4364"/>
                  </a:cubicBezTo>
                  <a:cubicBezTo>
                    <a:pt x="2398" y="4364"/>
                    <a:pt x="2405" y="4363"/>
                    <a:pt x="2405" y="4363"/>
                  </a:cubicBezTo>
                  <a:cubicBezTo>
                    <a:pt x="2220" y="2958"/>
                    <a:pt x="3366" y="888"/>
                    <a:pt x="3366" y="888"/>
                  </a:cubicBezTo>
                  <a:lnTo>
                    <a:pt x="1666" y="1"/>
                  </a:lnTo>
                  <a:close/>
                </a:path>
              </a:pathLst>
            </a:custGeom>
            <a:solidFill>
              <a:srgbClr val="E45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4"/>
            <p:cNvSpPr/>
            <p:nvPr/>
          </p:nvSpPr>
          <p:spPr>
            <a:xfrm>
              <a:off x="4361325" y="4255775"/>
              <a:ext cx="117400" cy="142700"/>
            </a:xfrm>
            <a:custGeom>
              <a:avLst/>
              <a:gdLst/>
              <a:ahLst/>
              <a:cxnLst/>
              <a:rect l="l" t="t" r="r" b="b"/>
              <a:pathLst>
                <a:path w="4696" h="5708" extrusionOk="0">
                  <a:moveTo>
                    <a:pt x="2080" y="1"/>
                  </a:moveTo>
                  <a:cubicBezTo>
                    <a:pt x="1501" y="1"/>
                    <a:pt x="998" y="43"/>
                    <a:pt x="998" y="43"/>
                  </a:cubicBezTo>
                  <a:cubicBezTo>
                    <a:pt x="444" y="228"/>
                    <a:pt x="0" y="1004"/>
                    <a:pt x="259" y="2889"/>
                  </a:cubicBezTo>
                  <a:cubicBezTo>
                    <a:pt x="470" y="4683"/>
                    <a:pt x="1785" y="5707"/>
                    <a:pt x="2199" y="5707"/>
                  </a:cubicBezTo>
                  <a:cubicBezTo>
                    <a:pt x="2220" y="5707"/>
                    <a:pt x="2239" y="5705"/>
                    <a:pt x="2255" y="5699"/>
                  </a:cubicBezTo>
                  <a:cubicBezTo>
                    <a:pt x="2514" y="5625"/>
                    <a:pt x="3290" y="4701"/>
                    <a:pt x="3438" y="4553"/>
                  </a:cubicBezTo>
                  <a:cubicBezTo>
                    <a:pt x="3474" y="4518"/>
                    <a:pt x="3515" y="4506"/>
                    <a:pt x="3560" y="4506"/>
                  </a:cubicBezTo>
                  <a:cubicBezTo>
                    <a:pt x="3657" y="4506"/>
                    <a:pt x="3767" y="4564"/>
                    <a:pt x="3855" y="4564"/>
                  </a:cubicBezTo>
                  <a:cubicBezTo>
                    <a:pt x="3894" y="4564"/>
                    <a:pt x="3929" y="4551"/>
                    <a:pt x="3956" y="4516"/>
                  </a:cubicBezTo>
                  <a:cubicBezTo>
                    <a:pt x="4030" y="4368"/>
                    <a:pt x="3919" y="4036"/>
                    <a:pt x="3845" y="3629"/>
                  </a:cubicBezTo>
                  <a:cubicBezTo>
                    <a:pt x="3808" y="3222"/>
                    <a:pt x="4215" y="2002"/>
                    <a:pt x="4473" y="1632"/>
                  </a:cubicBezTo>
                  <a:cubicBezTo>
                    <a:pt x="4695" y="1263"/>
                    <a:pt x="4141" y="671"/>
                    <a:pt x="3697" y="264"/>
                  </a:cubicBezTo>
                  <a:cubicBezTo>
                    <a:pt x="3445" y="51"/>
                    <a:pt x="2717" y="1"/>
                    <a:pt x="2080"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4"/>
            <p:cNvSpPr/>
            <p:nvPr/>
          </p:nvSpPr>
          <p:spPr>
            <a:xfrm>
              <a:off x="4575750" y="5104375"/>
              <a:ext cx="155300" cy="72000"/>
            </a:xfrm>
            <a:custGeom>
              <a:avLst/>
              <a:gdLst/>
              <a:ahLst/>
              <a:cxnLst/>
              <a:rect l="l" t="t" r="r" b="b"/>
              <a:pathLst>
                <a:path w="6212" h="2880" extrusionOk="0">
                  <a:moveTo>
                    <a:pt x="1775" y="1"/>
                  </a:moveTo>
                  <a:lnTo>
                    <a:pt x="222" y="334"/>
                  </a:lnTo>
                  <a:cubicBezTo>
                    <a:pt x="222" y="334"/>
                    <a:pt x="0" y="1443"/>
                    <a:pt x="111" y="1812"/>
                  </a:cubicBezTo>
                  <a:cubicBezTo>
                    <a:pt x="176" y="2137"/>
                    <a:pt x="1464" y="2461"/>
                    <a:pt x="1904" y="2461"/>
                  </a:cubicBezTo>
                  <a:cubicBezTo>
                    <a:pt x="1966" y="2461"/>
                    <a:pt x="2011" y="2455"/>
                    <a:pt x="2034" y="2441"/>
                  </a:cubicBezTo>
                  <a:cubicBezTo>
                    <a:pt x="2130" y="2402"/>
                    <a:pt x="2327" y="2344"/>
                    <a:pt x="2525" y="2344"/>
                  </a:cubicBezTo>
                  <a:cubicBezTo>
                    <a:pt x="2707" y="2344"/>
                    <a:pt x="2889" y="2393"/>
                    <a:pt x="2995" y="2552"/>
                  </a:cubicBezTo>
                  <a:cubicBezTo>
                    <a:pt x="3156" y="2759"/>
                    <a:pt x="3531" y="2880"/>
                    <a:pt x="4022" y="2880"/>
                  </a:cubicBezTo>
                  <a:cubicBezTo>
                    <a:pt x="4321" y="2880"/>
                    <a:pt x="4664" y="2835"/>
                    <a:pt x="5028" y="2737"/>
                  </a:cubicBezTo>
                  <a:cubicBezTo>
                    <a:pt x="6026" y="2441"/>
                    <a:pt x="6211" y="1664"/>
                    <a:pt x="5324" y="1295"/>
                  </a:cubicBezTo>
                  <a:cubicBezTo>
                    <a:pt x="4289" y="888"/>
                    <a:pt x="1775" y="1"/>
                    <a:pt x="17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4"/>
            <p:cNvSpPr/>
            <p:nvPr/>
          </p:nvSpPr>
          <p:spPr>
            <a:xfrm>
              <a:off x="4339125" y="4241550"/>
              <a:ext cx="134050" cy="105525"/>
            </a:xfrm>
            <a:custGeom>
              <a:avLst/>
              <a:gdLst/>
              <a:ahLst/>
              <a:cxnLst/>
              <a:rect l="l" t="t" r="r" b="b"/>
              <a:pathLst>
                <a:path w="5362" h="4221" extrusionOk="0">
                  <a:moveTo>
                    <a:pt x="2016" y="0"/>
                  </a:moveTo>
                  <a:cubicBezTo>
                    <a:pt x="987" y="0"/>
                    <a:pt x="801" y="1051"/>
                    <a:pt x="740" y="1203"/>
                  </a:cubicBezTo>
                  <a:cubicBezTo>
                    <a:pt x="629" y="1388"/>
                    <a:pt x="518" y="1573"/>
                    <a:pt x="407" y="1758"/>
                  </a:cubicBezTo>
                  <a:cubicBezTo>
                    <a:pt x="186" y="2127"/>
                    <a:pt x="1" y="2571"/>
                    <a:pt x="75" y="3052"/>
                  </a:cubicBezTo>
                  <a:cubicBezTo>
                    <a:pt x="186" y="3495"/>
                    <a:pt x="370" y="3791"/>
                    <a:pt x="592" y="4050"/>
                  </a:cubicBezTo>
                  <a:cubicBezTo>
                    <a:pt x="710" y="4167"/>
                    <a:pt x="854" y="4220"/>
                    <a:pt x="996" y="4220"/>
                  </a:cubicBezTo>
                  <a:cubicBezTo>
                    <a:pt x="1256" y="4220"/>
                    <a:pt x="1506" y="4041"/>
                    <a:pt x="1553" y="3754"/>
                  </a:cubicBezTo>
                  <a:cubicBezTo>
                    <a:pt x="1553" y="3643"/>
                    <a:pt x="1553" y="3606"/>
                    <a:pt x="1627" y="3495"/>
                  </a:cubicBezTo>
                  <a:cubicBezTo>
                    <a:pt x="1517" y="3421"/>
                    <a:pt x="1147" y="2941"/>
                    <a:pt x="1369" y="2534"/>
                  </a:cubicBezTo>
                  <a:cubicBezTo>
                    <a:pt x="1478" y="2315"/>
                    <a:pt x="1654" y="2215"/>
                    <a:pt x="1824" y="2215"/>
                  </a:cubicBezTo>
                  <a:cubicBezTo>
                    <a:pt x="2054" y="2215"/>
                    <a:pt x="2272" y="2399"/>
                    <a:pt x="2293" y="2719"/>
                  </a:cubicBezTo>
                  <a:cubicBezTo>
                    <a:pt x="2293" y="2904"/>
                    <a:pt x="2108" y="3421"/>
                    <a:pt x="2293" y="3495"/>
                  </a:cubicBezTo>
                  <a:lnTo>
                    <a:pt x="2404" y="3495"/>
                  </a:lnTo>
                  <a:cubicBezTo>
                    <a:pt x="2589" y="3495"/>
                    <a:pt x="2589" y="3347"/>
                    <a:pt x="2663" y="3163"/>
                  </a:cubicBezTo>
                  <a:cubicBezTo>
                    <a:pt x="2774" y="2978"/>
                    <a:pt x="2774" y="2312"/>
                    <a:pt x="2995" y="2201"/>
                  </a:cubicBezTo>
                  <a:cubicBezTo>
                    <a:pt x="3018" y="2192"/>
                    <a:pt x="3042" y="2188"/>
                    <a:pt x="3067" y="2188"/>
                  </a:cubicBezTo>
                  <a:cubicBezTo>
                    <a:pt x="3251" y="2188"/>
                    <a:pt x="3498" y="2400"/>
                    <a:pt x="3661" y="2497"/>
                  </a:cubicBezTo>
                  <a:cubicBezTo>
                    <a:pt x="3957" y="2608"/>
                    <a:pt x="4437" y="2719"/>
                    <a:pt x="4770" y="2719"/>
                  </a:cubicBezTo>
                  <a:cubicBezTo>
                    <a:pt x="4955" y="2719"/>
                    <a:pt x="5177" y="2682"/>
                    <a:pt x="5361" y="2608"/>
                  </a:cubicBezTo>
                  <a:lnTo>
                    <a:pt x="5214" y="2497"/>
                  </a:lnTo>
                  <a:cubicBezTo>
                    <a:pt x="4622" y="1647"/>
                    <a:pt x="4215" y="833"/>
                    <a:pt x="3402" y="168"/>
                  </a:cubicBezTo>
                  <a:cubicBezTo>
                    <a:pt x="3328" y="168"/>
                    <a:pt x="3217" y="242"/>
                    <a:pt x="3106" y="242"/>
                  </a:cubicBezTo>
                  <a:cubicBezTo>
                    <a:pt x="2995" y="242"/>
                    <a:pt x="2921" y="168"/>
                    <a:pt x="2810" y="168"/>
                  </a:cubicBezTo>
                  <a:cubicBezTo>
                    <a:pt x="2501" y="50"/>
                    <a:pt x="2239" y="0"/>
                    <a:pt x="20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4"/>
            <p:cNvSpPr/>
            <p:nvPr/>
          </p:nvSpPr>
          <p:spPr>
            <a:xfrm>
              <a:off x="4239300" y="4637625"/>
              <a:ext cx="404875" cy="478800"/>
            </a:xfrm>
            <a:custGeom>
              <a:avLst/>
              <a:gdLst/>
              <a:ahLst/>
              <a:cxnLst/>
              <a:rect l="l" t="t" r="r" b="b"/>
              <a:pathLst>
                <a:path w="16195" h="19152" extrusionOk="0">
                  <a:moveTo>
                    <a:pt x="1849" y="1"/>
                  </a:moveTo>
                  <a:cubicBezTo>
                    <a:pt x="1" y="1849"/>
                    <a:pt x="703" y="5546"/>
                    <a:pt x="1591" y="5583"/>
                  </a:cubicBezTo>
                  <a:cubicBezTo>
                    <a:pt x="2145" y="5583"/>
                    <a:pt x="11092" y="5583"/>
                    <a:pt x="11647" y="5916"/>
                  </a:cubicBezTo>
                  <a:cubicBezTo>
                    <a:pt x="12312" y="6286"/>
                    <a:pt x="13458" y="19151"/>
                    <a:pt x="13458" y="19151"/>
                  </a:cubicBezTo>
                  <a:lnTo>
                    <a:pt x="16194" y="18856"/>
                  </a:lnTo>
                  <a:cubicBezTo>
                    <a:pt x="16194" y="18856"/>
                    <a:pt x="16009" y="5324"/>
                    <a:pt x="14937" y="4548"/>
                  </a:cubicBezTo>
                  <a:cubicBezTo>
                    <a:pt x="13939" y="3735"/>
                    <a:pt x="5546" y="740"/>
                    <a:pt x="5546" y="740"/>
                  </a:cubicBezTo>
                  <a:lnTo>
                    <a:pt x="184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4"/>
            <p:cNvSpPr/>
            <p:nvPr/>
          </p:nvSpPr>
          <p:spPr>
            <a:xfrm>
              <a:off x="4321575" y="4413375"/>
              <a:ext cx="340150" cy="241850"/>
            </a:xfrm>
            <a:custGeom>
              <a:avLst/>
              <a:gdLst/>
              <a:ahLst/>
              <a:cxnLst/>
              <a:rect l="l" t="t" r="r" b="b"/>
              <a:pathLst>
                <a:path w="13606" h="9674" extrusionOk="0">
                  <a:moveTo>
                    <a:pt x="1786" y="0"/>
                  </a:moveTo>
                  <a:cubicBezTo>
                    <a:pt x="1393" y="0"/>
                    <a:pt x="990" y="263"/>
                    <a:pt x="666" y="948"/>
                  </a:cubicBezTo>
                  <a:cubicBezTo>
                    <a:pt x="0" y="2316"/>
                    <a:pt x="4585" y="7307"/>
                    <a:pt x="5361" y="7861"/>
                  </a:cubicBezTo>
                  <a:cubicBezTo>
                    <a:pt x="6137" y="8416"/>
                    <a:pt x="13273" y="9673"/>
                    <a:pt x="13273" y="9673"/>
                  </a:cubicBezTo>
                  <a:lnTo>
                    <a:pt x="13605" y="7972"/>
                  </a:lnTo>
                  <a:cubicBezTo>
                    <a:pt x="13605" y="7972"/>
                    <a:pt x="6581" y="6235"/>
                    <a:pt x="6211" y="5865"/>
                  </a:cubicBezTo>
                  <a:cubicBezTo>
                    <a:pt x="5805" y="5495"/>
                    <a:pt x="3439" y="1503"/>
                    <a:pt x="2884" y="689"/>
                  </a:cubicBezTo>
                  <a:cubicBezTo>
                    <a:pt x="2600" y="291"/>
                    <a:pt x="2199" y="0"/>
                    <a:pt x="17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4"/>
            <p:cNvSpPr/>
            <p:nvPr/>
          </p:nvSpPr>
          <p:spPr>
            <a:xfrm>
              <a:off x="4244850" y="4382525"/>
              <a:ext cx="215375" cy="322775"/>
            </a:xfrm>
            <a:custGeom>
              <a:avLst/>
              <a:gdLst/>
              <a:ahLst/>
              <a:cxnLst/>
              <a:rect l="l" t="t" r="r" b="b"/>
              <a:pathLst>
                <a:path w="8615" h="12911" extrusionOk="0">
                  <a:moveTo>
                    <a:pt x="2330" y="1"/>
                  </a:moveTo>
                  <a:cubicBezTo>
                    <a:pt x="666" y="1480"/>
                    <a:pt x="75" y="3957"/>
                    <a:pt x="260" y="5953"/>
                  </a:cubicBezTo>
                  <a:cubicBezTo>
                    <a:pt x="518" y="7949"/>
                    <a:pt x="1" y="12312"/>
                    <a:pt x="1" y="12312"/>
                  </a:cubicBezTo>
                  <a:cubicBezTo>
                    <a:pt x="735" y="12753"/>
                    <a:pt x="1746" y="12910"/>
                    <a:pt x="2818" y="12910"/>
                  </a:cubicBezTo>
                  <a:cubicBezTo>
                    <a:pt x="5524" y="12910"/>
                    <a:pt x="8615" y="11905"/>
                    <a:pt x="8615" y="11905"/>
                  </a:cubicBezTo>
                  <a:cubicBezTo>
                    <a:pt x="8615" y="11905"/>
                    <a:pt x="7321" y="6729"/>
                    <a:pt x="7210" y="5805"/>
                  </a:cubicBezTo>
                  <a:cubicBezTo>
                    <a:pt x="7136" y="4881"/>
                    <a:pt x="5435" y="1332"/>
                    <a:pt x="5435" y="1332"/>
                  </a:cubicBezTo>
                  <a:cubicBezTo>
                    <a:pt x="5422" y="1332"/>
                    <a:pt x="5408" y="1332"/>
                    <a:pt x="5393" y="1332"/>
                  </a:cubicBezTo>
                  <a:cubicBezTo>
                    <a:pt x="4345" y="1332"/>
                    <a:pt x="2330" y="1"/>
                    <a:pt x="23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4"/>
            <p:cNvSpPr/>
            <p:nvPr/>
          </p:nvSpPr>
          <p:spPr>
            <a:xfrm>
              <a:off x="4279050" y="4454700"/>
              <a:ext cx="182100" cy="251350"/>
            </a:xfrm>
            <a:custGeom>
              <a:avLst/>
              <a:gdLst/>
              <a:ahLst/>
              <a:cxnLst/>
              <a:rect l="l" t="t" r="r" b="b"/>
              <a:pathLst>
                <a:path w="7284" h="10054" extrusionOk="0">
                  <a:moveTo>
                    <a:pt x="1703" y="0"/>
                  </a:moveTo>
                  <a:cubicBezTo>
                    <a:pt x="1399" y="0"/>
                    <a:pt x="1109" y="234"/>
                    <a:pt x="777" y="663"/>
                  </a:cubicBezTo>
                  <a:cubicBezTo>
                    <a:pt x="1" y="1735"/>
                    <a:pt x="1553" y="3251"/>
                    <a:pt x="1960" y="4175"/>
                  </a:cubicBezTo>
                  <a:cubicBezTo>
                    <a:pt x="2847" y="6135"/>
                    <a:pt x="3661" y="8168"/>
                    <a:pt x="2810" y="10053"/>
                  </a:cubicBezTo>
                  <a:cubicBezTo>
                    <a:pt x="4363" y="10016"/>
                    <a:pt x="7284" y="9092"/>
                    <a:pt x="7284" y="9092"/>
                  </a:cubicBezTo>
                  <a:cubicBezTo>
                    <a:pt x="7284" y="9092"/>
                    <a:pt x="5916" y="5691"/>
                    <a:pt x="5916" y="3768"/>
                  </a:cubicBezTo>
                  <a:cubicBezTo>
                    <a:pt x="5435" y="3473"/>
                    <a:pt x="5029" y="3214"/>
                    <a:pt x="4622" y="2844"/>
                  </a:cubicBezTo>
                  <a:cubicBezTo>
                    <a:pt x="3883" y="2142"/>
                    <a:pt x="3217" y="1328"/>
                    <a:pt x="2589" y="589"/>
                  </a:cubicBezTo>
                  <a:cubicBezTo>
                    <a:pt x="2257" y="187"/>
                    <a:pt x="1974" y="0"/>
                    <a:pt x="17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4"/>
            <p:cNvSpPr/>
            <p:nvPr/>
          </p:nvSpPr>
          <p:spPr>
            <a:xfrm>
              <a:off x="4623800" y="4592250"/>
              <a:ext cx="126650" cy="59575"/>
            </a:xfrm>
            <a:custGeom>
              <a:avLst/>
              <a:gdLst/>
              <a:ahLst/>
              <a:cxnLst/>
              <a:rect l="l" t="t" r="r" b="b"/>
              <a:pathLst>
                <a:path w="5066" h="2383" extrusionOk="0">
                  <a:moveTo>
                    <a:pt x="3010" y="0"/>
                  </a:moveTo>
                  <a:cubicBezTo>
                    <a:pt x="2742" y="0"/>
                    <a:pt x="1179" y="1039"/>
                    <a:pt x="1036" y="1039"/>
                  </a:cubicBezTo>
                  <a:cubicBezTo>
                    <a:pt x="987" y="1052"/>
                    <a:pt x="884" y="1056"/>
                    <a:pt x="769" y="1056"/>
                  </a:cubicBezTo>
                  <a:cubicBezTo>
                    <a:pt x="539" y="1056"/>
                    <a:pt x="259" y="1039"/>
                    <a:pt x="259" y="1039"/>
                  </a:cubicBezTo>
                  <a:lnTo>
                    <a:pt x="1" y="2148"/>
                  </a:lnTo>
                  <a:cubicBezTo>
                    <a:pt x="1" y="2148"/>
                    <a:pt x="520" y="2268"/>
                    <a:pt x="1047" y="2268"/>
                  </a:cubicBezTo>
                  <a:cubicBezTo>
                    <a:pt x="1398" y="2268"/>
                    <a:pt x="1753" y="2215"/>
                    <a:pt x="1960" y="2037"/>
                  </a:cubicBezTo>
                  <a:cubicBezTo>
                    <a:pt x="2219" y="1853"/>
                    <a:pt x="2478" y="1816"/>
                    <a:pt x="2478" y="1816"/>
                  </a:cubicBezTo>
                  <a:cubicBezTo>
                    <a:pt x="2907" y="2188"/>
                    <a:pt x="3293" y="2383"/>
                    <a:pt x="3496" y="2383"/>
                  </a:cubicBezTo>
                  <a:cubicBezTo>
                    <a:pt x="3555" y="2383"/>
                    <a:pt x="3599" y="2366"/>
                    <a:pt x="3624" y="2333"/>
                  </a:cubicBezTo>
                  <a:cubicBezTo>
                    <a:pt x="3698" y="2186"/>
                    <a:pt x="2887" y="1485"/>
                    <a:pt x="2884" y="1483"/>
                  </a:cubicBezTo>
                  <a:lnTo>
                    <a:pt x="2884" y="1483"/>
                  </a:lnTo>
                  <a:cubicBezTo>
                    <a:pt x="2887" y="1486"/>
                    <a:pt x="3740" y="2220"/>
                    <a:pt x="4080" y="2220"/>
                  </a:cubicBezTo>
                  <a:cubicBezTo>
                    <a:pt x="4121" y="2220"/>
                    <a:pt x="4155" y="2209"/>
                    <a:pt x="4178" y="2185"/>
                  </a:cubicBezTo>
                  <a:cubicBezTo>
                    <a:pt x="4311" y="2091"/>
                    <a:pt x="4066" y="1851"/>
                    <a:pt x="3795" y="1639"/>
                  </a:cubicBezTo>
                  <a:lnTo>
                    <a:pt x="3795" y="1639"/>
                  </a:lnTo>
                  <a:cubicBezTo>
                    <a:pt x="4055" y="1805"/>
                    <a:pt x="4348" y="1962"/>
                    <a:pt x="4517" y="1962"/>
                  </a:cubicBezTo>
                  <a:cubicBezTo>
                    <a:pt x="4561" y="1962"/>
                    <a:pt x="4597" y="1951"/>
                    <a:pt x="4622" y="1927"/>
                  </a:cubicBezTo>
                  <a:cubicBezTo>
                    <a:pt x="4730" y="1775"/>
                    <a:pt x="4333" y="1447"/>
                    <a:pt x="3985" y="1201"/>
                  </a:cubicBezTo>
                  <a:lnTo>
                    <a:pt x="3985" y="1201"/>
                  </a:lnTo>
                  <a:cubicBezTo>
                    <a:pt x="4403" y="1453"/>
                    <a:pt x="4693" y="1557"/>
                    <a:pt x="4868" y="1557"/>
                  </a:cubicBezTo>
                  <a:cubicBezTo>
                    <a:pt x="4977" y="1557"/>
                    <a:pt x="5042" y="1516"/>
                    <a:pt x="5066" y="1446"/>
                  </a:cubicBezTo>
                  <a:cubicBezTo>
                    <a:pt x="5066" y="1224"/>
                    <a:pt x="3217" y="152"/>
                    <a:pt x="3032" y="4"/>
                  </a:cubicBezTo>
                  <a:cubicBezTo>
                    <a:pt x="3026" y="2"/>
                    <a:pt x="3019" y="0"/>
                    <a:pt x="3010"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4"/>
            <p:cNvSpPr/>
            <p:nvPr/>
          </p:nvSpPr>
          <p:spPr>
            <a:xfrm>
              <a:off x="4428775" y="4655200"/>
              <a:ext cx="12050" cy="519450"/>
            </a:xfrm>
            <a:custGeom>
              <a:avLst/>
              <a:gdLst/>
              <a:ahLst/>
              <a:cxnLst/>
              <a:rect l="l" t="t" r="r" b="b"/>
              <a:pathLst>
                <a:path w="482" h="20778" extrusionOk="0">
                  <a:moveTo>
                    <a:pt x="1" y="0"/>
                  </a:moveTo>
                  <a:lnTo>
                    <a:pt x="1" y="20778"/>
                  </a:lnTo>
                  <a:lnTo>
                    <a:pt x="481" y="20778"/>
                  </a:lnTo>
                  <a:lnTo>
                    <a:pt x="48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4"/>
            <p:cNvSpPr/>
            <p:nvPr/>
          </p:nvSpPr>
          <p:spPr>
            <a:xfrm>
              <a:off x="4882600" y="4655200"/>
              <a:ext cx="12050" cy="519450"/>
            </a:xfrm>
            <a:custGeom>
              <a:avLst/>
              <a:gdLst/>
              <a:ahLst/>
              <a:cxnLst/>
              <a:rect l="l" t="t" r="r" b="b"/>
              <a:pathLst>
                <a:path w="482" h="20778" extrusionOk="0">
                  <a:moveTo>
                    <a:pt x="0" y="0"/>
                  </a:moveTo>
                  <a:lnTo>
                    <a:pt x="0" y="20778"/>
                  </a:lnTo>
                  <a:lnTo>
                    <a:pt x="481" y="20778"/>
                  </a:lnTo>
                  <a:lnTo>
                    <a:pt x="48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4"/>
            <p:cNvSpPr/>
            <p:nvPr/>
          </p:nvSpPr>
          <p:spPr>
            <a:xfrm>
              <a:off x="4428775" y="4655200"/>
              <a:ext cx="465875" cy="13875"/>
            </a:xfrm>
            <a:custGeom>
              <a:avLst/>
              <a:gdLst/>
              <a:ahLst/>
              <a:cxnLst/>
              <a:rect l="l" t="t" r="r" b="b"/>
              <a:pathLst>
                <a:path w="18635" h="555" extrusionOk="0">
                  <a:moveTo>
                    <a:pt x="1" y="0"/>
                  </a:moveTo>
                  <a:lnTo>
                    <a:pt x="1" y="555"/>
                  </a:lnTo>
                  <a:lnTo>
                    <a:pt x="18634" y="555"/>
                  </a:lnTo>
                  <a:lnTo>
                    <a:pt x="186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4"/>
            <p:cNvSpPr/>
            <p:nvPr/>
          </p:nvSpPr>
          <p:spPr>
            <a:xfrm>
              <a:off x="4280900" y="4432325"/>
              <a:ext cx="374350" cy="224825"/>
            </a:xfrm>
            <a:custGeom>
              <a:avLst/>
              <a:gdLst/>
              <a:ahLst/>
              <a:cxnLst/>
              <a:rect l="l" t="t" r="r" b="b"/>
              <a:pathLst>
                <a:path w="14974" h="8993" extrusionOk="0">
                  <a:moveTo>
                    <a:pt x="1881" y="0"/>
                  </a:moveTo>
                  <a:cubicBezTo>
                    <a:pt x="1491" y="0"/>
                    <a:pt x="1088" y="270"/>
                    <a:pt x="740" y="966"/>
                  </a:cubicBezTo>
                  <a:cubicBezTo>
                    <a:pt x="1" y="2408"/>
                    <a:pt x="5583" y="8028"/>
                    <a:pt x="6396" y="8582"/>
                  </a:cubicBezTo>
                  <a:cubicBezTo>
                    <a:pt x="6861" y="8920"/>
                    <a:pt x="9427" y="8993"/>
                    <a:pt x="11540" y="8993"/>
                  </a:cubicBezTo>
                  <a:cubicBezTo>
                    <a:pt x="13125" y="8993"/>
                    <a:pt x="14456" y="8952"/>
                    <a:pt x="14456" y="8952"/>
                  </a:cubicBezTo>
                  <a:lnTo>
                    <a:pt x="14974" y="7214"/>
                  </a:lnTo>
                  <a:cubicBezTo>
                    <a:pt x="14974" y="7214"/>
                    <a:pt x="7838" y="6327"/>
                    <a:pt x="7395" y="5920"/>
                  </a:cubicBezTo>
                  <a:cubicBezTo>
                    <a:pt x="6988" y="5477"/>
                    <a:pt x="3476" y="1410"/>
                    <a:pt x="2958" y="671"/>
                  </a:cubicBezTo>
                  <a:cubicBezTo>
                    <a:pt x="2660" y="279"/>
                    <a:pt x="2277" y="0"/>
                    <a:pt x="18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4"/>
            <p:cNvSpPr/>
            <p:nvPr/>
          </p:nvSpPr>
          <p:spPr>
            <a:xfrm>
              <a:off x="4402900" y="4302125"/>
              <a:ext cx="61025" cy="42525"/>
            </a:xfrm>
            <a:custGeom>
              <a:avLst/>
              <a:gdLst/>
              <a:ahLst/>
              <a:cxnLst/>
              <a:rect l="l" t="t" r="r" b="b"/>
              <a:pathLst>
                <a:path w="2441" h="1701" extrusionOk="0">
                  <a:moveTo>
                    <a:pt x="259" y="0"/>
                  </a:moveTo>
                  <a:cubicBezTo>
                    <a:pt x="1" y="185"/>
                    <a:pt x="112" y="703"/>
                    <a:pt x="112" y="703"/>
                  </a:cubicBezTo>
                  <a:cubicBezTo>
                    <a:pt x="112" y="703"/>
                    <a:pt x="555" y="1220"/>
                    <a:pt x="999" y="1442"/>
                  </a:cubicBezTo>
                  <a:cubicBezTo>
                    <a:pt x="1385" y="1610"/>
                    <a:pt x="1657" y="1656"/>
                    <a:pt x="1839" y="1656"/>
                  </a:cubicBezTo>
                  <a:cubicBezTo>
                    <a:pt x="2057" y="1656"/>
                    <a:pt x="2145" y="1590"/>
                    <a:pt x="2145" y="1590"/>
                  </a:cubicBezTo>
                  <a:cubicBezTo>
                    <a:pt x="2219" y="1701"/>
                    <a:pt x="2256" y="1701"/>
                    <a:pt x="2256" y="1701"/>
                  </a:cubicBezTo>
                  <a:cubicBezTo>
                    <a:pt x="2404" y="1257"/>
                    <a:pt x="2441" y="814"/>
                    <a:pt x="2441" y="814"/>
                  </a:cubicBezTo>
                  <a:lnTo>
                    <a:pt x="2441" y="814"/>
                  </a:lnTo>
                  <a:lnTo>
                    <a:pt x="2330" y="998"/>
                  </a:lnTo>
                  <a:cubicBezTo>
                    <a:pt x="2219" y="444"/>
                    <a:pt x="925" y="111"/>
                    <a:pt x="2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4"/>
            <p:cNvSpPr/>
            <p:nvPr/>
          </p:nvSpPr>
          <p:spPr>
            <a:xfrm>
              <a:off x="4260575" y="4225925"/>
              <a:ext cx="232000" cy="217625"/>
            </a:xfrm>
            <a:custGeom>
              <a:avLst/>
              <a:gdLst/>
              <a:ahLst/>
              <a:cxnLst/>
              <a:rect l="l" t="t" r="r" b="b"/>
              <a:pathLst>
                <a:path w="9280" h="8705" extrusionOk="0">
                  <a:moveTo>
                    <a:pt x="4786" y="0"/>
                  </a:moveTo>
                  <a:cubicBezTo>
                    <a:pt x="3558" y="0"/>
                    <a:pt x="2357" y="564"/>
                    <a:pt x="1627" y="1717"/>
                  </a:cubicBezTo>
                  <a:cubicBezTo>
                    <a:pt x="1294" y="2235"/>
                    <a:pt x="1183" y="2789"/>
                    <a:pt x="777" y="3270"/>
                  </a:cubicBezTo>
                  <a:cubicBezTo>
                    <a:pt x="370" y="3714"/>
                    <a:pt x="0" y="4453"/>
                    <a:pt x="148" y="5119"/>
                  </a:cubicBezTo>
                  <a:cubicBezTo>
                    <a:pt x="185" y="5488"/>
                    <a:pt x="222" y="5784"/>
                    <a:pt x="222" y="6154"/>
                  </a:cubicBezTo>
                  <a:cubicBezTo>
                    <a:pt x="222" y="6450"/>
                    <a:pt x="185" y="6856"/>
                    <a:pt x="222" y="7152"/>
                  </a:cubicBezTo>
                  <a:cubicBezTo>
                    <a:pt x="407" y="7707"/>
                    <a:pt x="924" y="7817"/>
                    <a:pt x="1442" y="7817"/>
                  </a:cubicBezTo>
                  <a:cubicBezTo>
                    <a:pt x="1783" y="7817"/>
                    <a:pt x="2146" y="7708"/>
                    <a:pt x="2498" y="7708"/>
                  </a:cubicBezTo>
                  <a:cubicBezTo>
                    <a:pt x="2603" y="7708"/>
                    <a:pt x="2708" y="7718"/>
                    <a:pt x="2810" y="7744"/>
                  </a:cubicBezTo>
                  <a:cubicBezTo>
                    <a:pt x="3106" y="7780"/>
                    <a:pt x="3365" y="7928"/>
                    <a:pt x="3660" y="8076"/>
                  </a:cubicBezTo>
                  <a:cubicBezTo>
                    <a:pt x="3956" y="8187"/>
                    <a:pt x="4252" y="8187"/>
                    <a:pt x="4511" y="8261"/>
                  </a:cubicBezTo>
                  <a:cubicBezTo>
                    <a:pt x="4769" y="8298"/>
                    <a:pt x="5583" y="8483"/>
                    <a:pt x="5694" y="8705"/>
                  </a:cubicBezTo>
                  <a:cubicBezTo>
                    <a:pt x="5694" y="8705"/>
                    <a:pt x="3697" y="4490"/>
                    <a:pt x="5768" y="3085"/>
                  </a:cubicBezTo>
                  <a:cubicBezTo>
                    <a:pt x="6184" y="2808"/>
                    <a:pt x="6551" y="2704"/>
                    <a:pt x="6868" y="2704"/>
                  </a:cubicBezTo>
                  <a:cubicBezTo>
                    <a:pt x="7820" y="2704"/>
                    <a:pt x="8319" y="3640"/>
                    <a:pt x="8319" y="3640"/>
                  </a:cubicBezTo>
                  <a:cubicBezTo>
                    <a:pt x="8319" y="3640"/>
                    <a:pt x="9280" y="2974"/>
                    <a:pt x="7912" y="1422"/>
                  </a:cubicBezTo>
                  <a:cubicBezTo>
                    <a:pt x="7078" y="481"/>
                    <a:pt x="5920" y="0"/>
                    <a:pt x="47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4"/>
            <p:cNvSpPr/>
            <p:nvPr/>
          </p:nvSpPr>
          <p:spPr>
            <a:xfrm>
              <a:off x="4633975" y="4368325"/>
              <a:ext cx="81350" cy="50600"/>
            </a:xfrm>
            <a:custGeom>
              <a:avLst/>
              <a:gdLst/>
              <a:ahLst/>
              <a:cxnLst/>
              <a:rect l="l" t="t" r="r" b="b"/>
              <a:pathLst>
                <a:path w="3254" h="2024" extrusionOk="0">
                  <a:moveTo>
                    <a:pt x="452" y="1"/>
                  </a:moveTo>
                  <a:cubicBezTo>
                    <a:pt x="343" y="1"/>
                    <a:pt x="250" y="49"/>
                    <a:pt x="222" y="162"/>
                  </a:cubicBezTo>
                  <a:cubicBezTo>
                    <a:pt x="185" y="236"/>
                    <a:pt x="222" y="347"/>
                    <a:pt x="259" y="421"/>
                  </a:cubicBezTo>
                  <a:cubicBezTo>
                    <a:pt x="185" y="421"/>
                    <a:pt x="74" y="458"/>
                    <a:pt x="37" y="569"/>
                  </a:cubicBezTo>
                  <a:cubicBezTo>
                    <a:pt x="0" y="717"/>
                    <a:pt x="37" y="827"/>
                    <a:pt x="185" y="901"/>
                  </a:cubicBezTo>
                  <a:cubicBezTo>
                    <a:pt x="211" y="910"/>
                    <a:pt x="240" y="915"/>
                    <a:pt x="268" y="915"/>
                  </a:cubicBezTo>
                  <a:cubicBezTo>
                    <a:pt x="360" y="915"/>
                    <a:pt x="453" y="867"/>
                    <a:pt x="481" y="754"/>
                  </a:cubicBezTo>
                  <a:lnTo>
                    <a:pt x="481" y="717"/>
                  </a:lnTo>
                  <a:lnTo>
                    <a:pt x="2625" y="1641"/>
                  </a:lnTo>
                  <a:lnTo>
                    <a:pt x="2588" y="1678"/>
                  </a:lnTo>
                  <a:cubicBezTo>
                    <a:pt x="2514" y="1826"/>
                    <a:pt x="2588" y="1937"/>
                    <a:pt x="2699" y="2011"/>
                  </a:cubicBezTo>
                  <a:cubicBezTo>
                    <a:pt x="2734" y="2019"/>
                    <a:pt x="2769" y="2024"/>
                    <a:pt x="2802" y="2024"/>
                  </a:cubicBezTo>
                  <a:cubicBezTo>
                    <a:pt x="2911" y="2024"/>
                    <a:pt x="3004" y="1976"/>
                    <a:pt x="3032" y="1863"/>
                  </a:cubicBezTo>
                  <a:cubicBezTo>
                    <a:pt x="3069" y="1752"/>
                    <a:pt x="3069" y="1641"/>
                    <a:pt x="2995" y="1567"/>
                  </a:cubicBezTo>
                  <a:cubicBezTo>
                    <a:pt x="3069" y="1567"/>
                    <a:pt x="3180" y="1530"/>
                    <a:pt x="3217" y="1456"/>
                  </a:cubicBezTo>
                  <a:cubicBezTo>
                    <a:pt x="3254" y="1308"/>
                    <a:pt x="3217" y="1160"/>
                    <a:pt x="3069" y="1123"/>
                  </a:cubicBezTo>
                  <a:cubicBezTo>
                    <a:pt x="3039" y="1103"/>
                    <a:pt x="3007" y="1094"/>
                    <a:pt x="2975" y="1094"/>
                  </a:cubicBezTo>
                  <a:cubicBezTo>
                    <a:pt x="2887" y="1094"/>
                    <a:pt x="2800" y="1163"/>
                    <a:pt x="2773" y="1271"/>
                  </a:cubicBezTo>
                  <a:lnTo>
                    <a:pt x="2773" y="1308"/>
                  </a:lnTo>
                  <a:lnTo>
                    <a:pt x="629" y="384"/>
                  </a:lnTo>
                  <a:lnTo>
                    <a:pt x="666" y="347"/>
                  </a:lnTo>
                  <a:cubicBezTo>
                    <a:pt x="740" y="199"/>
                    <a:pt x="666" y="51"/>
                    <a:pt x="555" y="14"/>
                  </a:cubicBezTo>
                  <a:cubicBezTo>
                    <a:pt x="520" y="5"/>
                    <a:pt x="485" y="1"/>
                    <a:pt x="4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4"/>
            <p:cNvSpPr/>
            <p:nvPr/>
          </p:nvSpPr>
          <p:spPr>
            <a:xfrm>
              <a:off x="4632125" y="4368325"/>
              <a:ext cx="82275" cy="50600"/>
            </a:xfrm>
            <a:custGeom>
              <a:avLst/>
              <a:gdLst/>
              <a:ahLst/>
              <a:cxnLst/>
              <a:rect l="l" t="t" r="r" b="b"/>
              <a:pathLst>
                <a:path w="3291" h="2024" extrusionOk="0">
                  <a:moveTo>
                    <a:pt x="2840" y="1"/>
                  </a:moveTo>
                  <a:cubicBezTo>
                    <a:pt x="2806" y="1"/>
                    <a:pt x="2771" y="5"/>
                    <a:pt x="2736" y="14"/>
                  </a:cubicBezTo>
                  <a:cubicBezTo>
                    <a:pt x="2588" y="51"/>
                    <a:pt x="2551" y="199"/>
                    <a:pt x="2588" y="347"/>
                  </a:cubicBezTo>
                  <a:lnTo>
                    <a:pt x="2662" y="384"/>
                  </a:lnTo>
                  <a:lnTo>
                    <a:pt x="518" y="1308"/>
                  </a:lnTo>
                  <a:lnTo>
                    <a:pt x="518" y="1271"/>
                  </a:lnTo>
                  <a:cubicBezTo>
                    <a:pt x="491" y="1163"/>
                    <a:pt x="404" y="1094"/>
                    <a:pt x="302" y="1094"/>
                  </a:cubicBezTo>
                  <a:cubicBezTo>
                    <a:pt x="265" y="1094"/>
                    <a:pt x="225" y="1103"/>
                    <a:pt x="185" y="1123"/>
                  </a:cubicBezTo>
                  <a:cubicBezTo>
                    <a:pt x="74" y="1160"/>
                    <a:pt x="0" y="1308"/>
                    <a:pt x="74" y="1456"/>
                  </a:cubicBezTo>
                  <a:cubicBezTo>
                    <a:pt x="111" y="1530"/>
                    <a:pt x="185" y="1567"/>
                    <a:pt x="296" y="1567"/>
                  </a:cubicBezTo>
                  <a:cubicBezTo>
                    <a:pt x="185" y="1641"/>
                    <a:pt x="185" y="1752"/>
                    <a:pt x="259" y="1863"/>
                  </a:cubicBezTo>
                  <a:cubicBezTo>
                    <a:pt x="287" y="1976"/>
                    <a:pt x="359" y="2024"/>
                    <a:pt x="457" y="2024"/>
                  </a:cubicBezTo>
                  <a:cubicBezTo>
                    <a:pt x="487" y="2024"/>
                    <a:pt x="520" y="2019"/>
                    <a:pt x="555" y="2011"/>
                  </a:cubicBezTo>
                  <a:cubicBezTo>
                    <a:pt x="703" y="1937"/>
                    <a:pt x="740" y="1826"/>
                    <a:pt x="703" y="1678"/>
                  </a:cubicBezTo>
                  <a:lnTo>
                    <a:pt x="666" y="1641"/>
                  </a:lnTo>
                  <a:lnTo>
                    <a:pt x="2773" y="717"/>
                  </a:lnTo>
                  <a:lnTo>
                    <a:pt x="2773" y="754"/>
                  </a:lnTo>
                  <a:cubicBezTo>
                    <a:pt x="2801" y="867"/>
                    <a:pt x="2894" y="915"/>
                    <a:pt x="3003" y="915"/>
                  </a:cubicBezTo>
                  <a:cubicBezTo>
                    <a:pt x="3036" y="915"/>
                    <a:pt x="3071" y="910"/>
                    <a:pt x="3106" y="901"/>
                  </a:cubicBezTo>
                  <a:cubicBezTo>
                    <a:pt x="3254" y="827"/>
                    <a:pt x="3291" y="717"/>
                    <a:pt x="3254" y="569"/>
                  </a:cubicBezTo>
                  <a:cubicBezTo>
                    <a:pt x="3180" y="458"/>
                    <a:pt x="3106" y="421"/>
                    <a:pt x="3032" y="421"/>
                  </a:cubicBezTo>
                  <a:cubicBezTo>
                    <a:pt x="3069" y="347"/>
                    <a:pt x="3106" y="236"/>
                    <a:pt x="3069" y="162"/>
                  </a:cubicBezTo>
                  <a:cubicBezTo>
                    <a:pt x="3041" y="49"/>
                    <a:pt x="2948" y="1"/>
                    <a:pt x="284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4"/>
            <p:cNvSpPr/>
            <p:nvPr/>
          </p:nvSpPr>
          <p:spPr>
            <a:xfrm>
              <a:off x="4629350" y="4286400"/>
              <a:ext cx="90600" cy="81375"/>
            </a:xfrm>
            <a:custGeom>
              <a:avLst/>
              <a:gdLst/>
              <a:ahLst/>
              <a:cxnLst/>
              <a:rect l="l" t="t" r="r" b="b"/>
              <a:pathLst>
                <a:path w="3624" h="3255" extrusionOk="0">
                  <a:moveTo>
                    <a:pt x="1147" y="1406"/>
                  </a:moveTo>
                  <a:cubicBezTo>
                    <a:pt x="1368" y="1406"/>
                    <a:pt x="1553" y="1517"/>
                    <a:pt x="1553" y="1701"/>
                  </a:cubicBezTo>
                  <a:cubicBezTo>
                    <a:pt x="1553" y="1886"/>
                    <a:pt x="1368" y="2034"/>
                    <a:pt x="1147" y="2034"/>
                  </a:cubicBezTo>
                  <a:cubicBezTo>
                    <a:pt x="888" y="2034"/>
                    <a:pt x="740" y="1886"/>
                    <a:pt x="740" y="1701"/>
                  </a:cubicBezTo>
                  <a:cubicBezTo>
                    <a:pt x="740" y="1517"/>
                    <a:pt x="888" y="1406"/>
                    <a:pt x="1147" y="1406"/>
                  </a:cubicBezTo>
                  <a:close/>
                  <a:moveTo>
                    <a:pt x="2441" y="1406"/>
                  </a:moveTo>
                  <a:cubicBezTo>
                    <a:pt x="2662" y="1406"/>
                    <a:pt x="2847" y="1517"/>
                    <a:pt x="2847" y="1701"/>
                  </a:cubicBezTo>
                  <a:cubicBezTo>
                    <a:pt x="2847" y="1886"/>
                    <a:pt x="2662" y="2034"/>
                    <a:pt x="2441" y="2034"/>
                  </a:cubicBezTo>
                  <a:cubicBezTo>
                    <a:pt x="2219" y="2034"/>
                    <a:pt x="2034" y="1886"/>
                    <a:pt x="2034" y="1701"/>
                  </a:cubicBezTo>
                  <a:cubicBezTo>
                    <a:pt x="2034" y="1517"/>
                    <a:pt x="2219" y="1406"/>
                    <a:pt x="2441" y="1406"/>
                  </a:cubicBezTo>
                  <a:close/>
                  <a:moveTo>
                    <a:pt x="1775" y="2034"/>
                  </a:moveTo>
                  <a:cubicBezTo>
                    <a:pt x="1775" y="2034"/>
                    <a:pt x="2219" y="2330"/>
                    <a:pt x="2034" y="2515"/>
                  </a:cubicBezTo>
                  <a:cubicBezTo>
                    <a:pt x="2009" y="2527"/>
                    <a:pt x="1986" y="2532"/>
                    <a:pt x="1963" y="2532"/>
                  </a:cubicBezTo>
                  <a:cubicBezTo>
                    <a:pt x="1852" y="2532"/>
                    <a:pt x="1775" y="2404"/>
                    <a:pt x="1775" y="2404"/>
                  </a:cubicBezTo>
                  <a:cubicBezTo>
                    <a:pt x="1775" y="2404"/>
                    <a:pt x="1724" y="2532"/>
                    <a:pt x="1621" y="2532"/>
                  </a:cubicBezTo>
                  <a:cubicBezTo>
                    <a:pt x="1601" y="2532"/>
                    <a:pt x="1578" y="2527"/>
                    <a:pt x="1553" y="2515"/>
                  </a:cubicBezTo>
                  <a:cubicBezTo>
                    <a:pt x="1368" y="2330"/>
                    <a:pt x="1775" y="2034"/>
                    <a:pt x="1775" y="2034"/>
                  </a:cubicBezTo>
                  <a:close/>
                  <a:moveTo>
                    <a:pt x="1775" y="1"/>
                  </a:moveTo>
                  <a:cubicBezTo>
                    <a:pt x="1036" y="1"/>
                    <a:pt x="370" y="370"/>
                    <a:pt x="222" y="703"/>
                  </a:cubicBezTo>
                  <a:cubicBezTo>
                    <a:pt x="1" y="1258"/>
                    <a:pt x="592" y="2071"/>
                    <a:pt x="481" y="2330"/>
                  </a:cubicBezTo>
                  <a:cubicBezTo>
                    <a:pt x="407" y="2552"/>
                    <a:pt x="592" y="2774"/>
                    <a:pt x="814" y="2811"/>
                  </a:cubicBezTo>
                  <a:cubicBezTo>
                    <a:pt x="814" y="2958"/>
                    <a:pt x="925" y="3069"/>
                    <a:pt x="999" y="3069"/>
                  </a:cubicBezTo>
                  <a:cubicBezTo>
                    <a:pt x="1036" y="3069"/>
                    <a:pt x="1110" y="2995"/>
                    <a:pt x="1147" y="2958"/>
                  </a:cubicBezTo>
                  <a:cubicBezTo>
                    <a:pt x="1147" y="3106"/>
                    <a:pt x="1221" y="3143"/>
                    <a:pt x="1331" y="3143"/>
                  </a:cubicBezTo>
                  <a:cubicBezTo>
                    <a:pt x="1368" y="3143"/>
                    <a:pt x="1405" y="3106"/>
                    <a:pt x="1479" y="3069"/>
                  </a:cubicBezTo>
                  <a:cubicBezTo>
                    <a:pt x="1479" y="3180"/>
                    <a:pt x="1553" y="3254"/>
                    <a:pt x="1664" y="3254"/>
                  </a:cubicBezTo>
                  <a:cubicBezTo>
                    <a:pt x="1701" y="3254"/>
                    <a:pt x="1738" y="3180"/>
                    <a:pt x="1775" y="3143"/>
                  </a:cubicBezTo>
                  <a:cubicBezTo>
                    <a:pt x="1849" y="3180"/>
                    <a:pt x="1886" y="3254"/>
                    <a:pt x="1923" y="3254"/>
                  </a:cubicBezTo>
                  <a:cubicBezTo>
                    <a:pt x="2034" y="3254"/>
                    <a:pt x="2071" y="3143"/>
                    <a:pt x="2108" y="3069"/>
                  </a:cubicBezTo>
                  <a:cubicBezTo>
                    <a:pt x="2145" y="3106"/>
                    <a:pt x="2219" y="3143"/>
                    <a:pt x="2256" y="3143"/>
                  </a:cubicBezTo>
                  <a:cubicBezTo>
                    <a:pt x="2330" y="3143"/>
                    <a:pt x="2404" y="3069"/>
                    <a:pt x="2441" y="2958"/>
                  </a:cubicBezTo>
                  <a:cubicBezTo>
                    <a:pt x="2478" y="2995"/>
                    <a:pt x="2515" y="3069"/>
                    <a:pt x="2588" y="3069"/>
                  </a:cubicBezTo>
                  <a:cubicBezTo>
                    <a:pt x="2662" y="3069"/>
                    <a:pt x="2773" y="2958"/>
                    <a:pt x="2773" y="2811"/>
                  </a:cubicBezTo>
                  <a:cubicBezTo>
                    <a:pt x="2995" y="2811"/>
                    <a:pt x="3180" y="2589"/>
                    <a:pt x="3069" y="2330"/>
                  </a:cubicBezTo>
                  <a:cubicBezTo>
                    <a:pt x="3032" y="2071"/>
                    <a:pt x="3624" y="1295"/>
                    <a:pt x="3365" y="703"/>
                  </a:cubicBezTo>
                  <a:cubicBezTo>
                    <a:pt x="3217" y="370"/>
                    <a:pt x="2515" y="1"/>
                    <a:pt x="17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6" name="Google Shape;406;p34"/>
          <p:cNvSpPr/>
          <p:nvPr/>
        </p:nvSpPr>
        <p:spPr>
          <a:xfrm>
            <a:off x="7972000" y="80602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4"/>
          <p:cNvSpPr/>
          <p:nvPr/>
        </p:nvSpPr>
        <p:spPr>
          <a:xfrm>
            <a:off x="2155125" y="857451"/>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37"/>
          <p:cNvSpPr txBox="1">
            <a:spLocks noGrp="1"/>
          </p:cNvSpPr>
          <p:nvPr>
            <p:ph type="title"/>
          </p:nvPr>
        </p:nvSpPr>
        <p:spPr>
          <a:xfrm>
            <a:off x="1444167" y="151700"/>
            <a:ext cx="45351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SA" dirty="0"/>
              <a:t>- </a:t>
            </a:r>
            <a:r>
              <a:rPr lang="ar-YE" dirty="0"/>
              <a:t>الأصول الرئيسية لشركة آبل</a:t>
            </a:r>
            <a:endParaRPr dirty="0"/>
          </a:p>
        </p:txBody>
      </p:sp>
      <p:grpSp>
        <p:nvGrpSpPr>
          <p:cNvPr id="461" name="Google Shape;461;p37"/>
          <p:cNvGrpSpPr/>
          <p:nvPr/>
        </p:nvGrpSpPr>
        <p:grpSpPr>
          <a:xfrm>
            <a:off x="6287950" y="1564816"/>
            <a:ext cx="2587471" cy="1977898"/>
            <a:chOff x="5636695" y="1582795"/>
            <a:chExt cx="2587471" cy="1977898"/>
          </a:xfrm>
        </p:grpSpPr>
        <p:sp>
          <p:nvSpPr>
            <p:cNvPr id="462" name="Google Shape;462;p37"/>
            <p:cNvSpPr/>
            <p:nvPr/>
          </p:nvSpPr>
          <p:spPr>
            <a:xfrm>
              <a:off x="6855783" y="3171822"/>
              <a:ext cx="292222" cy="348961"/>
            </a:xfrm>
            <a:custGeom>
              <a:avLst/>
              <a:gdLst/>
              <a:ahLst/>
              <a:cxnLst/>
              <a:rect l="l" t="t" r="r" b="b"/>
              <a:pathLst>
                <a:path w="5140" h="6138" extrusionOk="0">
                  <a:moveTo>
                    <a:pt x="408" y="0"/>
                  </a:moveTo>
                  <a:lnTo>
                    <a:pt x="1" y="6137"/>
                  </a:lnTo>
                  <a:lnTo>
                    <a:pt x="5140" y="6137"/>
                  </a:lnTo>
                  <a:lnTo>
                    <a:pt x="4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6767548" y="3457676"/>
              <a:ext cx="468749" cy="103017"/>
            </a:xfrm>
            <a:custGeom>
              <a:avLst/>
              <a:gdLst/>
              <a:ahLst/>
              <a:cxnLst/>
              <a:rect l="l" t="t" r="r" b="b"/>
              <a:pathLst>
                <a:path w="8245" h="1812" extrusionOk="0">
                  <a:moveTo>
                    <a:pt x="1183" y="0"/>
                  </a:moveTo>
                  <a:cubicBezTo>
                    <a:pt x="1109" y="0"/>
                    <a:pt x="961" y="74"/>
                    <a:pt x="924" y="148"/>
                  </a:cubicBezTo>
                  <a:lnTo>
                    <a:pt x="111" y="1294"/>
                  </a:lnTo>
                  <a:cubicBezTo>
                    <a:pt x="0" y="1553"/>
                    <a:pt x="111" y="1812"/>
                    <a:pt x="407" y="1812"/>
                  </a:cubicBezTo>
                  <a:lnTo>
                    <a:pt x="7838" y="1812"/>
                  </a:lnTo>
                  <a:cubicBezTo>
                    <a:pt x="8097" y="1812"/>
                    <a:pt x="8245" y="1553"/>
                    <a:pt x="8097" y="1294"/>
                  </a:cubicBezTo>
                  <a:lnTo>
                    <a:pt x="7320" y="148"/>
                  </a:lnTo>
                  <a:cubicBezTo>
                    <a:pt x="7283" y="74"/>
                    <a:pt x="7135" y="0"/>
                    <a:pt x="70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p:cNvSpPr/>
            <p:nvPr/>
          </p:nvSpPr>
          <p:spPr>
            <a:xfrm>
              <a:off x="6208404" y="2202828"/>
              <a:ext cx="1584877" cy="1061493"/>
            </a:xfrm>
            <a:custGeom>
              <a:avLst/>
              <a:gdLst/>
              <a:ahLst/>
              <a:cxnLst/>
              <a:rect l="l" t="t" r="r" b="b"/>
              <a:pathLst>
                <a:path w="27877" h="18671" extrusionOk="0">
                  <a:moveTo>
                    <a:pt x="1443" y="1"/>
                  </a:moveTo>
                  <a:cubicBezTo>
                    <a:pt x="666" y="1"/>
                    <a:pt x="1" y="629"/>
                    <a:pt x="1" y="1406"/>
                  </a:cubicBezTo>
                  <a:lnTo>
                    <a:pt x="1" y="17229"/>
                  </a:lnTo>
                  <a:cubicBezTo>
                    <a:pt x="1" y="18006"/>
                    <a:pt x="666" y="18671"/>
                    <a:pt x="1443" y="18671"/>
                  </a:cubicBezTo>
                  <a:lnTo>
                    <a:pt x="26472" y="18671"/>
                  </a:lnTo>
                  <a:cubicBezTo>
                    <a:pt x="27248" y="18671"/>
                    <a:pt x="27877" y="18006"/>
                    <a:pt x="27877" y="17229"/>
                  </a:cubicBezTo>
                  <a:lnTo>
                    <a:pt x="27877" y="1406"/>
                  </a:lnTo>
                  <a:cubicBezTo>
                    <a:pt x="27877" y="629"/>
                    <a:pt x="27248" y="1"/>
                    <a:pt x="264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p:cNvSpPr/>
            <p:nvPr/>
          </p:nvSpPr>
          <p:spPr>
            <a:xfrm>
              <a:off x="6279867" y="2270084"/>
              <a:ext cx="1439846" cy="912312"/>
            </a:xfrm>
            <a:custGeom>
              <a:avLst/>
              <a:gdLst/>
              <a:ahLst/>
              <a:cxnLst/>
              <a:rect l="l" t="t" r="r" b="b"/>
              <a:pathLst>
                <a:path w="25326" h="16047" extrusionOk="0">
                  <a:moveTo>
                    <a:pt x="1" y="1"/>
                  </a:moveTo>
                  <a:lnTo>
                    <a:pt x="1" y="16046"/>
                  </a:lnTo>
                  <a:lnTo>
                    <a:pt x="25326" y="16046"/>
                  </a:lnTo>
                  <a:lnTo>
                    <a:pt x="25326" y="1"/>
                  </a:lnTo>
                  <a:close/>
                </a:path>
              </a:pathLst>
            </a:custGeom>
            <a:solidFill>
              <a:srgbClr val="F51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6778009" y="2811207"/>
              <a:ext cx="445667" cy="273574"/>
            </a:xfrm>
            <a:custGeom>
              <a:avLst/>
              <a:gdLst/>
              <a:ahLst/>
              <a:cxnLst/>
              <a:rect l="l" t="t" r="r" b="b"/>
              <a:pathLst>
                <a:path w="7839" h="4812" extrusionOk="0">
                  <a:moveTo>
                    <a:pt x="1116" y="1"/>
                  </a:moveTo>
                  <a:cubicBezTo>
                    <a:pt x="891" y="1"/>
                    <a:pt x="701" y="146"/>
                    <a:pt x="592" y="391"/>
                  </a:cubicBezTo>
                  <a:cubicBezTo>
                    <a:pt x="482" y="613"/>
                    <a:pt x="556" y="835"/>
                    <a:pt x="666" y="1020"/>
                  </a:cubicBezTo>
                  <a:cubicBezTo>
                    <a:pt x="445" y="1020"/>
                    <a:pt x="223" y="1167"/>
                    <a:pt x="112" y="1389"/>
                  </a:cubicBezTo>
                  <a:cubicBezTo>
                    <a:pt x="1" y="1722"/>
                    <a:pt x="112" y="2055"/>
                    <a:pt x="445" y="2166"/>
                  </a:cubicBezTo>
                  <a:cubicBezTo>
                    <a:pt x="534" y="2205"/>
                    <a:pt x="623" y="2224"/>
                    <a:pt x="708" y="2224"/>
                  </a:cubicBezTo>
                  <a:cubicBezTo>
                    <a:pt x="940" y="2224"/>
                    <a:pt x="1140" y="2086"/>
                    <a:pt x="1221" y="1870"/>
                  </a:cubicBezTo>
                  <a:cubicBezTo>
                    <a:pt x="1221" y="1796"/>
                    <a:pt x="1295" y="1759"/>
                    <a:pt x="1295" y="1722"/>
                  </a:cubicBezTo>
                  <a:lnTo>
                    <a:pt x="6212" y="3829"/>
                  </a:lnTo>
                  <a:cubicBezTo>
                    <a:pt x="6175" y="3903"/>
                    <a:pt x="6175" y="3940"/>
                    <a:pt x="6138" y="3977"/>
                  </a:cubicBezTo>
                  <a:cubicBezTo>
                    <a:pt x="5990" y="4310"/>
                    <a:pt x="6138" y="4643"/>
                    <a:pt x="6471" y="4754"/>
                  </a:cubicBezTo>
                  <a:cubicBezTo>
                    <a:pt x="6550" y="4793"/>
                    <a:pt x="6632" y="4812"/>
                    <a:pt x="6712" y="4812"/>
                  </a:cubicBezTo>
                  <a:cubicBezTo>
                    <a:pt x="6932" y="4812"/>
                    <a:pt x="7139" y="4674"/>
                    <a:pt x="7247" y="4458"/>
                  </a:cubicBezTo>
                  <a:cubicBezTo>
                    <a:pt x="7321" y="4162"/>
                    <a:pt x="7284" y="3940"/>
                    <a:pt x="7136" y="3792"/>
                  </a:cubicBezTo>
                  <a:cubicBezTo>
                    <a:pt x="7395" y="3792"/>
                    <a:pt x="7617" y="3644"/>
                    <a:pt x="7691" y="3423"/>
                  </a:cubicBezTo>
                  <a:cubicBezTo>
                    <a:pt x="7839" y="3090"/>
                    <a:pt x="7691" y="2794"/>
                    <a:pt x="7395" y="2646"/>
                  </a:cubicBezTo>
                  <a:cubicBezTo>
                    <a:pt x="7308" y="2607"/>
                    <a:pt x="7220" y="2589"/>
                    <a:pt x="7136" y="2589"/>
                  </a:cubicBezTo>
                  <a:cubicBezTo>
                    <a:pt x="6900" y="2589"/>
                    <a:pt x="6691" y="2734"/>
                    <a:pt x="6582" y="2979"/>
                  </a:cubicBezTo>
                  <a:cubicBezTo>
                    <a:pt x="6582" y="3016"/>
                    <a:pt x="6545" y="3053"/>
                    <a:pt x="6545" y="3090"/>
                  </a:cubicBezTo>
                  <a:lnTo>
                    <a:pt x="1591" y="983"/>
                  </a:lnTo>
                  <a:cubicBezTo>
                    <a:pt x="1665" y="946"/>
                    <a:pt x="1665" y="872"/>
                    <a:pt x="1702" y="835"/>
                  </a:cubicBezTo>
                  <a:cubicBezTo>
                    <a:pt x="1849" y="502"/>
                    <a:pt x="1702" y="206"/>
                    <a:pt x="1369" y="58"/>
                  </a:cubicBezTo>
                  <a:cubicBezTo>
                    <a:pt x="1281" y="19"/>
                    <a:pt x="1196" y="1"/>
                    <a:pt x="11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p:cNvSpPr/>
            <p:nvPr/>
          </p:nvSpPr>
          <p:spPr>
            <a:xfrm>
              <a:off x="6780112" y="2811207"/>
              <a:ext cx="445667" cy="273574"/>
            </a:xfrm>
            <a:custGeom>
              <a:avLst/>
              <a:gdLst/>
              <a:ahLst/>
              <a:cxnLst/>
              <a:rect l="l" t="t" r="r" b="b"/>
              <a:pathLst>
                <a:path w="7839" h="4812" extrusionOk="0">
                  <a:moveTo>
                    <a:pt x="6724" y="1"/>
                  </a:moveTo>
                  <a:cubicBezTo>
                    <a:pt x="6643" y="1"/>
                    <a:pt x="6558" y="19"/>
                    <a:pt x="6471" y="58"/>
                  </a:cubicBezTo>
                  <a:cubicBezTo>
                    <a:pt x="6138" y="206"/>
                    <a:pt x="5990" y="502"/>
                    <a:pt x="6138" y="835"/>
                  </a:cubicBezTo>
                  <a:cubicBezTo>
                    <a:pt x="6175" y="872"/>
                    <a:pt x="6175" y="946"/>
                    <a:pt x="6249" y="983"/>
                  </a:cubicBezTo>
                  <a:lnTo>
                    <a:pt x="1295" y="3090"/>
                  </a:lnTo>
                  <a:cubicBezTo>
                    <a:pt x="1295" y="3053"/>
                    <a:pt x="1258" y="3016"/>
                    <a:pt x="1258" y="2979"/>
                  </a:cubicBezTo>
                  <a:cubicBezTo>
                    <a:pt x="1149" y="2734"/>
                    <a:pt x="940" y="2589"/>
                    <a:pt x="704" y="2589"/>
                  </a:cubicBezTo>
                  <a:cubicBezTo>
                    <a:pt x="620" y="2589"/>
                    <a:pt x="532" y="2607"/>
                    <a:pt x="445" y="2646"/>
                  </a:cubicBezTo>
                  <a:cubicBezTo>
                    <a:pt x="149" y="2794"/>
                    <a:pt x="1" y="3090"/>
                    <a:pt x="149" y="3423"/>
                  </a:cubicBezTo>
                  <a:cubicBezTo>
                    <a:pt x="223" y="3644"/>
                    <a:pt x="445" y="3792"/>
                    <a:pt x="703" y="3792"/>
                  </a:cubicBezTo>
                  <a:cubicBezTo>
                    <a:pt x="519" y="3940"/>
                    <a:pt x="445" y="4162"/>
                    <a:pt x="592" y="4458"/>
                  </a:cubicBezTo>
                  <a:cubicBezTo>
                    <a:pt x="701" y="4674"/>
                    <a:pt x="908" y="4812"/>
                    <a:pt x="1127" y="4812"/>
                  </a:cubicBezTo>
                  <a:cubicBezTo>
                    <a:pt x="1208" y="4812"/>
                    <a:pt x="1290" y="4793"/>
                    <a:pt x="1369" y="4754"/>
                  </a:cubicBezTo>
                  <a:cubicBezTo>
                    <a:pt x="1702" y="4643"/>
                    <a:pt x="1849" y="4310"/>
                    <a:pt x="1702" y="3977"/>
                  </a:cubicBezTo>
                  <a:cubicBezTo>
                    <a:pt x="1665" y="3940"/>
                    <a:pt x="1665" y="3903"/>
                    <a:pt x="1628" y="3829"/>
                  </a:cubicBezTo>
                  <a:lnTo>
                    <a:pt x="6545" y="1722"/>
                  </a:lnTo>
                  <a:cubicBezTo>
                    <a:pt x="6545" y="1759"/>
                    <a:pt x="6619" y="1796"/>
                    <a:pt x="6619" y="1870"/>
                  </a:cubicBezTo>
                  <a:cubicBezTo>
                    <a:pt x="6700" y="2086"/>
                    <a:pt x="6900" y="2224"/>
                    <a:pt x="7132" y="2224"/>
                  </a:cubicBezTo>
                  <a:cubicBezTo>
                    <a:pt x="7217" y="2224"/>
                    <a:pt x="7306" y="2205"/>
                    <a:pt x="7395" y="2166"/>
                  </a:cubicBezTo>
                  <a:cubicBezTo>
                    <a:pt x="7728" y="2055"/>
                    <a:pt x="7839" y="1722"/>
                    <a:pt x="7728" y="1389"/>
                  </a:cubicBezTo>
                  <a:cubicBezTo>
                    <a:pt x="7617" y="1167"/>
                    <a:pt x="7395" y="1020"/>
                    <a:pt x="7173" y="1020"/>
                  </a:cubicBezTo>
                  <a:cubicBezTo>
                    <a:pt x="7284" y="835"/>
                    <a:pt x="7358" y="613"/>
                    <a:pt x="7247" y="391"/>
                  </a:cubicBezTo>
                  <a:cubicBezTo>
                    <a:pt x="7138" y="146"/>
                    <a:pt x="6949" y="1"/>
                    <a:pt x="67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6763341" y="2396240"/>
              <a:ext cx="479267" cy="418321"/>
            </a:xfrm>
            <a:custGeom>
              <a:avLst/>
              <a:gdLst/>
              <a:ahLst/>
              <a:cxnLst/>
              <a:rect l="l" t="t" r="r" b="b"/>
              <a:pathLst>
                <a:path w="8430" h="7358" extrusionOk="0">
                  <a:moveTo>
                    <a:pt x="2699" y="3106"/>
                  </a:moveTo>
                  <a:cubicBezTo>
                    <a:pt x="3217" y="3106"/>
                    <a:pt x="3623" y="3438"/>
                    <a:pt x="3623" y="3845"/>
                  </a:cubicBezTo>
                  <a:cubicBezTo>
                    <a:pt x="3623" y="4252"/>
                    <a:pt x="3217" y="4584"/>
                    <a:pt x="2699" y="4584"/>
                  </a:cubicBezTo>
                  <a:cubicBezTo>
                    <a:pt x="2181" y="4584"/>
                    <a:pt x="1775" y="4252"/>
                    <a:pt x="1775" y="3845"/>
                  </a:cubicBezTo>
                  <a:cubicBezTo>
                    <a:pt x="1775" y="3438"/>
                    <a:pt x="2181" y="3106"/>
                    <a:pt x="2699" y="3106"/>
                  </a:cubicBezTo>
                  <a:close/>
                  <a:moveTo>
                    <a:pt x="5694" y="3106"/>
                  </a:moveTo>
                  <a:cubicBezTo>
                    <a:pt x="6211" y="3106"/>
                    <a:pt x="6618" y="3438"/>
                    <a:pt x="6618" y="3845"/>
                  </a:cubicBezTo>
                  <a:cubicBezTo>
                    <a:pt x="6618" y="4252"/>
                    <a:pt x="6211" y="4584"/>
                    <a:pt x="5694" y="4584"/>
                  </a:cubicBezTo>
                  <a:cubicBezTo>
                    <a:pt x="5176" y="4584"/>
                    <a:pt x="4769" y="4252"/>
                    <a:pt x="4769" y="3845"/>
                  </a:cubicBezTo>
                  <a:cubicBezTo>
                    <a:pt x="4769" y="3438"/>
                    <a:pt x="5176" y="3106"/>
                    <a:pt x="5694" y="3106"/>
                  </a:cubicBezTo>
                  <a:close/>
                  <a:moveTo>
                    <a:pt x="4178" y="4584"/>
                  </a:moveTo>
                  <a:cubicBezTo>
                    <a:pt x="4178" y="4584"/>
                    <a:pt x="5139" y="5250"/>
                    <a:pt x="4621" y="5620"/>
                  </a:cubicBezTo>
                  <a:cubicBezTo>
                    <a:pt x="4558" y="5667"/>
                    <a:pt x="4502" y="5686"/>
                    <a:pt x="4452" y="5686"/>
                  </a:cubicBezTo>
                  <a:cubicBezTo>
                    <a:pt x="4269" y="5686"/>
                    <a:pt x="4178" y="5435"/>
                    <a:pt x="4178" y="5435"/>
                  </a:cubicBezTo>
                  <a:cubicBezTo>
                    <a:pt x="4178" y="5435"/>
                    <a:pt x="4064" y="5686"/>
                    <a:pt x="3871" y="5686"/>
                  </a:cubicBezTo>
                  <a:cubicBezTo>
                    <a:pt x="3819" y="5686"/>
                    <a:pt x="3761" y="5667"/>
                    <a:pt x="3697" y="5620"/>
                  </a:cubicBezTo>
                  <a:cubicBezTo>
                    <a:pt x="3217" y="5176"/>
                    <a:pt x="4178" y="4584"/>
                    <a:pt x="4178" y="4584"/>
                  </a:cubicBezTo>
                  <a:close/>
                  <a:moveTo>
                    <a:pt x="4215" y="0"/>
                  </a:moveTo>
                  <a:cubicBezTo>
                    <a:pt x="2477" y="0"/>
                    <a:pt x="887" y="850"/>
                    <a:pt x="555" y="1590"/>
                  </a:cubicBezTo>
                  <a:cubicBezTo>
                    <a:pt x="0" y="2884"/>
                    <a:pt x="1405" y="4732"/>
                    <a:pt x="1257" y="5287"/>
                  </a:cubicBezTo>
                  <a:cubicBezTo>
                    <a:pt x="1072" y="5841"/>
                    <a:pt x="1479" y="6396"/>
                    <a:pt x="2034" y="6433"/>
                  </a:cubicBezTo>
                  <a:cubicBezTo>
                    <a:pt x="2034" y="6766"/>
                    <a:pt x="2218" y="6988"/>
                    <a:pt x="2477" y="6988"/>
                  </a:cubicBezTo>
                  <a:cubicBezTo>
                    <a:pt x="2588" y="6988"/>
                    <a:pt x="2736" y="6914"/>
                    <a:pt x="2773" y="6692"/>
                  </a:cubicBezTo>
                  <a:cubicBezTo>
                    <a:pt x="2847" y="6988"/>
                    <a:pt x="3032" y="7172"/>
                    <a:pt x="3217" y="7172"/>
                  </a:cubicBezTo>
                  <a:cubicBezTo>
                    <a:pt x="3328" y="7172"/>
                    <a:pt x="3475" y="7098"/>
                    <a:pt x="3512" y="6877"/>
                  </a:cubicBezTo>
                  <a:cubicBezTo>
                    <a:pt x="3549" y="7172"/>
                    <a:pt x="3771" y="7357"/>
                    <a:pt x="3956" y="7357"/>
                  </a:cubicBezTo>
                  <a:cubicBezTo>
                    <a:pt x="4067" y="7357"/>
                    <a:pt x="4215" y="7246"/>
                    <a:pt x="4252" y="7062"/>
                  </a:cubicBezTo>
                  <a:cubicBezTo>
                    <a:pt x="4363" y="7209"/>
                    <a:pt x="4437" y="7357"/>
                    <a:pt x="4585" y="7357"/>
                  </a:cubicBezTo>
                  <a:cubicBezTo>
                    <a:pt x="4769" y="7357"/>
                    <a:pt x="4954" y="7172"/>
                    <a:pt x="4991" y="6877"/>
                  </a:cubicBezTo>
                  <a:cubicBezTo>
                    <a:pt x="5102" y="7025"/>
                    <a:pt x="5176" y="7172"/>
                    <a:pt x="5324" y="7172"/>
                  </a:cubicBezTo>
                  <a:cubicBezTo>
                    <a:pt x="5509" y="7172"/>
                    <a:pt x="5694" y="6988"/>
                    <a:pt x="5731" y="6692"/>
                  </a:cubicBezTo>
                  <a:cubicBezTo>
                    <a:pt x="5842" y="6840"/>
                    <a:pt x="5915" y="6988"/>
                    <a:pt x="6063" y="6988"/>
                  </a:cubicBezTo>
                  <a:cubicBezTo>
                    <a:pt x="6285" y="6988"/>
                    <a:pt x="6470" y="6766"/>
                    <a:pt x="6470" y="6433"/>
                  </a:cubicBezTo>
                  <a:cubicBezTo>
                    <a:pt x="6951" y="6396"/>
                    <a:pt x="7357" y="5841"/>
                    <a:pt x="7172" y="5287"/>
                  </a:cubicBezTo>
                  <a:cubicBezTo>
                    <a:pt x="7025" y="4769"/>
                    <a:pt x="8429" y="2921"/>
                    <a:pt x="7875" y="1590"/>
                  </a:cubicBezTo>
                  <a:cubicBezTo>
                    <a:pt x="7542" y="850"/>
                    <a:pt x="5915" y="0"/>
                    <a:pt x="42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p:cNvSpPr/>
            <p:nvPr/>
          </p:nvSpPr>
          <p:spPr>
            <a:xfrm>
              <a:off x="6311420" y="2333134"/>
              <a:ext cx="100970" cy="29506"/>
            </a:xfrm>
            <a:custGeom>
              <a:avLst/>
              <a:gdLst/>
              <a:ahLst/>
              <a:cxnLst/>
              <a:rect l="l" t="t" r="r" b="b"/>
              <a:pathLst>
                <a:path w="1776" h="519" extrusionOk="0">
                  <a:moveTo>
                    <a:pt x="0" y="1"/>
                  </a:moveTo>
                  <a:lnTo>
                    <a:pt x="0" y="519"/>
                  </a:lnTo>
                  <a:lnTo>
                    <a:pt x="1775" y="519"/>
                  </a:lnTo>
                  <a:lnTo>
                    <a:pt x="17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p:cNvSpPr/>
            <p:nvPr/>
          </p:nvSpPr>
          <p:spPr>
            <a:xfrm>
              <a:off x="6311420" y="2392033"/>
              <a:ext cx="48381" cy="29450"/>
            </a:xfrm>
            <a:custGeom>
              <a:avLst/>
              <a:gdLst/>
              <a:ahLst/>
              <a:cxnLst/>
              <a:rect l="l" t="t" r="r" b="b"/>
              <a:pathLst>
                <a:path w="851" h="518" extrusionOk="0">
                  <a:moveTo>
                    <a:pt x="0" y="0"/>
                  </a:moveTo>
                  <a:lnTo>
                    <a:pt x="0" y="518"/>
                  </a:lnTo>
                  <a:lnTo>
                    <a:pt x="851" y="518"/>
                  </a:lnTo>
                  <a:lnTo>
                    <a:pt x="8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p:cNvSpPr/>
            <p:nvPr/>
          </p:nvSpPr>
          <p:spPr>
            <a:xfrm>
              <a:off x="6437519" y="2333134"/>
              <a:ext cx="229172" cy="29506"/>
            </a:xfrm>
            <a:custGeom>
              <a:avLst/>
              <a:gdLst/>
              <a:ahLst/>
              <a:cxnLst/>
              <a:rect l="l" t="t" r="r" b="b"/>
              <a:pathLst>
                <a:path w="4031" h="519" extrusionOk="0">
                  <a:moveTo>
                    <a:pt x="1" y="1"/>
                  </a:moveTo>
                  <a:lnTo>
                    <a:pt x="1" y="519"/>
                  </a:lnTo>
                  <a:lnTo>
                    <a:pt x="4031" y="519"/>
                  </a:lnTo>
                  <a:lnTo>
                    <a:pt x="4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p:cNvSpPr/>
            <p:nvPr/>
          </p:nvSpPr>
          <p:spPr>
            <a:xfrm>
              <a:off x="6693981" y="2333134"/>
              <a:ext cx="48381" cy="29506"/>
            </a:xfrm>
            <a:custGeom>
              <a:avLst/>
              <a:gdLst/>
              <a:ahLst/>
              <a:cxnLst/>
              <a:rect l="l" t="t" r="r" b="b"/>
              <a:pathLst>
                <a:path w="851" h="519" extrusionOk="0">
                  <a:moveTo>
                    <a:pt x="0" y="1"/>
                  </a:moveTo>
                  <a:lnTo>
                    <a:pt x="0" y="519"/>
                  </a:lnTo>
                  <a:lnTo>
                    <a:pt x="850" y="519"/>
                  </a:lnTo>
                  <a:lnTo>
                    <a:pt x="85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p:nvPr/>
          </p:nvSpPr>
          <p:spPr>
            <a:xfrm>
              <a:off x="6771755" y="2333134"/>
              <a:ext cx="29450" cy="29506"/>
            </a:xfrm>
            <a:custGeom>
              <a:avLst/>
              <a:gdLst/>
              <a:ahLst/>
              <a:cxnLst/>
              <a:rect l="l" t="t" r="r" b="b"/>
              <a:pathLst>
                <a:path w="518" h="519" extrusionOk="0">
                  <a:moveTo>
                    <a:pt x="0" y="1"/>
                  </a:moveTo>
                  <a:lnTo>
                    <a:pt x="0" y="519"/>
                  </a:lnTo>
                  <a:lnTo>
                    <a:pt x="518" y="519"/>
                  </a:lnTo>
                  <a:lnTo>
                    <a:pt x="51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p:cNvSpPr/>
            <p:nvPr/>
          </p:nvSpPr>
          <p:spPr>
            <a:xfrm>
              <a:off x="6822183" y="2333134"/>
              <a:ext cx="98810" cy="29506"/>
            </a:xfrm>
            <a:custGeom>
              <a:avLst/>
              <a:gdLst/>
              <a:ahLst/>
              <a:cxnLst/>
              <a:rect l="l" t="t" r="r" b="b"/>
              <a:pathLst>
                <a:path w="1738" h="519" extrusionOk="0">
                  <a:moveTo>
                    <a:pt x="0" y="1"/>
                  </a:moveTo>
                  <a:lnTo>
                    <a:pt x="0" y="519"/>
                  </a:lnTo>
                  <a:lnTo>
                    <a:pt x="1738" y="519"/>
                  </a:lnTo>
                  <a:lnTo>
                    <a:pt x="1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7"/>
            <p:cNvSpPr/>
            <p:nvPr/>
          </p:nvSpPr>
          <p:spPr>
            <a:xfrm>
              <a:off x="6384988" y="2392033"/>
              <a:ext cx="48381" cy="29450"/>
            </a:xfrm>
            <a:custGeom>
              <a:avLst/>
              <a:gdLst/>
              <a:ahLst/>
              <a:cxnLst/>
              <a:rect l="l" t="t" r="r" b="b"/>
              <a:pathLst>
                <a:path w="851" h="518" extrusionOk="0">
                  <a:moveTo>
                    <a:pt x="0" y="0"/>
                  </a:moveTo>
                  <a:lnTo>
                    <a:pt x="0" y="518"/>
                  </a:lnTo>
                  <a:lnTo>
                    <a:pt x="851" y="518"/>
                  </a:lnTo>
                  <a:lnTo>
                    <a:pt x="8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p:nvPr/>
          </p:nvSpPr>
          <p:spPr>
            <a:xfrm>
              <a:off x="6464865" y="2392033"/>
              <a:ext cx="75728" cy="29450"/>
            </a:xfrm>
            <a:custGeom>
              <a:avLst/>
              <a:gdLst/>
              <a:ahLst/>
              <a:cxnLst/>
              <a:rect l="l" t="t" r="r" b="b"/>
              <a:pathLst>
                <a:path w="1332" h="518" extrusionOk="0">
                  <a:moveTo>
                    <a:pt x="0" y="0"/>
                  </a:moveTo>
                  <a:lnTo>
                    <a:pt x="0" y="518"/>
                  </a:lnTo>
                  <a:lnTo>
                    <a:pt x="1331" y="518"/>
                  </a:lnTo>
                  <a:lnTo>
                    <a:pt x="13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p:cNvSpPr/>
            <p:nvPr/>
          </p:nvSpPr>
          <p:spPr>
            <a:xfrm>
              <a:off x="6567825" y="2392033"/>
              <a:ext cx="56852" cy="29450"/>
            </a:xfrm>
            <a:custGeom>
              <a:avLst/>
              <a:gdLst/>
              <a:ahLst/>
              <a:cxnLst/>
              <a:rect l="l" t="t" r="r" b="b"/>
              <a:pathLst>
                <a:path w="1000" h="518" extrusionOk="0">
                  <a:moveTo>
                    <a:pt x="1" y="0"/>
                  </a:moveTo>
                  <a:lnTo>
                    <a:pt x="1" y="518"/>
                  </a:lnTo>
                  <a:lnTo>
                    <a:pt x="999" y="518"/>
                  </a:lnTo>
                  <a:lnTo>
                    <a:pt x="9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p:cNvSpPr/>
            <p:nvPr/>
          </p:nvSpPr>
          <p:spPr>
            <a:xfrm>
              <a:off x="6662428" y="2392033"/>
              <a:ext cx="130363" cy="29450"/>
            </a:xfrm>
            <a:custGeom>
              <a:avLst/>
              <a:gdLst/>
              <a:ahLst/>
              <a:cxnLst/>
              <a:rect l="l" t="t" r="r" b="b"/>
              <a:pathLst>
                <a:path w="2293" h="518" extrusionOk="0">
                  <a:moveTo>
                    <a:pt x="1" y="0"/>
                  </a:moveTo>
                  <a:lnTo>
                    <a:pt x="1" y="518"/>
                  </a:lnTo>
                  <a:lnTo>
                    <a:pt x="2293" y="518"/>
                  </a:lnTo>
                  <a:lnTo>
                    <a:pt x="2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p:cNvSpPr/>
            <p:nvPr/>
          </p:nvSpPr>
          <p:spPr>
            <a:xfrm>
              <a:off x="6311420" y="2448772"/>
              <a:ext cx="73624" cy="29450"/>
            </a:xfrm>
            <a:custGeom>
              <a:avLst/>
              <a:gdLst/>
              <a:ahLst/>
              <a:cxnLst/>
              <a:rect l="l" t="t" r="r" b="b"/>
              <a:pathLst>
                <a:path w="1295" h="518" extrusionOk="0">
                  <a:moveTo>
                    <a:pt x="0" y="0"/>
                  </a:moveTo>
                  <a:lnTo>
                    <a:pt x="0" y="518"/>
                  </a:lnTo>
                  <a:lnTo>
                    <a:pt x="1294" y="518"/>
                  </a:lnTo>
                  <a:lnTo>
                    <a:pt x="129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7"/>
            <p:cNvSpPr/>
            <p:nvPr/>
          </p:nvSpPr>
          <p:spPr>
            <a:xfrm>
              <a:off x="6410230" y="2448772"/>
              <a:ext cx="69417" cy="29450"/>
            </a:xfrm>
            <a:custGeom>
              <a:avLst/>
              <a:gdLst/>
              <a:ahLst/>
              <a:cxnLst/>
              <a:rect l="l" t="t" r="r" b="b"/>
              <a:pathLst>
                <a:path w="1221" h="518" extrusionOk="0">
                  <a:moveTo>
                    <a:pt x="0" y="0"/>
                  </a:moveTo>
                  <a:lnTo>
                    <a:pt x="0" y="518"/>
                  </a:lnTo>
                  <a:lnTo>
                    <a:pt x="1220" y="518"/>
                  </a:lnTo>
                  <a:lnTo>
                    <a:pt x="1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7"/>
            <p:cNvSpPr/>
            <p:nvPr/>
          </p:nvSpPr>
          <p:spPr>
            <a:xfrm>
              <a:off x="6496362" y="2448772"/>
              <a:ext cx="63106" cy="29450"/>
            </a:xfrm>
            <a:custGeom>
              <a:avLst/>
              <a:gdLst/>
              <a:ahLst/>
              <a:cxnLst/>
              <a:rect l="l" t="t" r="r" b="b"/>
              <a:pathLst>
                <a:path w="1110" h="518" extrusionOk="0">
                  <a:moveTo>
                    <a:pt x="1" y="0"/>
                  </a:moveTo>
                  <a:lnTo>
                    <a:pt x="1" y="518"/>
                  </a:lnTo>
                  <a:lnTo>
                    <a:pt x="1110" y="518"/>
                  </a:lnTo>
                  <a:lnTo>
                    <a:pt x="11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7"/>
            <p:cNvSpPr/>
            <p:nvPr/>
          </p:nvSpPr>
          <p:spPr>
            <a:xfrm>
              <a:off x="6582550" y="2448772"/>
              <a:ext cx="75728" cy="29450"/>
            </a:xfrm>
            <a:custGeom>
              <a:avLst/>
              <a:gdLst/>
              <a:ahLst/>
              <a:cxnLst/>
              <a:rect l="l" t="t" r="r" b="b"/>
              <a:pathLst>
                <a:path w="1332" h="518" extrusionOk="0">
                  <a:moveTo>
                    <a:pt x="1" y="0"/>
                  </a:moveTo>
                  <a:lnTo>
                    <a:pt x="1" y="518"/>
                  </a:lnTo>
                  <a:lnTo>
                    <a:pt x="1332" y="518"/>
                  </a:lnTo>
                  <a:lnTo>
                    <a:pt x="133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7"/>
            <p:cNvSpPr/>
            <p:nvPr/>
          </p:nvSpPr>
          <p:spPr>
            <a:xfrm>
              <a:off x="6679256" y="2448772"/>
              <a:ext cx="63106" cy="29450"/>
            </a:xfrm>
            <a:custGeom>
              <a:avLst/>
              <a:gdLst/>
              <a:ahLst/>
              <a:cxnLst/>
              <a:rect l="l" t="t" r="r" b="b"/>
              <a:pathLst>
                <a:path w="1110" h="518" extrusionOk="0">
                  <a:moveTo>
                    <a:pt x="0" y="0"/>
                  </a:moveTo>
                  <a:lnTo>
                    <a:pt x="0" y="518"/>
                  </a:lnTo>
                  <a:lnTo>
                    <a:pt x="1109" y="518"/>
                  </a:lnTo>
                  <a:lnTo>
                    <a:pt x="1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6311420" y="2507614"/>
              <a:ext cx="56796" cy="29506"/>
            </a:xfrm>
            <a:custGeom>
              <a:avLst/>
              <a:gdLst/>
              <a:ahLst/>
              <a:cxnLst/>
              <a:rect l="l" t="t" r="r" b="b"/>
              <a:pathLst>
                <a:path w="999" h="519" extrusionOk="0">
                  <a:moveTo>
                    <a:pt x="0" y="1"/>
                  </a:moveTo>
                  <a:lnTo>
                    <a:pt x="0" y="518"/>
                  </a:lnTo>
                  <a:lnTo>
                    <a:pt x="999" y="518"/>
                  </a:lnTo>
                  <a:lnTo>
                    <a:pt x="9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6380780" y="2507614"/>
              <a:ext cx="37864" cy="29506"/>
            </a:xfrm>
            <a:custGeom>
              <a:avLst/>
              <a:gdLst/>
              <a:ahLst/>
              <a:cxnLst/>
              <a:rect l="l" t="t" r="r" b="b"/>
              <a:pathLst>
                <a:path w="666" h="519" extrusionOk="0">
                  <a:moveTo>
                    <a:pt x="0" y="1"/>
                  </a:moveTo>
                  <a:lnTo>
                    <a:pt x="0" y="518"/>
                  </a:lnTo>
                  <a:lnTo>
                    <a:pt x="666" y="518"/>
                  </a:lnTo>
                  <a:lnTo>
                    <a:pt x="6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6437519" y="2507614"/>
              <a:ext cx="46335" cy="29506"/>
            </a:xfrm>
            <a:custGeom>
              <a:avLst/>
              <a:gdLst/>
              <a:ahLst/>
              <a:cxnLst/>
              <a:rect l="l" t="t" r="r" b="b"/>
              <a:pathLst>
                <a:path w="815" h="519" extrusionOk="0">
                  <a:moveTo>
                    <a:pt x="1" y="1"/>
                  </a:moveTo>
                  <a:lnTo>
                    <a:pt x="1" y="518"/>
                  </a:lnTo>
                  <a:lnTo>
                    <a:pt x="814" y="518"/>
                  </a:lnTo>
                  <a:lnTo>
                    <a:pt x="8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6506879" y="2507614"/>
              <a:ext cx="119902" cy="29506"/>
            </a:xfrm>
            <a:custGeom>
              <a:avLst/>
              <a:gdLst/>
              <a:ahLst/>
              <a:cxnLst/>
              <a:rect l="l" t="t" r="r" b="b"/>
              <a:pathLst>
                <a:path w="2109" h="519" extrusionOk="0">
                  <a:moveTo>
                    <a:pt x="1" y="1"/>
                  </a:moveTo>
                  <a:lnTo>
                    <a:pt x="1" y="518"/>
                  </a:lnTo>
                  <a:lnTo>
                    <a:pt x="2108" y="518"/>
                  </a:lnTo>
                  <a:lnTo>
                    <a:pt x="2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6645599" y="2507614"/>
              <a:ext cx="71520" cy="29506"/>
            </a:xfrm>
            <a:custGeom>
              <a:avLst/>
              <a:gdLst/>
              <a:ahLst/>
              <a:cxnLst/>
              <a:rect l="l" t="t" r="r" b="b"/>
              <a:pathLst>
                <a:path w="1258" h="519" extrusionOk="0">
                  <a:moveTo>
                    <a:pt x="1" y="1"/>
                  </a:moveTo>
                  <a:lnTo>
                    <a:pt x="1" y="518"/>
                  </a:lnTo>
                  <a:lnTo>
                    <a:pt x="1258" y="518"/>
                  </a:lnTo>
                  <a:lnTo>
                    <a:pt x="12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6311420" y="2564353"/>
              <a:ext cx="153502" cy="29506"/>
            </a:xfrm>
            <a:custGeom>
              <a:avLst/>
              <a:gdLst/>
              <a:ahLst/>
              <a:cxnLst/>
              <a:rect l="l" t="t" r="r" b="b"/>
              <a:pathLst>
                <a:path w="2700" h="519" extrusionOk="0">
                  <a:moveTo>
                    <a:pt x="0" y="1"/>
                  </a:moveTo>
                  <a:lnTo>
                    <a:pt x="0" y="518"/>
                  </a:lnTo>
                  <a:lnTo>
                    <a:pt x="2699" y="518"/>
                  </a:lnTo>
                  <a:lnTo>
                    <a:pt x="26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6483797" y="2564353"/>
              <a:ext cx="35760" cy="29506"/>
            </a:xfrm>
            <a:custGeom>
              <a:avLst/>
              <a:gdLst/>
              <a:ahLst/>
              <a:cxnLst/>
              <a:rect l="l" t="t" r="r" b="b"/>
              <a:pathLst>
                <a:path w="629" h="519" extrusionOk="0">
                  <a:moveTo>
                    <a:pt x="0" y="1"/>
                  </a:moveTo>
                  <a:lnTo>
                    <a:pt x="0" y="518"/>
                  </a:lnTo>
                  <a:lnTo>
                    <a:pt x="629" y="518"/>
                  </a:lnTo>
                  <a:lnTo>
                    <a:pt x="6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6620414" y="2564353"/>
              <a:ext cx="75728" cy="29506"/>
            </a:xfrm>
            <a:custGeom>
              <a:avLst/>
              <a:gdLst/>
              <a:ahLst/>
              <a:cxnLst/>
              <a:rect l="l" t="t" r="r" b="b"/>
              <a:pathLst>
                <a:path w="1332" h="519" extrusionOk="0">
                  <a:moveTo>
                    <a:pt x="0" y="1"/>
                  </a:moveTo>
                  <a:lnTo>
                    <a:pt x="0" y="518"/>
                  </a:lnTo>
                  <a:lnTo>
                    <a:pt x="1331" y="518"/>
                  </a:lnTo>
                  <a:lnTo>
                    <a:pt x="13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a:off x="6536329" y="2564353"/>
              <a:ext cx="65210" cy="29506"/>
            </a:xfrm>
            <a:custGeom>
              <a:avLst/>
              <a:gdLst/>
              <a:ahLst/>
              <a:cxnLst/>
              <a:rect l="l" t="t" r="r" b="b"/>
              <a:pathLst>
                <a:path w="1147" h="519" extrusionOk="0">
                  <a:moveTo>
                    <a:pt x="0" y="1"/>
                  </a:moveTo>
                  <a:lnTo>
                    <a:pt x="0" y="518"/>
                  </a:lnTo>
                  <a:lnTo>
                    <a:pt x="1146" y="518"/>
                  </a:lnTo>
                  <a:lnTo>
                    <a:pt x="11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6311420" y="2623195"/>
              <a:ext cx="56796" cy="29506"/>
            </a:xfrm>
            <a:custGeom>
              <a:avLst/>
              <a:gdLst/>
              <a:ahLst/>
              <a:cxnLst/>
              <a:rect l="l" t="t" r="r" b="b"/>
              <a:pathLst>
                <a:path w="999" h="519" extrusionOk="0">
                  <a:moveTo>
                    <a:pt x="0" y="1"/>
                  </a:moveTo>
                  <a:lnTo>
                    <a:pt x="0" y="519"/>
                  </a:lnTo>
                  <a:lnTo>
                    <a:pt x="999" y="519"/>
                  </a:lnTo>
                  <a:lnTo>
                    <a:pt x="9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6387091" y="2623195"/>
              <a:ext cx="61003" cy="29506"/>
            </a:xfrm>
            <a:custGeom>
              <a:avLst/>
              <a:gdLst/>
              <a:ahLst/>
              <a:cxnLst/>
              <a:rect l="l" t="t" r="r" b="b"/>
              <a:pathLst>
                <a:path w="1073" h="519" extrusionOk="0">
                  <a:moveTo>
                    <a:pt x="0" y="1"/>
                  </a:moveTo>
                  <a:lnTo>
                    <a:pt x="0" y="519"/>
                  </a:lnTo>
                  <a:lnTo>
                    <a:pt x="1073" y="519"/>
                  </a:lnTo>
                  <a:lnTo>
                    <a:pt x="1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6466969" y="2623195"/>
              <a:ext cx="119845" cy="29506"/>
            </a:xfrm>
            <a:custGeom>
              <a:avLst/>
              <a:gdLst/>
              <a:ahLst/>
              <a:cxnLst/>
              <a:rect l="l" t="t" r="r" b="b"/>
              <a:pathLst>
                <a:path w="2108" h="519" extrusionOk="0">
                  <a:moveTo>
                    <a:pt x="0" y="1"/>
                  </a:moveTo>
                  <a:lnTo>
                    <a:pt x="0" y="519"/>
                  </a:lnTo>
                  <a:lnTo>
                    <a:pt x="2108" y="519"/>
                  </a:lnTo>
                  <a:lnTo>
                    <a:pt x="2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6609896" y="2623195"/>
              <a:ext cx="54692" cy="29506"/>
            </a:xfrm>
            <a:custGeom>
              <a:avLst/>
              <a:gdLst/>
              <a:ahLst/>
              <a:cxnLst/>
              <a:rect l="l" t="t" r="r" b="b"/>
              <a:pathLst>
                <a:path w="962" h="519" extrusionOk="0">
                  <a:moveTo>
                    <a:pt x="0" y="1"/>
                  </a:moveTo>
                  <a:lnTo>
                    <a:pt x="0" y="519"/>
                  </a:lnTo>
                  <a:lnTo>
                    <a:pt x="962" y="519"/>
                  </a:lnTo>
                  <a:lnTo>
                    <a:pt x="9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6311420" y="2679991"/>
              <a:ext cx="88349" cy="29450"/>
            </a:xfrm>
            <a:custGeom>
              <a:avLst/>
              <a:gdLst/>
              <a:ahLst/>
              <a:cxnLst/>
              <a:rect l="l" t="t" r="r" b="b"/>
              <a:pathLst>
                <a:path w="1554" h="518" extrusionOk="0">
                  <a:moveTo>
                    <a:pt x="0" y="0"/>
                  </a:moveTo>
                  <a:lnTo>
                    <a:pt x="0" y="518"/>
                  </a:lnTo>
                  <a:lnTo>
                    <a:pt x="1553" y="518"/>
                  </a:lnTo>
                  <a:lnTo>
                    <a:pt x="15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6424898" y="2679991"/>
              <a:ext cx="75728" cy="29450"/>
            </a:xfrm>
            <a:custGeom>
              <a:avLst/>
              <a:gdLst/>
              <a:ahLst/>
              <a:cxnLst/>
              <a:rect l="l" t="t" r="r" b="b"/>
              <a:pathLst>
                <a:path w="1332" h="518" extrusionOk="0">
                  <a:moveTo>
                    <a:pt x="1" y="0"/>
                  </a:moveTo>
                  <a:lnTo>
                    <a:pt x="1" y="518"/>
                  </a:lnTo>
                  <a:lnTo>
                    <a:pt x="1332" y="518"/>
                  </a:lnTo>
                  <a:lnTo>
                    <a:pt x="133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6626724" y="2679991"/>
              <a:ext cx="39967" cy="29450"/>
            </a:xfrm>
            <a:custGeom>
              <a:avLst/>
              <a:gdLst/>
              <a:ahLst/>
              <a:cxnLst/>
              <a:rect l="l" t="t" r="r" b="b"/>
              <a:pathLst>
                <a:path w="703" h="518" extrusionOk="0">
                  <a:moveTo>
                    <a:pt x="0" y="0"/>
                  </a:moveTo>
                  <a:lnTo>
                    <a:pt x="0" y="518"/>
                  </a:lnTo>
                  <a:lnTo>
                    <a:pt x="703" y="518"/>
                  </a:lnTo>
                  <a:lnTo>
                    <a:pt x="7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6527915" y="2679991"/>
              <a:ext cx="77831" cy="29450"/>
            </a:xfrm>
            <a:custGeom>
              <a:avLst/>
              <a:gdLst/>
              <a:ahLst/>
              <a:cxnLst/>
              <a:rect l="l" t="t" r="r" b="b"/>
              <a:pathLst>
                <a:path w="1369" h="518" extrusionOk="0">
                  <a:moveTo>
                    <a:pt x="0" y="0"/>
                  </a:moveTo>
                  <a:lnTo>
                    <a:pt x="0" y="518"/>
                  </a:lnTo>
                  <a:lnTo>
                    <a:pt x="1368" y="518"/>
                  </a:lnTo>
                  <a:lnTo>
                    <a:pt x="13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6311420" y="2738833"/>
              <a:ext cx="37864" cy="27346"/>
            </a:xfrm>
            <a:custGeom>
              <a:avLst/>
              <a:gdLst/>
              <a:ahLst/>
              <a:cxnLst/>
              <a:rect l="l" t="t" r="r" b="b"/>
              <a:pathLst>
                <a:path w="666" h="481" extrusionOk="0">
                  <a:moveTo>
                    <a:pt x="0" y="0"/>
                  </a:moveTo>
                  <a:lnTo>
                    <a:pt x="0" y="481"/>
                  </a:lnTo>
                  <a:lnTo>
                    <a:pt x="666" y="481"/>
                  </a:lnTo>
                  <a:lnTo>
                    <a:pt x="66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6361849" y="2738833"/>
              <a:ext cx="54692" cy="27346"/>
            </a:xfrm>
            <a:custGeom>
              <a:avLst/>
              <a:gdLst/>
              <a:ahLst/>
              <a:cxnLst/>
              <a:rect l="l" t="t" r="r" b="b"/>
              <a:pathLst>
                <a:path w="962" h="481" extrusionOk="0">
                  <a:moveTo>
                    <a:pt x="1" y="0"/>
                  </a:moveTo>
                  <a:lnTo>
                    <a:pt x="1" y="481"/>
                  </a:lnTo>
                  <a:lnTo>
                    <a:pt x="962" y="481"/>
                  </a:lnTo>
                  <a:lnTo>
                    <a:pt x="9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6597275" y="2738833"/>
              <a:ext cx="52589" cy="27346"/>
            </a:xfrm>
            <a:custGeom>
              <a:avLst/>
              <a:gdLst/>
              <a:ahLst/>
              <a:cxnLst/>
              <a:rect l="l" t="t" r="r" b="b"/>
              <a:pathLst>
                <a:path w="925" h="481" extrusionOk="0">
                  <a:moveTo>
                    <a:pt x="0" y="0"/>
                  </a:moveTo>
                  <a:lnTo>
                    <a:pt x="0" y="481"/>
                  </a:lnTo>
                  <a:lnTo>
                    <a:pt x="925" y="481"/>
                  </a:lnTo>
                  <a:lnTo>
                    <a:pt x="9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6437519" y="2738833"/>
              <a:ext cx="145088" cy="31553"/>
            </a:xfrm>
            <a:custGeom>
              <a:avLst/>
              <a:gdLst/>
              <a:ahLst/>
              <a:cxnLst/>
              <a:rect l="l" t="t" r="r" b="b"/>
              <a:pathLst>
                <a:path w="2552" h="555" extrusionOk="0">
                  <a:moveTo>
                    <a:pt x="1" y="0"/>
                  </a:moveTo>
                  <a:lnTo>
                    <a:pt x="1" y="555"/>
                  </a:lnTo>
                  <a:lnTo>
                    <a:pt x="2552" y="555"/>
                  </a:lnTo>
                  <a:lnTo>
                    <a:pt x="255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6311420" y="2795572"/>
              <a:ext cx="79935" cy="29506"/>
            </a:xfrm>
            <a:custGeom>
              <a:avLst/>
              <a:gdLst/>
              <a:ahLst/>
              <a:cxnLst/>
              <a:rect l="l" t="t" r="r" b="b"/>
              <a:pathLst>
                <a:path w="1406" h="519" extrusionOk="0">
                  <a:moveTo>
                    <a:pt x="0" y="1"/>
                  </a:moveTo>
                  <a:lnTo>
                    <a:pt x="0" y="518"/>
                  </a:lnTo>
                  <a:lnTo>
                    <a:pt x="1405" y="518"/>
                  </a:lnTo>
                  <a:lnTo>
                    <a:pt x="14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6414437" y="2795572"/>
              <a:ext cx="98810" cy="29506"/>
            </a:xfrm>
            <a:custGeom>
              <a:avLst/>
              <a:gdLst/>
              <a:ahLst/>
              <a:cxnLst/>
              <a:rect l="l" t="t" r="r" b="b"/>
              <a:pathLst>
                <a:path w="1738" h="519" extrusionOk="0">
                  <a:moveTo>
                    <a:pt x="0" y="1"/>
                  </a:moveTo>
                  <a:lnTo>
                    <a:pt x="0" y="518"/>
                  </a:lnTo>
                  <a:lnTo>
                    <a:pt x="1738" y="518"/>
                  </a:lnTo>
                  <a:lnTo>
                    <a:pt x="1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6532122" y="2795572"/>
              <a:ext cx="71520" cy="29506"/>
            </a:xfrm>
            <a:custGeom>
              <a:avLst/>
              <a:gdLst/>
              <a:ahLst/>
              <a:cxnLst/>
              <a:rect l="l" t="t" r="r" b="b"/>
              <a:pathLst>
                <a:path w="1258" h="519" extrusionOk="0">
                  <a:moveTo>
                    <a:pt x="0" y="1"/>
                  </a:moveTo>
                  <a:lnTo>
                    <a:pt x="0" y="518"/>
                  </a:lnTo>
                  <a:lnTo>
                    <a:pt x="1257" y="518"/>
                  </a:lnTo>
                  <a:lnTo>
                    <a:pt x="12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5636695" y="1591209"/>
              <a:ext cx="2587471" cy="1366279"/>
            </a:xfrm>
            <a:custGeom>
              <a:avLst/>
              <a:gdLst/>
              <a:ahLst/>
              <a:cxnLst/>
              <a:rect l="l" t="t" r="r" b="b"/>
              <a:pathLst>
                <a:path w="45512" h="24032" extrusionOk="0">
                  <a:moveTo>
                    <a:pt x="36010" y="0"/>
                  </a:moveTo>
                  <a:lnTo>
                    <a:pt x="31167" y="8762"/>
                  </a:lnTo>
                  <a:lnTo>
                    <a:pt x="29319" y="1590"/>
                  </a:lnTo>
                  <a:lnTo>
                    <a:pt x="26583" y="8947"/>
                  </a:lnTo>
                  <a:lnTo>
                    <a:pt x="25363" y="5731"/>
                  </a:lnTo>
                  <a:lnTo>
                    <a:pt x="24069" y="8541"/>
                  </a:lnTo>
                  <a:lnTo>
                    <a:pt x="22923" y="3217"/>
                  </a:lnTo>
                  <a:lnTo>
                    <a:pt x="21185" y="8356"/>
                  </a:lnTo>
                  <a:lnTo>
                    <a:pt x="19965" y="5250"/>
                  </a:lnTo>
                  <a:lnTo>
                    <a:pt x="18412" y="8614"/>
                  </a:lnTo>
                  <a:lnTo>
                    <a:pt x="16305" y="1923"/>
                  </a:lnTo>
                  <a:lnTo>
                    <a:pt x="14826" y="8799"/>
                  </a:lnTo>
                  <a:lnTo>
                    <a:pt x="14050" y="6137"/>
                  </a:lnTo>
                  <a:lnTo>
                    <a:pt x="13162" y="8430"/>
                  </a:lnTo>
                  <a:lnTo>
                    <a:pt x="11647" y="4326"/>
                  </a:lnTo>
                  <a:lnTo>
                    <a:pt x="10833" y="8171"/>
                  </a:lnTo>
                  <a:lnTo>
                    <a:pt x="5768" y="2219"/>
                  </a:lnTo>
                  <a:lnTo>
                    <a:pt x="5768" y="2219"/>
                  </a:lnTo>
                  <a:lnTo>
                    <a:pt x="8726" y="9724"/>
                  </a:lnTo>
                  <a:lnTo>
                    <a:pt x="6064" y="8541"/>
                  </a:lnTo>
                  <a:lnTo>
                    <a:pt x="6064" y="8541"/>
                  </a:lnTo>
                  <a:lnTo>
                    <a:pt x="7802" y="11461"/>
                  </a:lnTo>
                  <a:lnTo>
                    <a:pt x="1" y="9650"/>
                  </a:lnTo>
                  <a:lnTo>
                    <a:pt x="7987" y="14900"/>
                  </a:lnTo>
                  <a:lnTo>
                    <a:pt x="5953" y="16120"/>
                  </a:lnTo>
                  <a:lnTo>
                    <a:pt x="7210" y="17081"/>
                  </a:lnTo>
                  <a:lnTo>
                    <a:pt x="2959" y="18412"/>
                  </a:lnTo>
                  <a:lnTo>
                    <a:pt x="7950" y="20075"/>
                  </a:lnTo>
                  <a:lnTo>
                    <a:pt x="5103" y="21517"/>
                  </a:lnTo>
                  <a:lnTo>
                    <a:pt x="7506" y="22183"/>
                  </a:lnTo>
                  <a:lnTo>
                    <a:pt x="1406" y="23772"/>
                  </a:lnTo>
                  <a:lnTo>
                    <a:pt x="9096" y="23772"/>
                  </a:lnTo>
                  <a:lnTo>
                    <a:pt x="9096" y="23403"/>
                  </a:lnTo>
                  <a:lnTo>
                    <a:pt x="4105" y="23403"/>
                  </a:lnTo>
                  <a:lnTo>
                    <a:pt x="8874" y="22183"/>
                  </a:lnTo>
                  <a:lnTo>
                    <a:pt x="6064" y="21443"/>
                  </a:lnTo>
                  <a:lnTo>
                    <a:pt x="8837" y="20038"/>
                  </a:lnTo>
                  <a:lnTo>
                    <a:pt x="4068" y="18412"/>
                  </a:lnTo>
                  <a:lnTo>
                    <a:pt x="7950" y="17155"/>
                  </a:lnTo>
                  <a:lnTo>
                    <a:pt x="6582" y="16120"/>
                  </a:lnTo>
                  <a:lnTo>
                    <a:pt x="8652" y="14900"/>
                  </a:lnTo>
                  <a:lnTo>
                    <a:pt x="1812" y="10426"/>
                  </a:lnTo>
                  <a:lnTo>
                    <a:pt x="8504" y="11942"/>
                  </a:lnTo>
                  <a:lnTo>
                    <a:pt x="6877" y="9317"/>
                  </a:lnTo>
                  <a:lnTo>
                    <a:pt x="9391" y="10389"/>
                  </a:lnTo>
                  <a:lnTo>
                    <a:pt x="6877" y="4067"/>
                  </a:lnTo>
                  <a:lnTo>
                    <a:pt x="10981" y="8947"/>
                  </a:lnTo>
                  <a:lnTo>
                    <a:pt x="11758" y="5546"/>
                  </a:lnTo>
                  <a:lnTo>
                    <a:pt x="13162" y="9428"/>
                  </a:lnTo>
                  <a:lnTo>
                    <a:pt x="14013" y="7210"/>
                  </a:lnTo>
                  <a:lnTo>
                    <a:pt x="14937" y="10204"/>
                  </a:lnTo>
                  <a:lnTo>
                    <a:pt x="16416" y="3254"/>
                  </a:lnTo>
                  <a:lnTo>
                    <a:pt x="18338" y="9539"/>
                  </a:lnTo>
                  <a:lnTo>
                    <a:pt x="19965" y="6174"/>
                  </a:lnTo>
                  <a:lnTo>
                    <a:pt x="21185" y="9354"/>
                  </a:lnTo>
                  <a:lnTo>
                    <a:pt x="22849" y="4511"/>
                  </a:lnTo>
                  <a:lnTo>
                    <a:pt x="23958" y="9613"/>
                  </a:lnTo>
                  <a:lnTo>
                    <a:pt x="25289" y="6729"/>
                  </a:lnTo>
                  <a:lnTo>
                    <a:pt x="26546" y="10093"/>
                  </a:lnTo>
                  <a:lnTo>
                    <a:pt x="29208" y="2884"/>
                  </a:lnTo>
                  <a:lnTo>
                    <a:pt x="30982" y="9724"/>
                  </a:lnTo>
                  <a:lnTo>
                    <a:pt x="35123" y="2403"/>
                  </a:lnTo>
                  <a:lnTo>
                    <a:pt x="35123" y="2403"/>
                  </a:lnTo>
                  <a:lnTo>
                    <a:pt x="33496" y="9539"/>
                  </a:lnTo>
                  <a:lnTo>
                    <a:pt x="36158" y="6840"/>
                  </a:lnTo>
                  <a:lnTo>
                    <a:pt x="35715" y="9539"/>
                  </a:lnTo>
                  <a:lnTo>
                    <a:pt x="38450" y="6322"/>
                  </a:lnTo>
                  <a:lnTo>
                    <a:pt x="37674" y="9539"/>
                  </a:lnTo>
                  <a:lnTo>
                    <a:pt x="43663" y="6027"/>
                  </a:lnTo>
                  <a:lnTo>
                    <a:pt x="43663" y="6027"/>
                  </a:lnTo>
                  <a:lnTo>
                    <a:pt x="39301" y="11387"/>
                  </a:lnTo>
                  <a:lnTo>
                    <a:pt x="42813" y="11387"/>
                  </a:lnTo>
                  <a:lnTo>
                    <a:pt x="39301" y="13606"/>
                  </a:lnTo>
                  <a:lnTo>
                    <a:pt x="41889" y="14715"/>
                  </a:lnTo>
                  <a:lnTo>
                    <a:pt x="39559" y="15417"/>
                  </a:lnTo>
                  <a:lnTo>
                    <a:pt x="43552" y="17857"/>
                  </a:lnTo>
                  <a:lnTo>
                    <a:pt x="38931" y="18153"/>
                  </a:lnTo>
                  <a:lnTo>
                    <a:pt x="41963" y="19669"/>
                  </a:lnTo>
                  <a:lnTo>
                    <a:pt x="39375" y="20741"/>
                  </a:lnTo>
                  <a:lnTo>
                    <a:pt x="44292" y="22589"/>
                  </a:lnTo>
                  <a:lnTo>
                    <a:pt x="38783" y="23699"/>
                  </a:lnTo>
                  <a:lnTo>
                    <a:pt x="38820" y="24031"/>
                  </a:lnTo>
                  <a:lnTo>
                    <a:pt x="45512" y="22700"/>
                  </a:lnTo>
                  <a:lnTo>
                    <a:pt x="40336" y="20741"/>
                  </a:lnTo>
                  <a:lnTo>
                    <a:pt x="42813" y="19706"/>
                  </a:lnTo>
                  <a:lnTo>
                    <a:pt x="40225" y="18412"/>
                  </a:lnTo>
                  <a:lnTo>
                    <a:pt x="44661" y="18153"/>
                  </a:lnTo>
                  <a:lnTo>
                    <a:pt x="40410" y="15565"/>
                  </a:lnTo>
                  <a:lnTo>
                    <a:pt x="42887" y="14789"/>
                  </a:lnTo>
                  <a:lnTo>
                    <a:pt x="40040" y="13569"/>
                  </a:lnTo>
                  <a:lnTo>
                    <a:pt x="43996" y="11092"/>
                  </a:lnTo>
                  <a:lnTo>
                    <a:pt x="40040" y="11092"/>
                  </a:lnTo>
                  <a:lnTo>
                    <a:pt x="45216" y="4733"/>
                  </a:lnTo>
                  <a:lnTo>
                    <a:pt x="45216" y="4733"/>
                  </a:lnTo>
                  <a:lnTo>
                    <a:pt x="38229" y="8836"/>
                  </a:lnTo>
                  <a:lnTo>
                    <a:pt x="39116" y="4991"/>
                  </a:lnTo>
                  <a:lnTo>
                    <a:pt x="36232" y="8356"/>
                  </a:lnTo>
                  <a:lnTo>
                    <a:pt x="36639" y="5768"/>
                  </a:lnTo>
                  <a:lnTo>
                    <a:pt x="34236" y="8319"/>
                  </a:lnTo>
                  <a:lnTo>
                    <a:pt x="34236" y="8319"/>
                  </a:lnTo>
                  <a:lnTo>
                    <a:pt x="360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6456451" y="1866545"/>
              <a:ext cx="294325" cy="254358"/>
            </a:xfrm>
            <a:custGeom>
              <a:avLst/>
              <a:gdLst/>
              <a:ahLst/>
              <a:cxnLst/>
              <a:rect l="l" t="t" r="r" b="b"/>
              <a:pathLst>
                <a:path w="5177" h="4474" extrusionOk="0">
                  <a:moveTo>
                    <a:pt x="2256" y="1221"/>
                  </a:moveTo>
                  <a:cubicBezTo>
                    <a:pt x="2958" y="1221"/>
                    <a:pt x="3328" y="1627"/>
                    <a:pt x="3439" y="2256"/>
                  </a:cubicBezTo>
                  <a:lnTo>
                    <a:pt x="3476" y="2625"/>
                  </a:lnTo>
                  <a:cubicBezTo>
                    <a:pt x="3550" y="3217"/>
                    <a:pt x="3365" y="3550"/>
                    <a:pt x="2736" y="3550"/>
                  </a:cubicBezTo>
                  <a:lnTo>
                    <a:pt x="2256" y="3550"/>
                  </a:lnTo>
                  <a:lnTo>
                    <a:pt x="1775" y="1257"/>
                  </a:lnTo>
                  <a:lnTo>
                    <a:pt x="1775" y="1221"/>
                  </a:lnTo>
                  <a:close/>
                  <a:moveTo>
                    <a:pt x="0" y="0"/>
                  </a:moveTo>
                  <a:lnTo>
                    <a:pt x="1147" y="4474"/>
                  </a:lnTo>
                  <a:lnTo>
                    <a:pt x="2995" y="4474"/>
                  </a:lnTo>
                  <a:cubicBezTo>
                    <a:pt x="4474" y="4474"/>
                    <a:pt x="5176" y="3845"/>
                    <a:pt x="4991" y="2404"/>
                  </a:cubicBezTo>
                  <a:cubicBezTo>
                    <a:pt x="4770" y="814"/>
                    <a:pt x="3734" y="37"/>
                    <a:pt x="2071" y="37"/>
                  </a:cubicBezTo>
                  <a:lnTo>
                    <a:pt x="20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6769652" y="1866545"/>
              <a:ext cx="264876" cy="254358"/>
            </a:xfrm>
            <a:custGeom>
              <a:avLst/>
              <a:gdLst/>
              <a:ahLst/>
              <a:cxnLst/>
              <a:rect l="l" t="t" r="r" b="b"/>
              <a:pathLst>
                <a:path w="4659" h="4474" extrusionOk="0">
                  <a:moveTo>
                    <a:pt x="2181" y="1221"/>
                  </a:moveTo>
                  <a:cubicBezTo>
                    <a:pt x="2810" y="1221"/>
                    <a:pt x="3143" y="1627"/>
                    <a:pt x="3143" y="2256"/>
                  </a:cubicBezTo>
                  <a:lnTo>
                    <a:pt x="3143" y="2625"/>
                  </a:lnTo>
                  <a:cubicBezTo>
                    <a:pt x="3143" y="3217"/>
                    <a:pt x="2921" y="3550"/>
                    <a:pt x="2255" y="3550"/>
                  </a:cubicBezTo>
                  <a:lnTo>
                    <a:pt x="1812" y="3550"/>
                  </a:lnTo>
                  <a:lnTo>
                    <a:pt x="1664" y="1257"/>
                  </a:lnTo>
                  <a:lnTo>
                    <a:pt x="1664" y="1221"/>
                  </a:lnTo>
                  <a:close/>
                  <a:moveTo>
                    <a:pt x="0" y="0"/>
                  </a:moveTo>
                  <a:lnTo>
                    <a:pt x="518" y="4474"/>
                  </a:lnTo>
                  <a:lnTo>
                    <a:pt x="2366" y="4474"/>
                  </a:lnTo>
                  <a:cubicBezTo>
                    <a:pt x="3845" y="4474"/>
                    <a:pt x="4621" y="3845"/>
                    <a:pt x="4658" y="2404"/>
                  </a:cubicBezTo>
                  <a:cubicBezTo>
                    <a:pt x="4658" y="814"/>
                    <a:pt x="3771" y="37"/>
                    <a:pt x="2107" y="37"/>
                  </a:cubicBezTo>
                  <a:lnTo>
                    <a:pt x="21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7057609" y="1929595"/>
              <a:ext cx="237530" cy="199723"/>
            </a:xfrm>
            <a:custGeom>
              <a:avLst/>
              <a:gdLst/>
              <a:ahLst/>
              <a:cxnLst/>
              <a:rect l="l" t="t" r="r" b="b"/>
              <a:pathLst>
                <a:path w="4178" h="3513" extrusionOk="0">
                  <a:moveTo>
                    <a:pt x="2070" y="925"/>
                  </a:moveTo>
                  <a:cubicBezTo>
                    <a:pt x="2551" y="925"/>
                    <a:pt x="2736" y="1184"/>
                    <a:pt x="2699" y="1664"/>
                  </a:cubicBezTo>
                  <a:lnTo>
                    <a:pt x="2662" y="2034"/>
                  </a:lnTo>
                  <a:cubicBezTo>
                    <a:pt x="2588" y="2478"/>
                    <a:pt x="2403" y="2736"/>
                    <a:pt x="1959" y="2736"/>
                  </a:cubicBezTo>
                  <a:cubicBezTo>
                    <a:pt x="1479" y="2736"/>
                    <a:pt x="1294" y="2441"/>
                    <a:pt x="1368" y="2034"/>
                  </a:cubicBezTo>
                  <a:lnTo>
                    <a:pt x="1405" y="1664"/>
                  </a:lnTo>
                  <a:cubicBezTo>
                    <a:pt x="1442" y="1184"/>
                    <a:pt x="1664" y="925"/>
                    <a:pt x="2070" y="925"/>
                  </a:cubicBezTo>
                  <a:close/>
                  <a:moveTo>
                    <a:pt x="2181" y="1"/>
                  </a:moveTo>
                  <a:cubicBezTo>
                    <a:pt x="924" y="1"/>
                    <a:pt x="111" y="629"/>
                    <a:pt x="74" y="1849"/>
                  </a:cubicBezTo>
                  <a:cubicBezTo>
                    <a:pt x="0" y="2995"/>
                    <a:pt x="739" y="3513"/>
                    <a:pt x="1849" y="3513"/>
                  </a:cubicBezTo>
                  <a:cubicBezTo>
                    <a:pt x="3032" y="3513"/>
                    <a:pt x="3808" y="2958"/>
                    <a:pt x="3993" y="1849"/>
                  </a:cubicBezTo>
                  <a:cubicBezTo>
                    <a:pt x="4178" y="629"/>
                    <a:pt x="3475" y="1"/>
                    <a:pt x="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7299289" y="1933233"/>
              <a:ext cx="230309" cy="196084"/>
            </a:xfrm>
            <a:custGeom>
              <a:avLst/>
              <a:gdLst/>
              <a:ahLst/>
              <a:cxnLst/>
              <a:rect l="l" t="t" r="r" b="b"/>
              <a:pathLst>
                <a:path w="4051" h="3449" extrusionOk="0">
                  <a:moveTo>
                    <a:pt x="2696" y="1"/>
                  </a:moveTo>
                  <a:cubicBezTo>
                    <a:pt x="2624" y="1"/>
                    <a:pt x="2551" y="4"/>
                    <a:pt x="2478" y="11"/>
                  </a:cubicBezTo>
                  <a:cubicBezTo>
                    <a:pt x="1480" y="11"/>
                    <a:pt x="555" y="306"/>
                    <a:pt x="444" y="1231"/>
                  </a:cubicBezTo>
                  <a:cubicBezTo>
                    <a:pt x="259" y="2525"/>
                    <a:pt x="2515" y="2081"/>
                    <a:pt x="2404" y="2562"/>
                  </a:cubicBezTo>
                  <a:cubicBezTo>
                    <a:pt x="2367" y="2783"/>
                    <a:pt x="1997" y="2783"/>
                    <a:pt x="1812" y="2783"/>
                  </a:cubicBezTo>
                  <a:cubicBezTo>
                    <a:pt x="1627" y="2783"/>
                    <a:pt x="1295" y="2746"/>
                    <a:pt x="1369" y="2414"/>
                  </a:cubicBezTo>
                  <a:lnTo>
                    <a:pt x="1369" y="2377"/>
                  </a:lnTo>
                  <a:lnTo>
                    <a:pt x="149" y="2377"/>
                  </a:lnTo>
                  <a:cubicBezTo>
                    <a:pt x="1" y="3153"/>
                    <a:pt x="851" y="3449"/>
                    <a:pt x="1664" y="3449"/>
                  </a:cubicBezTo>
                  <a:cubicBezTo>
                    <a:pt x="2552" y="3449"/>
                    <a:pt x="3439" y="3190"/>
                    <a:pt x="3661" y="2340"/>
                  </a:cubicBezTo>
                  <a:cubicBezTo>
                    <a:pt x="4030" y="972"/>
                    <a:pt x="1627" y="1489"/>
                    <a:pt x="1738" y="972"/>
                  </a:cubicBezTo>
                  <a:cubicBezTo>
                    <a:pt x="1775" y="750"/>
                    <a:pt x="2182" y="750"/>
                    <a:pt x="2293" y="750"/>
                  </a:cubicBezTo>
                  <a:cubicBezTo>
                    <a:pt x="2367" y="750"/>
                    <a:pt x="2478" y="750"/>
                    <a:pt x="2552" y="824"/>
                  </a:cubicBezTo>
                  <a:cubicBezTo>
                    <a:pt x="2663" y="861"/>
                    <a:pt x="2700" y="935"/>
                    <a:pt x="2663" y="1083"/>
                  </a:cubicBezTo>
                  <a:lnTo>
                    <a:pt x="3883" y="1083"/>
                  </a:lnTo>
                  <a:cubicBezTo>
                    <a:pt x="4051" y="343"/>
                    <a:pt x="3423" y="1"/>
                    <a:pt x="2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7423285" y="1582795"/>
              <a:ext cx="155605" cy="208137"/>
            </a:xfrm>
            <a:custGeom>
              <a:avLst/>
              <a:gdLst/>
              <a:ahLst/>
              <a:cxnLst/>
              <a:rect l="l" t="t" r="r" b="b"/>
              <a:pathLst>
                <a:path w="2737" h="3661" extrusionOk="0">
                  <a:moveTo>
                    <a:pt x="1480" y="0"/>
                  </a:moveTo>
                  <a:lnTo>
                    <a:pt x="703" y="2256"/>
                  </a:lnTo>
                  <a:lnTo>
                    <a:pt x="1" y="2256"/>
                  </a:lnTo>
                  <a:lnTo>
                    <a:pt x="740" y="3661"/>
                  </a:lnTo>
                  <a:lnTo>
                    <a:pt x="2552" y="2256"/>
                  </a:lnTo>
                  <a:lnTo>
                    <a:pt x="1849" y="2256"/>
                  </a:lnTo>
                  <a:lnTo>
                    <a:pt x="27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7173191" y="1582795"/>
              <a:ext cx="145088" cy="208137"/>
            </a:xfrm>
            <a:custGeom>
              <a:avLst/>
              <a:gdLst/>
              <a:ahLst/>
              <a:cxnLst/>
              <a:rect l="l" t="t" r="r" b="b"/>
              <a:pathLst>
                <a:path w="2552" h="3661" extrusionOk="0">
                  <a:moveTo>
                    <a:pt x="1073" y="0"/>
                  </a:moveTo>
                  <a:lnTo>
                    <a:pt x="703" y="2256"/>
                  </a:lnTo>
                  <a:lnTo>
                    <a:pt x="0" y="2256"/>
                  </a:lnTo>
                  <a:lnTo>
                    <a:pt x="1036" y="3661"/>
                  </a:lnTo>
                  <a:lnTo>
                    <a:pt x="2551" y="2256"/>
                  </a:lnTo>
                  <a:lnTo>
                    <a:pt x="1849" y="2256"/>
                  </a:lnTo>
                  <a:lnTo>
                    <a:pt x="2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6925143" y="1582795"/>
              <a:ext cx="145088" cy="208137"/>
            </a:xfrm>
            <a:custGeom>
              <a:avLst/>
              <a:gdLst/>
              <a:ahLst/>
              <a:cxnLst/>
              <a:rect l="l" t="t" r="r" b="b"/>
              <a:pathLst>
                <a:path w="2552" h="3661" extrusionOk="0">
                  <a:moveTo>
                    <a:pt x="629" y="0"/>
                  </a:moveTo>
                  <a:lnTo>
                    <a:pt x="703" y="2256"/>
                  </a:lnTo>
                  <a:lnTo>
                    <a:pt x="1" y="2256"/>
                  </a:lnTo>
                  <a:lnTo>
                    <a:pt x="1295" y="3661"/>
                  </a:lnTo>
                  <a:lnTo>
                    <a:pt x="2552" y="2256"/>
                  </a:lnTo>
                  <a:lnTo>
                    <a:pt x="1886" y="2256"/>
                  </a:lnTo>
                  <a:lnTo>
                    <a:pt x="19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6677153" y="1582795"/>
              <a:ext cx="145088" cy="208137"/>
            </a:xfrm>
            <a:custGeom>
              <a:avLst/>
              <a:gdLst/>
              <a:ahLst/>
              <a:cxnLst/>
              <a:rect l="l" t="t" r="r" b="b"/>
              <a:pathLst>
                <a:path w="2552" h="3661" extrusionOk="0">
                  <a:moveTo>
                    <a:pt x="222" y="0"/>
                  </a:moveTo>
                  <a:lnTo>
                    <a:pt x="703" y="2256"/>
                  </a:lnTo>
                  <a:lnTo>
                    <a:pt x="0" y="2256"/>
                  </a:lnTo>
                  <a:lnTo>
                    <a:pt x="1516" y="3661"/>
                  </a:lnTo>
                  <a:lnTo>
                    <a:pt x="2551" y="2256"/>
                  </a:lnTo>
                  <a:lnTo>
                    <a:pt x="1849" y="2256"/>
                  </a:lnTo>
                  <a:lnTo>
                    <a:pt x="1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7"/>
            <p:cNvSpPr/>
            <p:nvPr/>
          </p:nvSpPr>
          <p:spPr>
            <a:xfrm>
              <a:off x="6416484" y="1582795"/>
              <a:ext cx="157709" cy="208137"/>
            </a:xfrm>
            <a:custGeom>
              <a:avLst/>
              <a:gdLst/>
              <a:ahLst/>
              <a:cxnLst/>
              <a:rect l="l" t="t" r="r" b="b"/>
              <a:pathLst>
                <a:path w="2774" h="3661" extrusionOk="0">
                  <a:moveTo>
                    <a:pt x="1" y="0"/>
                  </a:moveTo>
                  <a:lnTo>
                    <a:pt x="888" y="2256"/>
                  </a:lnTo>
                  <a:lnTo>
                    <a:pt x="186" y="2256"/>
                  </a:lnTo>
                  <a:lnTo>
                    <a:pt x="1997" y="3661"/>
                  </a:lnTo>
                  <a:lnTo>
                    <a:pt x="2774" y="2256"/>
                  </a:lnTo>
                  <a:lnTo>
                    <a:pt x="2034" y="2256"/>
                  </a:lnTo>
                  <a:lnTo>
                    <a:pt x="1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8" name="Google Shape;518;p37"/>
          <p:cNvSpPr/>
          <p:nvPr/>
        </p:nvSpPr>
        <p:spPr>
          <a:xfrm>
            <a:off x="2072676" y="724400"/>
            <a:ext cx="947362" cy="120725"/>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7"/>
          <p:cNvSpPr/>
          <p:nvPr/>
        </p:nvSpPr>
        <p:spPr>
          <a:xfrm>
            <a:off x="6159123" y="384697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a:extLst>
              <a:ext uri="{FF2B5EF4-FFF2-40B4-BE49-F238E27FC236}">
                <a16:creationId xmlns:a16="http://schemas.microsoft.com/office/drawing/2014/main" id="{D4CFDF90-7230-D1EF-384A-1916A397956E}"/>
              </a:ext>
            </a:extLst>
          </p:cNvPr>
          <p:cNvSpPr>
            <a:spLocks noGrp="1" noChangeArrowheads="1"/>
          </p:cNvSpPr>
          <p:nvPr>
            <p:ph type="subTitle" idx="1"/>
          </p:nvPr>
        </p:nvSpPr>
        <p:spPr bwMode="auto">
          <a:xfrm>
            <a:off x="76735" y="1037189"/>
            <a:ext cx="607249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lang="ar-SA" altLang="en-US" sz="1600" b="1" dirty="0">
                <a:solidFill>
                  <a:schemeClr val="tx1"/>
                </a:solidFill>
                <a:latin typeface="Arial" panose="020B0604020202020204" pitchFamily="34" charset="0"/>
                <a:cs typeface="Arial" panose="020B0604020202020204" pitchFamily="34" charset="0"/>
              </a:rPr>
              <a:t>1- المنتجات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ar-SA"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iPhone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ar-SA"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الهاتف الذكي الأكثر مبيعًا في العالم</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ar-SA"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iPad</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ar-SA"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جهاز لوحي يستخدم في التعليم والترفيه</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ar-SA"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Mac</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ar-SA"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خطوط متنوعة من أجهزة الكمبيوتر المكتبية والمحمولة</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ar-SA"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Apple Watch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ar-SA"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جهاز تتبع الصحة واللياقة البدنية</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ar-SA"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AirPods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ar-SA"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سماعات لاسلكية شهيرة</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indent="0" eaLnBrk="0" fontAlgn="base" hangingPunct="0">
              <a:spcBef>
                <a:spcPct val="0"/>
              </a:spcBef>
              <a:spcAft>
                <a:spcPct val="0"/>
              </a:spcAft>
              <a:buClrTx/>
              <a:buSzTx/>
            </a:pPr>
            <a:r>
              <a:rPr lang="ar-SA" sz="1600" b="1" dirty="0">
                <a:solidFill>
                  <a:schemeClr val="tx1"/>
                </a:solidFill>
                <a:latin typeface="Arial" panose="020B0604020202020204" pitchFamily="34" charset="0"/>
                <a:cs typeface="Arial" panose="020B0604020202020204" pitchFamily="34" charset="0"/>
              </a:rPr>
              <a:t>2- البرمجيات :</a:t>
            </a:r>
            <a:endParaRPr lang="ar-YE" sz="1600" b="1" dirty="0">
              <a:solidFill>
                <a:schemeClr val="tx1"/>
              </a:solidFill>
              <a:latin typeface="Arial" panose="020B0604020202020204" pitchFamily="34" charset="0"/>
              <a:cs typeface="Arial" panose="020B0604020202020204" pitchFamily="34" charset="0"/>
            </a:endParaRPr>
          </a:p>
          <a:p>
            <a:pPr marL="0" indent="0" eaLnBrk="0" fontAlgn="base" hangingPunct="0">
              <a:spcBef>
                <a:spcPct val="0"/>
              </a:spcBef>
              <a:spcAft>
                <a:spcPct val="0"/>
              </a:spcAft>
              <a:buClrTx/>
              <a:buSzTx/>
              <a:buFontTx/>
              <a:buChar char="•"/>
            </a:pPr>
            <a:r>
              <a:rPr lang="ar-SA" sz="1600" dirty="0">
                <a:solidFill>
                  <a:schemeClr val="tx1"/>
                </a:solidFill>
                <a:latin typeface="Arial" panose="020B0604020202020204" pitchFamily="34" charset="0"/>
                <a:cs typeface="Arial" panose="020B0604020202020204" pitchFamily="34" charset="0"/>
              </a:rPr>
              <a:t> </a:t>
            </a:r>
            <a:r>
              <a:rPr lang="ar-YE" sz="1600" dirty="0">
                <a:solidFill>
                  <a:schemeClr val="tx1"/>
                </a:solidFill>
                <a:latin typeface="Arial" panose="020B0604020202020204" pitchFamily="34" charset="0"/>
                <a:cs typeface="Arial" panose="020B0604020202020204" pitchFamily="34" charset="0"/>
              </a:rPr>
              <a:t>نظام التشغيل </a:t>
            </a:r>
            <a:r>
              <a:rPr lang="en-US" sz="1600" dirty="0">
                <a:solidFill>
                  <a:schemeClr val="tx1"/>
                </a:solidFill>
                <a:latin typeface="Arial" panose="020B0604020202020204" pitchFamily="34" charset="0"/>
                <a:cs typeface="Arial" panose="020B0604020202020204" pitchFamily="34" charset="0"/>
              </a:rPr>
              <a:t>iOS: </a:t>
            </a:r>
            <a:r>
              <a:rPr lang="ar-YE" sz="1600" dirty="0">
                <a:solidFill>
                  <a:schemeClr val="tx1"/>
                </a:solidFill>
                <a:latin typeface="Arial" panose="020B0604020202020204" pitchFamily="34" charset="0"/>
                <a:cs typeface="Arial" panose="020B0604020202020204" pitchFamily="34" charset="0"/>
              </a:rPr>
              <a:t>يُستخدم في أجهزة </a:t>
            </a:r>
            <a:r>
              <a:rPr lang="en-US" sz="1600" dirty="0">
                <a:solidFill>
                  <a:schemeClr val="tx1"/>
                </a:solidFill>
                <a:latin typeface="Arial" panose="020B0604020202020204" pitchFamily="34" charset="0"/>
                <a:cs typeface="Arial" panose="020B0604020202020204" pitchFamily="34" charset="0"/>
              </a:rPr>
              <a:t>iPhone </a:t>
            </a:r>
            <a:r>
              <a:rPr lang="ar-SA" sz="1600" dirty="0">
                <a:solidFill>
                  <a:schemeClr val="tx1"/>
                </a:solidFill>
                <a:latin typeface="Arial" panose="020B0604020202020204" pitchFamily="34" charset="0"/>
                <a:cs typeface="Arial" panose="020B0604020202020204" pitchFamily="34" charset="0"/>
              </a:rPr>
              <a:t> </a:t>
            </a:r>
            <a:r>
              <a:rPr lang="ar-YE" sz="1600" dirty="0">
                <a:solidFill>
                  <a:schemeClr val="tx1"/>
                </a:solidFill>
                <a:latin typeface="Arial" panose="020B0604020202020204" pitchFamily="34" charset="0"/>
                <a:cs typeface="Arial" panose="020B0604020202020204" pitchFamily="34" charset="0"/>
              </a:rPr>
              <a:t>و</a:t>
            </a:r>
            <a:r>
              <a:rPr lang="en-US" sz="1600" dirty="0">
                <a:solidFill>
                  <a:schemeClr val="tx1"/>
                </a:solidFill>
                <a:latin typeface="Arial" panose="020B0604020202020204" pitchFamily="34" charset="0"/>
                <a:cs typeface="Arial" panose="020B0604020202020204" pitchFamily="34" charset="0"/>
              </a:rPr>
              <a:t>iPad.</a:t>
            </a:r>
          </a:p>
          <a:p>
            <a:pPr marL="0" indent="0" eaLnBrk="0" fontAlgn="base" hangingPunct="0">
              <a:spcBef>
                <a:spcPct val="0"/>
              </a:spcBef>
              <a:spcAft>
                <a:spcPct val="0"/>
              </a:spcAft>
              <a:buClrTx/>
              <a:buSzTx/>
              <a:buFontTx/>
              <a:buChar char="•"/>
            </a:pPr>
            <a:r>
              <a:rPr lang="ar-SA" sz="1600"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macOS: </a:t>
            </a:r>
            <a:r>
              <a:rPr lang="ar-SA" sz="1600" dirty="0">
                <a:solidFill>
                  <a:schemeClr val="tx1"/>
                </a:solidFill>
                <a:latin typeface="Arial" panose="020B0604020202020204" pitchFamily="34" charset="0"/>
                <a:cs typeface="Arial" panose="020B0604020202020204" pitchFamily="34" charset="0"/>
              </a:rPr>
              <a:t> </a:t>
            </a:r>
            <a:r>
              <a:rPr lang="ar-YE" sz="1600" dirty="0">
                <a:solidFill>
                  <a:schemeClr val="tx1"/>
                </a:solidFill>
                <a:latin typeface="Arial" panose="020B0604020202020204" pitchFamily="34" charset="0"/>
                <a:cs typeface="Arial" panose="020B0604020202020204" pitchFamily="34" charset="0"/>
              </a:rPr>
              <a:t>نظام تشغيل أجهزة </a:t>
            </a:r>
            <a:r>
              <a:rPr lang="en-US" sz="1600" dirty="0">
                <a:solidFill>
                  <a:schemeClr val="tx1"/>
                </a:solidFill>
                <a:latin typeface="Arial" panose="020B0604020202020204" pitchFamily="34" charset="0"/>
                <a:cs typeface="Arial" panose="020B0604020202020204" pitchFamily="34" charset="0"/>
              </a:rPr>
              <a:t>Mac.</a:t>
            </a:r>
            <a:endParaRPr lang="ar-SA" sz="1600" dirty="0">
              <a:solidFill>
                <a:schemeClr val="tx1"/>
              </a:solidFill>
              <a:latin typeface="Arial" panose="020B0604020202020204" pitchFamily="34" charset="0"/>
              <a:cs typeface="Arial" panose="020B0604020202020204" pitchFamily="34" charset="0"/>
            </a:endParaRPr>
          </a:p>
          <a:p>
            <a:pPr marL="0" indent="0" eaLnBrk="0" fontAlgn="base" hangingPunct="0">
              <a:spcBef>
                <a:spcPct val="0"/>
              </a:spcBef>
              <a:spcAft>
                <a:spcPct val="0"/>
              </a:spcAft>
              <a:buClrTx/>
              <a:buSzTx/>
              <a:buFontTx/>
              <a:buChar char="•"/>
            </a:pPr>
            <a:r>
              <a:rPr lang="en-US" sz="1600" dirty="0">
                <a:solidFill>
                  <a:schemeClr val="tx1"/>
                </a:solidFill>
                <a:latin typeface="Arial" panose="020B0604020202020204" pitchFamily="34" charset="0"/>
                <a:cs typeface="Arial" panose="020B0604020202020204" pitchFamily="34" charset="0"/>
              </a:rPr>
              <a:t>iWork </a:t>
            </a:r>
            <a:r>
              <a:rPr lang="ar-YE" sz="1600" dirty="0">
                <a:solidFill>
                  <a:schemeClr val="tx1"/>
                </a:solidFill>
                <a:latin typeface="Arial" panose="020B0604020202020204" pitchFamily="34" charset="0"/>
                <a:cs typeface="Arial" panose="020B0604020202020204" pitchFamily="34" charset="0"/>
              </a:rPr>
              <a:t>و</a:t>
            </a:r>
            <a:r>
              <a:rPr lang="en-US" sz="1600" dirty="0">
                <a:solidFill>
                  <a:schemeClr val="tx1"/>
                </a:solidFill>
                <a:latin typeface="Arial" panose="020B0604020202020204" pitchFamily="34" charset="0"/>
                <a:cs typeface="Arial" panose="020B0604020202020204" pitchFamily="34" charset="0"/>
              </a:rPr>
              <a:t>iMovie </a:t>
            </a:r>
            <a:r>
              <a:rPr lang="ar-YE" sz="1600" dirty="0">
                <a:solidFill>
                  <a:schemeClr val="tx1"/>
                </a:solidFill>
                <a:latin typeface="Arial" panose="020B0604020202020204" pitchFamily="34" charset="0"/>
                <a:cs typeface="Arial" panose="020B0604020202020204" pitchFamily="34" charset="0"/>
              </a:rPr>
              <a:t>و</a:t>
            </a:r>
            <a:r>
              <a:rPr lang="en-US" sz="1600" dirty="0">
                <a:solidFill>
                  <a:schemeClr val="tx1"/>
                </a:solidFill>
                <a:latin typeface="Arial" panose="020B0604020202020204" pitchFamily="34" charset="0"/>
                <a:cs typeface="Arial" panose="020B0604020202020204" pitchFamily="34" charset="0"/>
              </a:rPr>
              <a:t>Final Cut Pro</a:t>
            </a:r>
            <a:r>
              <a:rPr lang="ar-YE" sz="1600" dirty="0">
                <a:solidFill>
                  <a:schemeClr val="tx1"/>
                </a:solidFill>
                <a:latin typeface="Arial" panose="020B0604020202020204" pitchFamily="34" charset="0"/>
                <a:cs typeface="Arial" panose="020B0604020202020204" pitchFamily="34" charset="0"/>
              </a:rPr>
              <a:t> التطبيقات: مثل</a:t>
            </a:r>
            <a:r>
              <a:rPr lang="ar-SA" sz="1600" dirty="0">
                <a:solidFill>
                  <a:schemeClr val="tx1"/>
                </a:solidFill>
                <a:latin typeface="Arial" panose="020B0604020202020204" pitchFamily="34" charset="0"/>
                <a:cs typeface="Arial" panose="020B0604020202020204" pitchFamily="34" charset="0"/>
              </a:rPr>
              <a:t> </a:t>
            </a:r>
            <a:endParaRPr kumimoji="0" lang="ar-SA" altLang="en-US" sz="1600" b="0" i="0" u="none" strike="noStrike" cap="none" normalizeH="0" baseline="0" dirty="0">
              <a:ln>
                <a:noFill/>
              </a:ln>
              <a:solidFill>
                <a:schemeClr val="tx1"/>
              </a:solidFill>
              <a:effectLst/>
              <a:latin typeface="Arial" panose="020B0604020202020204" pitchFamily="34" charset="0"/>
            </a:endParaRPr>
          </a:p>
          <a:p>
            <a:pPr marL="0" indent="0" eaLnBrk="0" fontAlgn="base" hangingPunct="0">
              <a:spcBef>
                <a:spcPct val="0"/>
              </a:spcBef>
              <a:spcAft>
                <a:spcPct val="0"/>
              </a:spcAft>
              <a:buClrTx/>
              <a:buSzTx/>
            </a:pPr>
            <a:r>
              <a:rPr lang="ar-SA" sz="1600" b="1" dirty="0">
                <a:solidFill>
                  <a:schemeClr val="tx1"/>
                </a:solidFill>
                <a:latin typeface="Arial" panose="020B0604020202020204" pitchFamily="34" charset="0"/>
                <a:cs typeface="Arial" panose="020B0604020202020204" pitchFamily="34" charset="0"/>
              </a:rPr>
              <a:t>3- </a:t>
            </a:r>
            <a:r>
              <a:rPr lang="ar-YE" sz="1600" b="1" dirty="0">
                <a:solidFill>
                  <a:schemeClr val="tx1"/>
                </a:solidFill>
                <a:latin typeface="Arial" panose="020B0604020202020204" pitchFamily="34" charset="0"/>
                <a:cs typeface="Arial" panose="020B0604020202020204" pitchFamily="34" charset="0"/>
              </a:rPr>
              <a:t>الخدمات</a:t>
            </a:r>
            <a:r>
              <a:rPr lang="ar-SA" sz="1600" b="1" dirty="0">
                <a:solidFill>
                  <a:schemeClr val="tx1"/>
                </a:solidFill>
                <a:latin typeface="Arial" panose="020B0604020202020204" pitchFamily="34" charset="0"/>
                <a:cs typeface="Arial" panose="020B0604020202020204" pitchFamily="34" charset="0"/>
              </a:rPr>
              <a:t> </a:t>
            </a:r>
            <a:r>
              <a:rPr lang="ar-YE" sz="1600" b="1" dirty="0">
                <a:solidFill>
                  <a:schemeClr val="tx1"/>
                </a:solidFill>
                <a:latin typeface="Arial" panose="020B0604020202020204" pitchFamily="34" charset="0"/>
                <a:cs typeface="Arial" panose="020B0604020202020204" pitchFamily="34" charset="0"/>
              </a:rPr>
              <a:t>:</a:t>
            </a:r>
          </a:p>
          <a:p>
            <a:pPr>
              <a:buFont typeface="Arial" panose="020B0604020202020204" pitchFamily="34" charset="0"/>
              <a:buChar char="•"/>
            </a:pPr>
            <a:r>
              <a:rPr lang="en-US" sz="1600" b="1" dirty="0">
                <a:solidFill>
                  <a:schemeClr val="tx1"/>
                </a:solidFill>
                <a:latin typeface="Arial" panose="020B0604020202020204" pitchFamily="34" charset="0"/>
              </a:rPr>
              <a:t>Apple Music </a:t>
            </a:r>
            <a:r>
              <a:rPr lang="ar-YE" sz="1600" b="1" dirty="0">
                <a:solidFill>
                  <a:schemeClr val="tx1"/>
                </a:solidFill>
                <a:latin typeface="Arial" panose="020B0604020202020204" pitchFamily="34" charset="0"/>
              </a:rPr>
              <a:t>و</a:t>
            </a:r>
            <a:r>
              <a:rPr lang="ar-SA" sz="1600" b="1" dirty="0">
                <a:solidFill>
                  <a:schemeClr val="tx1"/>
                </a:solidFill>
                <a:latin typeface="Arial" panose="020B0604020202020204" pitchFamily="34" charset="0"/>
              </a:rPr>
              <a:t> </a:t>
            </a:r>
            <a:r>
              <a:rPr lang="en-US" sz="1600" b="1" dirty="0">
                <a:solidFill>
                  <a:schemeClr val="tx1"/>
                </a:solidFill>
                <a:latin typeface="Arial" panose="020B0604020202020204" pitchFamily="34" charset="0"/>
              </a:rPr>
              <a:t>Apple TV+: </a:t>
            </a:r>
            <a:r>
              <a:rPr lang="ar-YE" sz="1600" b="1" dirty="0">
                <a:solidFill>
                  <a:schemeClr val="tx1"/>
                </a:solidFill>
                <a:latin typeface="Arial" panose="020B0604020202020204" pitchFamily="34" charset="0"/>
                <a:cs typeface="+mj-cs"/>
              </a:rPr>
              <a:t>خدمات بث الموسيقى والفيديو.</a:t>
            </a:r>
          </a:p>
          <a:p>
            <a:pPr marL="2882900" lvl="6" indent="0"/>
            <a:endParaRPr lang="ar-SA" sz="1600" b="1" dirty="0">
              <a:solidFill>
                <a:schemeClr val="tx1"/>
              </a:solidFill>
              <a:latin typeface="Arial" panose="020B0604020202020204" pitchFamily="34" charset="0"/>
              <a:cs typeface="+mj-cs"/>
            </a:endParaRPr>
          </a:p>
          <a:p>
            <a:pPr marL="2882900" lvl="6" indent="0" algn="r"/>
            <a:endParaRPr lang="ar-YE" sz="1600" dirty="0">
              <a:solidFill>
                <a:schemeClr val="tx1"/>
              </a:solidFill>
              <a:latin typeface="Arial" panose="020B0604020202020204" pitchFamily="34" charset="0"/>
              <a:cs typeface="+mj-c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43"/>
          <p:cNvSpPr txBox="1">
            <a:spLocks noGrp="1"/>
          </p:cNvSpPr>
          <p:nvPr>
            <p:ph type="title"/>
          </p:nvPr>
        </p:nvSpPr>
        <p:spPr>
          <a:xfrm>
            <a:off x="885091" y="416399"/>
            <a:ext cx="7715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YE" dirty="0">
                <a:solidFill>
                  <a:schemeClr val="dk2"/>
                </a:solidFill>
              </a:rPr>
              <a:t>الثغرات الأمنية والهجمات المحتملة على شركة آبل</a:t>
            </a:r>
            <a:endParaRPr dirty="0">
              <a:solidFill>
                <a:schemeClr val="dk2"/>
              </a:solidFill>
            </a:endParaRPr>
          </a:p>
        </p:txBody>
      </p:sp>
      <p:sp>
        <p:nvSpPr>
          <p:cNvPr id="838" name="Google Shape;838;p43"/>
          <p:cNvSpPr txBox="1">
            <a:spLocks noGrp="1"/>
          </p:cNvSpPr>
          <p:nvPr>
            <p:ph type="subTitle" idx="1"/>
          </p:nvPr>
        </p:nvSpPr>
        <p:spPr>
          <a:xfrm>
            <a:off x="783324" y="1089662"/>
            <a:ext cx="4265700" cy="3311421"/>
          </a:xfrm>
          <a:prstGeom prst="rect">
            <a:avLst/>
          </a:prstGeom>
        </p:spPr>
        <p:txBody>
          <a:bodyPr spcFirstLastPara="1" wrap="square" lIns="91425" tIns="91425" rIns="91425" bIns="91425" anchor="t" anchorCtr="0">
            <a:noAutofit/>
          </a:bodyPr>
          <a:lstStyle/>
          <a:p>
            <a:pPr marL="48261" lvl="0" indent="0" algn="r" rtl="0">
              <a:spcBef>
                <a:spcPts val="0"/>
              </a:spcBef>
              <a:spcAft>
                <a:spcPts val="0"/>
              </a:spcAft>
              <a:buSzPts val="1400"/>
              <a:buNone/>
            </a:pPr>
            <a:r>
              <a:rPr lang="ar-YE" sz="1800" dirty="0">
                <a:cs typeface="+mj-cs"/>
              </a:rPr>
              <a:t>الثغرات الأمنية المحتملة</a:t>
            </a:r>
            <a:r>
              <a:rPr lang="ar-SA" sz="1800" dirty="0">
                <a:cs typeface="+mj-cs"/>
              </a:rPr>
              <a:t> :</a:t>
            </a:r>
            <a:endParaRPr kumimoji="0" lang="en-US" altLang="en-US" sz="1400" b="0" i="0" u="none" strike="noStrike" cap="none" normalizeH="0" baseline="0" dirty="0">
              <a:ln>
                <a:noFill/>
              </a:ln>
              <a:solidFill>
                <a:schemeClr val="tx1"/>
              </a:solidFill>
              <a:effectLst/>
              <a:latin typeface="Arial" panose="020B0604020202020204" pitchFamily="34" charset="0"/>
              <a:cs typeface="+mj-cs"/>
            </a:endParaRPr>
          </a:p>
          <a:p>
            <a:pPr marL="0" marR="0" lvl="0" indent="0" algn="r" defTabSz="914400" rtl="0" eaLnBrk="0" fontAlgn="base" latinLnBrk="0" hangingPunct="0">
              <a:lnSpc>
                <a:spcPct val="100000"/>
              </a:lnSpc>
              <a:spcBef>
                <a:spcPct val="0"/>
              </a:spcBef>
              <a:spcAft>
                <a:spcPct val="0"/>
              </a:spcAft>
              <a:buClrTx/>
              <a:buSzTx/>
              <a:buNone/>
              <a:tabLst/>
            </a:pPr>
            <a:r>
              <a:rPr lang="ar-SA" altLang="en-US" sz="1800" b="1" dirty="0">
                <a:solidFill>
                  <a:schemeClr val="tx1"/>
                </a:solidFill>
                <a:latin typeface="Arial" panose="020B0604020202020204" pitchFamily="34" charset="0"/>
                <a:cs typeface="Arial" panose="020B0604020202020204" pitchFamily="34" charset="0"/>
              </a:rPr>
              <a:t>1- </a:t>
            </a:r>
            <a:r>
              <a:rPr lang="ar-YE" sz="1800" b="1" dirty="0">
                <a:solidFill>
                  <a:schemeClr val="tx1"/>
                </a:solidFill>
                <a:latin typeface="Arial" panose="020B0604020202020204" pitchFamily="34" charset="0"/>
                <a:cs typeface="Arial" panose="020B0604020202020204" pitchFamily="34" charset="0"/>
              </a:rPr>
              <a:t>ثغرات البرمجيات</a:t>
            </a:r>
            <a:r>
              <a:rPr lang="ar-SA" sz="1800" b="1" dirty="0">
                <a:solidFill>
                  <a:schemeClr val="tx1"/>
                </a:solidFill>
                <a:latin typeface="Arial" panose="020B0604020202020204" pitchFamily="34" charset="0"/>
                <a:cs typeface="Arial" panose="020B0604020202020204" pitchFamily="34" charset="0"/>
              </a:rPr>
              <a:t> :</a:t>
            </a:r>
            <a:endParaRPr lang="ar-SA" altLang="en-US" sz="1800" b="1" dirty="0">
              <a:solidFill>
                <a:schemeClr val="tx1"/>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Char char="•"/>
              <a:tabLst/>
            </a:pPr>
            <a:r>
              <a:rPr kumimoji="0" lang="ar-SA" altLang="en-US" sz="1400" b="0" i="0" u="none" strike="noStrike" cap="none" normalizeH="0" baseline="0" dirty="0">
                <a:ln>
                  <a:noFill/>
                </a:ln>
                <a:solidFill>
                  <a:schemeClr val="tx1"/>
                </a:solidFill>
                <a:effectLst/>
                <a:latin typeface="Arial" panose="020B0604020202020204" pitchFamily="34" charset="0"/>
                <a:cs typeface="+mj-cs"/>
              </a:rPr>
              <a:t>قد تحتوي أنظمة تشغيل</a:t>
            </a:r>
            <a:r>
              <a:rPr kumimoji="0" lang="en-US" altLang="en-US" sz="1400" b="0" i="0" u="none" strike="noStrike" cap="none" normalizeH="0" baseline="0" dirty="0">
                <a:ln>
                  <a:noFill/>
                </a:ln>
                <a:solidFill>
                  <a:schemeClr val="tx1"/>
                </a:solidFill>
                <a:effectLst/>
                <a:latin typeface="Arial" panose="020B0604020202020204" pitchFamily="34" charset="0"/>
                <a:cs typeface="+mj-cs"/>
              </a:rPr>
              <a:t> iOS </a:t>
            </a:r>
            <a:r>
              <a:rPr kumimoji="0" lang="ar-SA" altLang="en-US" sz="1400" b="0" i="0" u="none" strike="noStrike" cap="none" normalizeH="0" baseline="0" dirty="0">
                <a:ln>
                  <a:noFill/>
                </a:ln>
                <a:solidFill>
                  <a:schemeClr val="tx1"/>
                </a:solidFill>
                <a:effectLst/>
                <a:latin typeface="Arial" panose="020B0604020202020204" pitchFamily="34" charset="0"/>
                <a:cs typeface="+mj-cs"/>
              </a:rPr>
              <a:t>و</a:t>
            </a:r>
            <a:r>
              <a:rPr kumimoji="0" lang="en-US" altLang="en-US" sz="1400" b="0" i="0" u="none" strike="noStrike" cap="none" normalizeH="0" baseline="0" dirty="0">
                <a:ln>
                  <a:noFill/>
                </a:ln>
                <a:solidFill>
                  <a:schemeClr val="tx1"/>
                </a:solidFill>
                <a:effectLst/>
                <a:latin typeface="Arial" panose="020B0604020202020204" pitchFamily="34" charset="0"/>
                <a:cs typeface="+mj-cs"/>
              </a:rPr>
              <a:t>macOS </a:t>
            </a:r>
            <a:r>
              <a:rPr kumimoji="0" lang="ar-SA" altLang="en-US" sz="1400" b="0" i="0" u="none" strike="noStrike" cap="none" normalizeH="0" baseline="0" dirty="0">
                <a:ln>
                  <a:noFill/>
                </a:ln>
                <a:solidFill>
                  <a:schemeClr val="tx1"/>
                </a:solidFill>
                <a:effectLst/>
                <a:latin typeface="Arial" panose="020B0604020202020204" pitchFamily="34" charset="0"/>
                <a:cs typeface="+mj-cs"/>
              </a:rPr>
              <a:t>على ثغرات يمكن استغلالها من قبل المهاجمين للوصول إلى بيانات المستخدمين .</a:t>
            </a:r>
          </a:p>
          <a:p>
            <a:pPr marL="0" marR="0" lvl="0" indent="0" algn="r" defTabSz="914400" rtl="0" eaLnBrk="0" fontAlgn="base" latinLnBrk="0" hangingPunct="0">
              <a:lnSpc>
                <a:spcPct val="100000"/>
              </a:lnSpc>
              <a:spcBef>
                <a:spcPct val="0"/>
              </a:spcBef>
              <a:spcAft>
                <a:spcPct val="0"/>
              </a:spcAft>
              <a:buClrTx/>
              <a:buSzTx/>
              <a:buNone/>
              <a:tabLst/>
            </a:pPr>
            <a:r>
              <a:rPr lang="ar-SA" altLang="en-US" sz="1800" b="1" dirty="0">
                <a:solidFill>
                  <a:schemeClr val="tx1"/>
                </a:solidFill>
                <a:latin typeface="Arial" panose="020B0604020202020204" pitchFamily="34" charset="0"/>
                <a:cs typeface="Arial" panose="020B0604020202020204" pitchFamily="34" charset="0"/>
              </a:rPr>
              <a:t>2- </a:t>
            </a:r>
            <a:r>
              <a:rPr lang="ar-YE" sz="1800" b="1" dirty="0">
                <a:solidFill>
                  <a:schemeClr val="tx1"/>
                </a:solidFill>
                <a:latin typeface="Arial" panose="020B0604020202020204" pitchFamily="34" charset="0"/>
                <a:cs typeface="Arial" panose="020B0604020202020204" pitchFamily="34" charset="0"/>
              </a:rPr>
              <a:t>هجمات التصيد الاحتيالي</a:t>
            </a:r>
            <a:r>
              <a:rPr lang="ar-SA" sz="1800" b="1" dirty="0">
                <a:solidFill>
                  <a:schemeClr val="tx1"/>
                </a:solidFill>
                <a:latin typeface="Arial" panose="020B0604020202020204" pitchFamily="34" charset="0"/>
                <a:cs typeface="Arial" panose="020B0604020202020204" pitchFamily="34" charset="0"/>
              </a:rPr>
              <a:t> :</a:t>
            </a:r>
          </a:p>
          <a:p>
            <a:pPr marL="0" marR="0" lvl="0" indent="0" algn="r" defTabSz="914400" rtl="0" eaLnBrk="0" fontAlgn="base" latinLnBrk="0" hangingPunct="0">
              <a:lnSpc>
                <a:spcPct val="100000"/>
              </a:lnSpc>
              <a:spcBef>
                <a:spcPct val="0"/>
              </a:spcBef>
              <a:spcAft>
                <a:spcPct val="0"/>
              </a:spcAft>
              <a:buClrTx/>
              <a:buSzTx/>
              <a:buNone/>
              <a:tabLst/>
            </a:pPr>
            <a:r>
              <a:rPr lang="ar-YE" altLang="en-US" dirty="0">
                <a:solidFill>
                  <a:schemeClr val="tx1"/>
                </a:solidFill>
                <a:latin typeface="Arial" panose="020B0604020202020204" pitchFamily="34" charset="0"/>
                <a:cs typeface="+mj-cs"/>
              </a:rPr>
              <a:t>يمكن أن تستهدف رسائل البريد الإلكتروني أو الرسائل النصية المستخدمين، مما يؤدي إلى سرقة بيانات تسجيل الدخول.</a:t>
            </a:r>
          </a:p>
          <a:p>
            <a:pPr marL="0" marR="0" lvl="0" indent="0" algn="r" defTabSz="914400" rtl="0" eaLnBrk="0" fontAlgn="base" latinLnBrk="0" hangingPunct="0">
              <a:lnSpc>
                <a:spcPct val="100000"/>
              </a:lnSpc>
              <a:spcBef>
                <a:spcPct val="0"/>
              </a:spcBef>
              <a:spcAft>
                <a:spcPct val="0"/>
              </a:spcAft>
              <a:buClrTx/>
              <a:buSzTx/>
              <a:buNone/>
              <a:tabLst/>
            </a:pPr>
            <a:r>
              <a:rPr lang="ar-SA" altLang="en-US" sz="1800" b="1" dirty="0">
                <a:solidFill>
                  <a:schemeClr val="tx1"/>
                </a:solidFill>
                <a:latin typeface="Arial" panose="020B0604020202020204" pitchFamily="34" charset="0"/>
                <a:cs typeface="Arial" panose="020B0604020202020204" pitchFamily="34" charset="0"/>
              </a:rPr>
              <a:t>3- </a:t>
            </a:r>
            <a:r>
              <a:rPr lang="ar-YE" sz="1800" b="1" dirty="0">
                <a:solidFill>
                  <a:schemeClr val="tx1"/>
                </a:solidFill>
                <a:latin typeface="Arial" panose="020B0604020202020204" pitchFamily="34" charset="0"/>
                <a:cs typeface="Arial" panose="020B0604020202020204" pitchFamily="34" charset="0"/>
              </a:rPr>
              <a:t>برامج الفدية</a:t>
            </a:r>
            <a:r>
              <a:rPr lang="ar-SA" sz="1800" b="1" dirty="0">
                <a:solidFill>
                  <a:schemeClr val="tx1"/>
                </a:solidFill>
                <a:latin typeface="Arial" panose="020B0604020202020204" pitchFamily="34" charset="0"/>
                <a:cs typeface="Arial" panose="020B0604020202020204" pitchFamily="34" charset="0"/>
              </a:rPr>
              <a:t> :</a:t>
            </a:r>
          </a:p>
          <a:p>
            <a:pPr marL="0" marR="0" lvl="0" indent="0" algn="r" defTabSz="914400" rtl="0" eaLnBrk="0" fontAlgn="base" latinLnBrk="0" hangingPunct="0">
              <a:lnSpc>
                <a:spcPct val="100000"/>
              </a:lnSpc>
              <a:spcBef>
                <a:spcPct val="0"/>
              </a:spcBef>
              <a:spcAft>
                <a:spcPct val="0"/>
              </a:spcAft>
              <a:buClrTx/>
              <a:buSzTx/>
              <a:buNone/>
              <a:tabLst/>
            </a:pPr>
            <a:r>
              <a:rPr lang="ar-YE" altLang="en-US" dirty="0">
                <a:solidFill>
                  <a:schemeClr val="tx1"/>
                </a:solidFill>
                <a:latin typeface="Arial" panose="020B0604020202020204" pitchFamily="34" charset="0"/>
                <a:cs typeface="+mj-cs"/>
              </a:rPr>
              <a:t>هجمات تستخدم برامج ضارة لاحتجاز بيانات المستخدمين حتى يتم دفع فدية.</a:t>
            </a:r>
            <a:endParaRPr lang="ar-SA" altLang="en-US" dirty="0">
              <a:solidFill>
                <a:schemeClr val="tx1"/>
              </a:solidFill>
              <a:latin typeface="Arial" panose="020B0604020202020204" pitchFamily="34" charset="0"/>
              <a:cs typeface="+mj-cs"/>
            </a:endParaRPr>
          </a:p>
          <a:p>
            <a:pPr marL="0" indent="0" algn="r" eaLnBrk="0" fontAlgn="base" hangingPunct="0">
              <a:spcBef>
                <a:spcPct val="0"/>
              </a:spcBef>
              <a:spcAft>
                <a:spcPct val="0"/>
              </a:spcAft>
              <a:buClrTx/>
              <a:buSzTx/>
              <a:buNone/>
            </a:pPr>
            <a:r>
              <a:rPr lang="ar-SA" sz="1800" b="1" dirty="0">
                <a:solidFill>
                  <a:schemeClr val="tx1"/>
                </a:solidFill>
                <a:latin typeface="Arial" panose="020B0604020202020204" pitchFamily="34" charset="0"/>
                <a:cs typeface="Arial" panose="020B0604020202020204" pitchFamily="34" charset="0"/>
              </a:rPr>
              <a:t> 4- ا</a:t>
            </a:r>
            <a:r>
              <a:rPr lang="ar-YE" sz="1800" b="1" dirty="0">
                <a:solidFill>
                  <a:schemeClr val="tx1"/>
                </a:solidFill>
                <a:latin typeface="Arial" panose="020B0604020202020204" pitchFamily="34" charset="0"/>
                <a:cs typeface="Arial" panose="020B0604020202020204" pitchFamily="34" charset="0"/>
              </a:rPr>
              <a:t>لهجمات على الشبكات</a:t>
            </a:r>
            <a:r>
              <a:rPr lang="ar-SA" sz="1800" b="1" dirty="0">
                <a:solidFill>
                  <a:schemeClr val="tx1"/>
                </a:solidFill>
                <a:latin typeface="Arial" panose="020B0604020202020204" pitchFamily="34" charset="0"/>
                <a:cs typeface="Arial" panose="020B0604020202020204" pitchFamily="34" charset="0"/>
              </a:rPr>
              <a:t>:</a:t>
            </a:r>
          </a:p>
          <a:p>
            <a:pPr marL="0" indent="0" algn="r" eaLnBrk="0" fontAlgn="base" hangingPunct="0">
              <a:spcBef>
                <a:spcPct val="0"/>
              </a:spcBef>
              <a:spcAft>
                <a:spcPct val="0"/>
              </a:spcAft>
              <a:buClrTx/>
              <a:buSzTx/>
              <a:buNone/>
            </a:pPr>
            <a:r>
              <a:rPr lang="ar-YE" dirty="0">
                <a:solidFill>
                  <a:schemeClr val="tx1"/>
                </a:solidFill>
                <a:latin typeface="Arial" panose="020B0604020202020204" pitchFamily="34" charset="0"/>
                <a:cs typeface="+mj-cs"/>
              </a:rPr>
              <a:t>استغلال نقاط الضعف في الشبكات اللاسلكية للوصول إلى الأجهزة المتصلة</a:t>
            </a:r>
            <a:r>
              <a:rPr lang="ar-YE" sz="2400" dirty="0"/>
              <a:t>.</a:t>
            </a:r>
            <a:endParaRPr lang="en-US" altLang="en-US" sz="1800" b="1" dirty="0">
              <a:solidFill>
                <a:schemeClr val="tx1"/>
              </a:solidFill>
              <a:latin typeface="Arial" panose="020B0604020202020204" pitchFamily="34" charset="0"/>
              <a:cs typeface="Arial" panose="020B0604020202020204" pitchFamily="34" charset="0"/>
            </a:endParaRPr>
          </a:p>
        </p:txBody>
      </p:sp>
      <p:pic>
        <p:nvPicPr>
          <p:cNvPr id="839" name="Google Shape;839;p43"/>
          <p:cNvPicPr preferRelativeResize="0">
            <a:picLocks noGrp="1"/>
          </p:cNvPicPr>
          <p:nvPr>
            <p:ph type="pic" idx="2"/>
          </p:nvPr>
        </p:nvPicPr>
        <p:blipFill rotWithShape="1">
          <a:blip r:embed="rId3">
            <a:alphaModFix/>
          </a:blip>
          <a:srcRect l="24545" r="5505"/>
          <a:stretch/>
        </p:blipFill>
        <p:spPr>
          <a:xfrm>
            <a:off x="5212649" y="1460100"/>
            <a:ext cx="3148027" cy="3003900"/>
          </a:xfrm>
          <a:prstGeom prst="rect">
            <a:avLst/>
          </a:prstGeom>
        </p:spPr>
      </p:pic>
      <p:sp>
        <p:nvSpPr>
          <p:cNvPr id="840" name="Google Shape;840;p43"/>
          <p:cNvSpPr/>
          <p:nvPr/>
        </p:nvSpPr>
        <p:spPr>
          <a:xfrm>
            <a:off x="7217673" y="1703964"/>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3"/>
          <p:cNvSpPr/>
          <p:nvPr/>
        </p:nvSpPr>
        <p:spPr>
          <a:xfrm>
            <a:off x="1145223" y="831939"/>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8">
          <a:extLst>
            <a:ext uri="{FF2B5EF4-FFF2-40B4-BE49-F238E27FC236}">
              <a16:creationId xmlns:a16="http://schemas.microsoft.com/office/drawing/2014/main" id="{FFDCB943-16A3-D8AD-4029-78AF9F234565}"/>
            </a:ext>
          </a:extLst>
        </p:cNvPr>
        <p:cNvGrpSpPr/>
        <p:nvPr/>
      </p:nvGrpSpPr>
      <p:grpSpPr>
        <a:xfrm>
          <a:off x="0" y="0"/>
          <a:ext cx="0" cy="0"/>
          <a:chOff x="0" y="0"/>
          <a:chExt cx="0" cy="0"/>
        </a:xfrm>
      </p:grpSpPr>
      <p:sp>
        <p:nvSpPr>
          <p:cNvPr id="459" name="Google Shape;459;p37">
            <a:extLst>
              <a:ext uri="{FF2B5EF4-FFF2-40B4-BE49-F238E27FC236}">
                <a16:creationId xmlns:a16="http://schemas.microsoft.com/office/drawing/2014/main" id="{66E3BD15-0468-5B08-942E-21AB838740B6}"/>
              </a:ext>
            </a:extLst>
          </p:cNvPr>
          <p:cNvSpPr txBox="1">
            <a:spLocks noGrp="1"/>
          </p:cNvSpPr>
          <p:nvPr>
            <p:ph type="title"/>
          </p:nvPr>
        </p:nvSpPr>
        <p:spPr>
          <a:xfrm>
            <a:off x="1205914" y="1013930"/>
            <a:ext cx="5574905"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YE" dirty="0">
                <a:solidFill>
                  <a:schemeClr val="dk2"/>
                </a:solidFill>
              </a:rPr>
              <a:t>الثغرات الأمنية والهجمات المحتملة على شركة آبل</a:t>
            </a:r>
            <a:endParaRPr dirty="0"/>
          </a:p>
        </p:txBody>
      </p:sp>
      <p:grpSp>
        <p:nvGrpSpPr>
          <p:cNvPr id="461" name="Google Shape;461;p37">
            <a:extLst>
              <a:ext uri="{FF2B5EF4-FFF2-40B4-BE49-F238E27FC236}">
                <a16:creationId xmlns:a16="http://schemas.microsoft.com/office/drawing/2014/main" id="{40152C67-020A-D322-1368-9BF70DE25C2D}"/>
              </a:ext>
            </a:extLst>
          </p:cNvPr>
          <p:cNvGrpSpPr/>
          <p:nvPr/>
        </p:nvGrpSpPr>
        <p:grpSpPr>
          <a:xfrm>
            <a:off x="6287950" y="1564816"/>
            <a:ext cx="2587471" cy="1977898"/>
            <a:chOff x="5636695" y="1582795"/>
            <a:chExt cx="2587471" cy="1977898"/>
          </a:xfrm>
        </p:grpSpPr>
        <p:sp>
          <p:nvSpPr>
            <p:cNvPr id="462" name="Google Shape;462;p37">
              <a:extLst>
                <a:ext uri="{FF2B5EF4-FFF2-40B4-BE49-F238E27FC236}">
                  <a16:creationId xmlns:a16="http://schemas.microsoft.com/office/drawing/2014/main" id="{B29D0DE8-92E1-0F59-F5AE-96D2357EA56F}"/>
                </a:ext>
              </a:extLst>
            </p:cNvPr>
            <p:cNvSpPr/>
            <p:nvPr/>
          </p:nvSpPr>
          <p:spPr>
            <a:xfrm>
              <a:off x="6855783" y="3171822"/>
              <a:ext cx="292222" cy="348961"/>
            </a:xfrm>
            <a:custGeom>
              <a:avLst/>
              <a:gdLst/>
              <a:ahLst/>
              <a:cxnLst/>
              <a:rect l="l" t="t" r="r" b="b"/>
              <a:pathLst>
                <a:path w="5140" h="6138" extrusionOk="0">
                  <a:moveTo>
                    <a:pt x="408" y="0"/>
                  </a:moveTo>
                  <a:lnTo>
                    <a:pt x="1" y="6137"/>
                  </a:lnTo>
                  <a:lnTo>
                    <a:pt x="5140" y="6137"/>
                  </a:lnTo>
                  <a:lnTo>
                    <a:pt x="4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a:extLst>
                <a:ext uri="{FF2B5EF4-FFF2-40B4-BE49-F238E27FC236}">
                  <a16:creationId xmlns:a16="http://schemas.microsoft.com/office/drawing/2014/main" id="{C404132E-4B4A-DEAC-A467-6171EED6CB4D}"/>
                </a:ext>
              </a:extLst>
            </p:cNvPr>
            <p:cNvSpPr/>
            <p:nvPr/>
          </p:nvSpPr>
          <p:spPr>
            <a:xfrm>
              <a:off x="6767548" y="3457676"/>
              <a:ext cx="468749" cy="103017"/>
            </a:xfrm>
            <a:custGeom>
              <a:avLst/>
              <a:gdLst/>
              <a:ahLst/>
              <a:cxnLst/>
              <a:rect l="l" t="t" r="r" b="b"/>
              <a:pathLst>
                <a:path w="8245" h="1812" extrusionOk="0">
                  <a:moveTo>
                    <a:pt x="1183" y="0"/>
                  </a:moveTo>
                  <a:cubicBezTo>
                    <a:pt x="1109" y="0"/>
                    <a:pt x="961" y="74"/>
                    <a:pt x="924" y="148"/>
                  </a:cubicBezTo>
                  <a:lnTo>
                    <a:pt x="111" y="1294"/>
                  </a:lnTo>
                  <a:cubicBezTo>
                    <a:pt x="0" y="1553"/>
                    <a:pt x="111" y="1812"/>
                    <a:pt x="407" y="1812"/>
                  </a:cubicBezTo>
                  <a:lnTo>
                    <a:pt x="7838" y="1812"/>
                  </a:lnTo>
                  <a:cubicBezTo>
                    <a:pt x="8097" y="1812"/>
                    <a:pt x="8245" y="1553"/>
                    <a:pt x="8097" y="1294"/>
                  </a:cubicBezTo>
                  <a:lnTo>
                    <a:pt x="7320" y="148"/>
                  </a:lnTo>
                  <a:cubicBezTo>
                    <a:pt x="7283" y="74"/>
                    <a:pt x="7135" y="0"/>
                    <a:pt x="70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a:extLst>
                <a:ext uri="{FF2B5EF4-FFF2-40B4-BE49-F238E27FC236}">
                  <a16:creationId xmlns:a16="http://schemas.microsoft.com/office/drawing/2014/main" id="{ACFD71C7-466B-1931-152D-A4EEFB9EB87C}"/>
                </a:ext>
              </a:extLst>
            </p:cNvPr>
            <p:cNvSpPr/>
            <p:nvPr/>
          </p:nvSpPr>
          <p:spPr>
            <a:xfrm>
              <a:off x="6208404" y="2202828"/>
              <a:ext cx="1584877" cy="1061493"/>
            </a:xfrm>
            <a:custGeom>
              <a:avLst/>
              <a:gdLst/>
              <a:ahLst/>
              <a:cxnLst/>
              <a:rect l="l" t="t" r="r" b="b"/>
              <a:pathLst>
                <a:path w="27877" h="18671" extrusionOk="0">
                  <a:moveTo>
                    <a:pt x="1443" y="1"/>
                  </a:moveTo>
                  <a:cubicBezTo>
                    <a:pt x="666" y="1"/>
                    <a:pt x="1" y="629"/>
                    <a:pt x="1" y="1406"/>
                  </a:cubicBezTo>
                  <a:lnTo>
                    <a:pt x="1" y="17229"/>
                  </a:lnTo>
                  <a:cubicBezTo>
                    <a:pt x="1" y="18006"/>
                    <a:pt x="666" y="18671"/>
                    <a:pt x="1443" y="18671"/>
                  </a:cubicBezTo>
                  <a:lnTo>
                    <a:pt x="26472" y="18671"/>
                  </a:lnTo>
                  <a:cubicBezTo>
                    <a:pt x="27248" y="18671"/>
                    <a:pt x="27877" y="18006"/>
                    <a:pt x="27877" y="17229"/>
                  </a:cubicBezTo>
                  <a:lnTo>
                    <a:pt x="27877" y="1406"/>
                  </a:lnTo>
                  <a:cubicBezTo>
                    <a:pt x="27877" y="629"/>
                    <a:pt x="27248" y="1"/>
                    <a:pt x="264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a:extLst>
                <a:ext uri="{FF2B5EF4-FFF2-40B4-BE49-F238E27FC236}">
                  <a16:creationId xmlns:a16="http://schemas.microsoft.com/office/drawing/2014/main" id="{52D97124-B8B7-1225-1F8D-4E335FD89244}"/>
                </a:ext>
              </a:extLst>
            </p:cNvPr>
            <p:cNvSpPr/>
            <p:nvPr/>
          </p:nvSpPr>
          <p:spPr>
            <a:xfrm>
              <a:off x="6279867" y="2270084"/>
              <a:ext cx="1439846" cy="912312"/>
            </a:xfrm>
            <a:custGeom>
              <a:avLst/>
              <a:gdLst/>
              <a:ahLst/>
              <a:cxnLst/>
              <a:rect l="l" t="t" r="r" b="b"/>
              <a:pathLst>
                <a:path w="25326" h="16047" extrusionOk="0">
                  <a:moveTo>
                    <a:pt x="1" y="1"/>
                  </a:moveTo>
                  <a:lnTo>
                    <a:pt x="1" y="16046"/>
                  </a:lnTo>
                  <a:lnTo>
                    <a:pt x="25326" y="16046"/>
                  </a:lnTo>
                  <a:lnTo>
                    <a:pt x="25326" y="1"/>
                  </a:lnTo>
                  <a:close/>
                </a:path>
              </a:pathLst>
            </a:custGeom>
            <a:solidFill>
              <a:srgbClr val="F51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a:extLst>
                <a:ext uri="{FF2B5EF4-FFF2-40B4-BE49-F238E27FC236}">
                  <a16:creationId xmlns:a16="http://schemas.microsoft.com/office/drawing/2014/main" id="{7B1E47E4-8AFC-3DB2-B68B-A7A9C833B515}"/>
                </a:ext>
              </a:extLst>
            </p:cNvPr>
            <p:cNvSpPr/>
            <p:nvPr/>
          </p:nvSpPr>
          <p:spPr>
            <a:xfrm>
              <a:off x="6778009" y="2811207"/>
              <a:ext cx="445667" cy="273574"/>
            </a:xfrm>
            <a:custGeom>
              <a:avLst/>
              <a:gdLst/>
              <a:ahLst/>
              <a:cxnLst/>
              <a:rect l="l" t="t" r="r" b="b"/>
              <a:pathLst>
                <a:path w="7839" h="4812" extrusionOk="0">
                  <a:moveTo>
                    <a:pt x="1116" y="1"/>
                  </a:moveTo>
                  <a:cubicBezTo>
                    <a:pt x="891" y="1"/>
                    <a:pt x="701" y="146"/>
                    <a:pt x="592" y="391"/>
                  </a:cubicBezTo>
                  <a:cubicBezTo>
                    <a:pt x="482" y="613"/>
                    <a:pt x="556" y="835"/>
                    <a:pt x="666" y="1020"/>
                  </a:cubicBezTo>
                  <a:cubicBezTo>
                    <a:pt x="445" y="1020"/>
                    <a:pt x="223" y="1167"/>
                    <a:pt x="112" y="1389"/>
                  </a:cubicBezTo>
                  <a:cubicBezTo>
                    <a:pt x="1" y="1722"/>
                    <a:pt x="112" y="2055"/>
                    <a:pt x="445" y="2166"/>
                  </a:cubicBezTo>
                  <a:cubicBezTo>
                    <a:pt x="534" y="2205"/>
                    <a:pt x="623" y="2224"/>
                    <a:pt x="708" y="2224"/>
                  </a:cubicBezTo>
                  <a:cubicBezTo>
                    <a:pt x="940" y="2224"/>
                    <a:pt x="1140" y="2086"/>
                    <a:pt x="1221" y="1870"/>
                  </a:cubicBezTo>
                  <a:cubicBezTo>
                    <a:pt x="1221" y="1796"/>
                    <a:pt x="1295" y="1759"/>
                    <a:pt x="1295" y="1722"/>
                  </a:cubicBezTo>
                  <a:lnTo>
                    <a:pt x="6212" y="3829"/>
                  </a:lnTo>
                  <a:cubicBezTo>
                    <a:pt x="6175" y="3903"/>
                    <a:pt x="6175" y="3940"/>
                    <a:pt x="6138" y="3977"/>
                  </a:cubicBezTo>
                  <a:cubicBezTo>
                    <a:pt x="5990" y="4310"/>
                    <a:pt x="6138" y="4643"/>
                    <a:pt x="6471" y="4754"/>
                  </a:cubicBezTo>
                  <a:cubicBezTo>
                    <a:pt x="6550" y="4793"/>
                    <a:pt x="6632" y="4812"/>
                    <a:pt x="6712" y="4812"/>
                  </a:cubicBezTo>
                  <a:cubicBezTo>
                    <a:pt x="6932" y="4812"/>
                    <a:pt x="7139" y="4674"/>
                    <a:pt x="7247" y="4458"/>
                  </a:cubicBezTo>
                  <a:cubicBezTo>
                    <a:pt x="7321" y="4162"/>
                    <a:pt x="7284" y="3940"/>
                    <a:pt x="7136" y="3792"/>
                  </a:cubicBezTo>
                  <a:cubicBezTo>
                    <a:pt x="7395" y="3792"/>
                    <a:pt x="7617" y="3644"/>
                    <a:pt x="7691" y="3423"/>
                  </a:cubicBezTo>
                  <a:cubicBezTo>
                    <a:pt x="7839" y="3090"/>
                    <a:pt x="7691" y="2794"/>
                    <a:pt x="7395" y="2646"/>
                  </a:cubicBezTo>
                  <a:cubicBezTo>
                    <a:pt x="7308" y="2607"/>
                    <a:pt x="7220" y="2589"/>
                    <a:pt x="7136" y="2589"/>
                  </a:cubicBezTo>
                  <a:cubicBezTo>
                    <a:pt x="6900" y="2589"/>
                    <a:pt x="6691" y="2734"/>
                    <a:pt x="6582" y="2979"/>
                  </a:cubicBezTo>
                  <a:cubicBezTo>
                    <a:pt x="6582" y="3016"/>
                    <a:pt x="6545" y="3053"/>
                    <a:pt x="6545" y="3090"/>
                  </a:cubicBezTo>
                  <a:lnTo>
                    <a:pt x="1591" y="983"/>
                  </a:lnTo>
                  <a:cubicBezTo>
                    <a:pt x="1665" y="946"/>
                    <a:pt x="1665" y="872"/>
                    <a:pt x="1702" y="835"/>
                  </a:cubicBezTo>
                  <a:cubicBezTo>
                    <a:pt x="1849" y="502"/>
                    <a:pt x="1702" y="206"/>
                    <a:pt x="1369" y="58"/>
                  </a:cubicBezTo>
                  <a:cubicBezTo>
                    <a:pt x="1281" y="19"/>
                    <a:pt x="1196" y="1"/>
                    <a:pt x="11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a:extLst>
                <a:ext uri="{FF2B5EF4-FFF2-40B4-BE49-F238E27FC236}">
                  <a16:creationId xmlns:a16="http://schemas.microsoft.com/office/drawing/2014/main" id="{A35A73FC-6F61-F850-4DBC-06DEA4307A63}"/>
                </a:ext>
              </a:extLst>
            </p:cNvPr>
            <p:cNvSpPr/>
            <p:nvPr/>
          </p:nvSpPr>
          <p:spPr>
            <a:xfrm>
              <a:off x="6780112" y="2811207"/>
              <a:ext cx="445667" cy="273574"/>
            </a:xfrm>
            <a:custGeom>
              <a:avLst/>
              <a:gdLst/>
              <a:ahLst/>
              <a:cxnLst/>
              <a:rect l="l" t="t" r="r" b="b"/>
              <a:pathLst>
                <a:path w="7839" h="4812" extrusionOk="0">
                  <a:moveTo>
                    <a:pt x="6724" y="1"/>
                  </a:moveTo>
                  <a:cubicBezTo>
                    <a:pt x="6643" y="1"/>
                    <a:pt x="6558" y="19"/>
                    <a:pt x="6471" y="58"/>
                  </a:cubicBezTo>
                  <a:cubicBezTo>
                    <a:pt x="6138" y="206"/>
                    <a:pt x="5990" y="502"/>
                    <a:pt x="6138" y="835"/>
                  </a:cubicBezTo>
                  <a:cubicBezTo>
                    <a:pt x="6175" y="872"/>
                    <a:pt x="6175" y="946"/>
                    <a:pt x="6249" y="983"/>
                  </a:cubicBezTo>
                  <a:lnTo>
                    <a:pt x="1295" y="3090"/>
                  </a:lnTo>
                  <a:cubicBezTo>
                    <a:pt x="1295" y="3053"/>
                    <a:pt x="1258" y="3016"/>
                    <a:pt x="1258" y="2979"/>
                  </a:cubicBezTo>
                  <a:cubicBezTo>
                    <a:pt x="1149" y="2734"/>
                    <a:pt x="940" y="2589"/>
                    <a:pt x="704" y="2589"/>
                  </a:cubicBezTo>
                  <a:cubicBezTo>
                    <a:pt x="620" y="2589"/>
                    <a:pt x="532" y="2607"/>
                    <a:pt x="445" y="2646"/>
                  </a:cubicBezTo>
                  <a:cubicBezTo>
                    <a:pt x="149" y="2794"/>
                    <a:pt x="1" y="3090"/>
                    <a:pt x="149" y="3423"/>
                  </a:cubicBezTo>
                  <a:cubicBezTo>
                    <a:pt x="223" y="3644"/>
                    <a:pt x="445" y="3792"/>
                    <a:pt x="703" y="3792"/>
                  </a:cubicBezTo>
                  <a:cubicBezTo>
                    <a:pt x="519" y="3940"/>
                    <a:pt x="445" y="4162"/>
                    <a:pt x="592" y="4458"/>
                  </a:cubicBezTo>
                  <a:cubicBezTo>
                    <a:pt x="701" y="4674"/>
                    <a:pt x="908" y="4812"/>
                    <a:pt x="1127" y="4812"/>
                  </a:cubicBezTo>
                  <a:cubicBezTo>
                    <a:pt x="1208" y="4812"/>
                    <a:pt x="1290" y="4793"/>
                    <a:pt x="1369" y="4754"/>
                  </a:cubicBezTo>
                  <a:cubicBezTo>
                    <a:pt x="1702" y="4643"/>
                    <a:pt x="1849" y="4310"/>
                    <a:pt x="1702" y="3977"/>
                  </a:cubicBezTo>
                  <a:cubicBezTo>
                    <a:pt x="1665" y="3940"/>
                    <a:pt x="1665" y="3903"/>
                    <a:pt x="1628" y="3829"/>
                  </a:cubicBezTo>
                  <a:lnTo>
                    <a:pt x="6545" y="1722"/>
                  </a:lnTo>
                  <a:cubicBezTo>
                    <a:pt x="6545" y="1759"/>
                    <a:pt x="6619" y="1796"/>
                    <a:pt x="6619" y="1870"/>
                  </a:cubicBezTo>
                  <a:cubicBezTo>
                    <a:pt x="6700" y="2086"/>
                    <a:pt x="6900" y="2224"/>
                    <a:pt x="7132" y="2224"/>
                  </a:cubicBezTo>
                  <a:cubicBezTo>
                    <a:pt x="7217" y="2224"/>
                    <a:pt x="7306" y="2205"/>
                    <a:pt x="7395" y="2166"/>
                  </a:cubicBezTo>
                  <a:cubicBezTo>
                    <a:pt x="7728" y="2055"/>
                    <a:pt x="7839" y="1722"/>
                    <a:pt x="7728" y="1389"/>
                  </a:cubicBezTo>
                  <a:cubicBezTo>
                    <a:pt x="7617" y="1167"/>
                    <a:pt x="7395" y="1020"/>
                    <a:pt x="7173" y="1020"/>
                  </a:cubicBezTo>
                  <a:cubicBezTo>
                    <a:pt x="7284" y="835"/>
                    <a:pt x="7358" y="613"/>
                    <a:pt x="7247" y="391"/>
                  </a:cubicBezTo>
                  <a:cubicBezTo>
                    <a:pt x="7138" y="146"/>
                    <a:pt x="6949" y="1"/>
                    <a:pt x="67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a:extLst>
                <a:ext uri="{FF2B5EF4-FFF2-40B4-BE49-F238E27FC236}">
                  <a16:creationId xmlns:a16="http://schemas.microsoft.com/office/drawing/2014/main" id="{591D18DA-F256-B7E0-323C-E0B1A55639BA}"/>
                </a:ext>
              </a:extLst>
            </p:cNvPr>
            <p:cNvSpPr/>
            <p:nvPr/>
          </p:nvSpPr>
          <p:spPr>
            <a:xfrm>
              <a:off x="6763341" y="2396240"/>
              <a:ext cx="479267" cy="418321"/>
            </a:xfrm>
            <a:custGeom>
              <a:avLst/>
              <a:gdLst/>
              <a:ahLst/>
              <a:cxnLst/>
              <a:rect l="l" t="t" r="r" b="b"/>
              <a:pathLst>
                <a:path w="8430" h="7358" extrusionOk="0">
                  <a:moveTo>
                    <a:pt x="2699" y="3106"/>
                  </a:moveTo>
                  <a:cubicBezTo>
                    <a:pt x="3217" y="3106"/>
                    <a:pt x="3623" y="3438"/>
                    <a:pt x="3623" y="3845"/>
                  </a:cubicBezTo>
                  <a:cubicBezTo>
                    <a:pt x="3623" y="4252"/>
                    <a:pt x="3217" y="4584"/>
                    <a:pt x="2699" y="4584"/>
                  </a:cubicBezTo>
                  <a:cubicBezTo>
                    <a:pt x="2181" y="4584"/>
                    <a:pt x="1775" y="4252"/>
                    <a:pt x="1775" y="3845"/>
                  </a:cubicBezTo>
                  <a:cubicBezTo>
                    <a:pt x="1775" y="3438"/>
                    <a:pt x="2181" y="3106"/>
                    <a:pt x="2699" y="3106"/>
                  </a:cubicBezTo>
                  <a:close/>
                  <a:moveTo>
                    <a:pt x="5694" y="3106"/>
                  </a:moveTo>
                  <a:cubicBezTo>
                    <a:pt x="6211" y="3106"/>
                    <a:pt x="6618" y="3438"/>
                    <a:pt x="6618" y="3845"/>
                  </a:cubicBezTo>
                  <a:cubicBezTo>
                    <a:pt x="6618" y="4252"/>
                    <a:pt x="6211" y="4584"/>
                    <a:pt x="5694" y="4584"/>
                  </a:cubicBezTo>
                  <a:cubicBezTo>
                    <a:pt x="5176" y="4584"/>
                    <a:pt x="4769" y="4252"/>
                    <a:pt x="4769" y="3845"/>
                  </a:cubicBezTo>
                  <a:cubicBezTo>
                    <a:pt x="4769" y="3438"/>
                    <a:pt x="5176" y="3106"/>
                    <a:pt x="5694" y="3106"/>
                  </a:cubicBezTo>
                  <a:close/>
                  <a:moveTo>
                    <a:pt x="4178" y="4584"/>
                  </a:moveTo>
                  <a:cubicBezTo>
                    <a:pt x="4178" y="4584"/>
                    <a:pt x="5139" y="5250"/>
                    <a:pt x="4621" y="5620"/>
                  </a:cubicBezTo>
                  <a:cubicBezTo>
                    <a:pt x="4558" y="5667"/>
                    <a:pt x="4502" y="5686"/>
                    <a:pt x="4452" y="5686"/>
                  </a:cubicBezTo>
                  <a:cubicBezTo>
                    <a:pt x="4269" y="5686"/>
                    <a:pt x="4178" y="5435"/>
                    <a:pt x="4178" y="5435"/>
                  </a:cubicBezTo>
                  <a:cubicBezTo>
                    <a:pt x="4178" y="5435"/>
                    <a:pt x="4064" y="5686"/>
                    <a:pt x="3871" y="5686"/>
                  </a:cubicBezTo>
                  <a:cubicBezTo>
                    <a:pt x="3819" y="5686"/>
                    <a:pt x="3761" y="5667"/>
                    <a:pt x="3697" y="5620"/>
                  </a:cubicBezTo>
                  <a:cubicBezTo>
                    <a:pt x="3217" y="5176"/>
                    <a:pt x="4178" y="4584"/>
                    <a:pt x="4178" y="4584"/>
                  </a:cubicBezTo>
                  <a:close/>
                  <a:moveTo>
                    <a:pt x="4215" y="0"/>
                  </a:moveTo>
                  <a:cubicBezTo>
                    <a:pt x="2477" y="0"/>
                    <a:pt x="887" y="850"/>
                    <a:pt x="555" y="1590"/>
                  </a:cubicBezTo>
                  <a:cubicBezTo>
                    <a:pt x="0" y="2884"/>
                    <a:pt x="1405" y="4732"/>
                    <a:pt x="1257" y="5287"/>
                  </a:cubicBezTo>
                  <a:cubicBezTo>
                    <a:pt x="1072" y="5841"/>
                    <a:pt x="1479" y="6396"/>
                    <a:pt x="2034" y="6433"/>
                  </a:cubicBezTo>
                  <a:cubicBezTo>
                    <a:pt x="2034" y="6766"/>
                    <a:pt x="2218" y="6988"/>
                    <a:pt x="2477" y="6988"/>
                  </a:cubicBezTo>
                  <a:cubicBezTo>
                    <a:pt x="2588" y="6988"/>
                    <a:pt x="2736" y="6914"/>
                    <a:pt x="2773" y="6692"/>
                  </a:cubicBezTo>
                  <a:cubicBezTo>
                    <a:pt x="2847" y="6988"/>
                    <a:pt x="3032" y="7172"/>
                    <a:pt x="3217" y="7172"/>
                  </a:cubicBezTo>
                  <a:cubicBezTo>
                    <a:pt x="3328" y="7172"/>
                    <a:pt x="3475" y="7098"/>
                    <a:pt x="3512" y="6877"/>
                  </a:cubicBezTo>
                  <a:cubicBezTo>
                    <a:pt x="3549" y="7172"/>
                    <a:pt x="3771" y="7357"/>
                    <a:pt x="3956" y="7357"/>
                  </a:cubicBezTo>
                  <a:cubicBezTo>
                    <a:pt x="4067" y="7357"/>
                    <a:pt x="4215" y="7246"/>
                    <a:pt x="4252" y="7062"/>
                  </a:cubicBezTo>
                  <a:cubicBezTo>
                    <a:pt x="4363" y="7209"/>
                    <a:pt x="4437" y="7357"/>
                    <a:pt x="4585" y="7357"/>
                  </a:cubicBezTo>
                  <a:cubicBezTo>
                    <a:pt x="4769" y="7357"/>
                    <a:pt x="4954" y="7172"/>
                    <a:pt x="4991" y="6877"/>
                  </a:cubicBezTo>
                  <a:cubicBezTo>
                    <a:pt x="5102" y="7025"/>
                    <a:pt x="5176" y="7172"/>
                    <a:pt x="5324" y="7172"/>
                  </a:cubicBezTo>
                  <a:cubicBezTo>
                    <a:pt x="5509" y="7172"/>
                    <a:pt x="5694" y="6988"/>
                    <a:pt x="5731" y="6692"/>
                  </a:cubicBezTo>
                  <a:cubicBezTo>
                    <a:pt x="5842" y="6840"/>
                    <a:pt x="5915" y="6988"/>
                    <a:pt x="6063" y="6988"/>
                  </a:cubicBezTo>
                  <a:cubicBezTo>
                    <a:pt x="6285" y="6988"/>
                    <a:pt x="6470" y="6766"/>
                    <a:pt x="6470" y="6433"/>
                  </a:cubicBezTo>
                  <a:cubicBezTo>
                    <a:pt x="6951" y="6396"/>
                    <a:pt x="7357" y="5841"/>
                    <a:pt x="7172" y="5287"/>
                  </a:cubicBezTo>
                  <a:cubicBezTo>
                    <a:pt x="7025" y="4769"/>
                    <a:pt x="8429" y="2921"/>
                    <a:pt x="7875" y="1590"/>
                  </a:cubicBezTo>
                  <a:cubicBezTo>
                    <a:pt x="7542" y="850"/>
                    <a:pt x="5915" y="0"/>
                    <a:pt x="42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a:extLst>
                <a:ext uri="{FF2B5EF4-FFF2-40B4-BE49-F238E27FC236}">
                  <a16:creationId xmlns:a16="http://schemas.microsoft.com/office/drawing/2014/main" id="{47044103-51BF-8308-AA35-E307C37A34F1}"/>
                </a:ext>
              </a:extLst>
            </p:cNvPr>
            <p:cNvSpPr/>
            <p:nvPr/>
          </p:nvSpPr>
          <p:spPr>
            <a:xfrm>
              <a:off x="6311420" y="2333134"/>
              <a:ext cx="100970" cy="29506"/>
            </a:xfrm>
            <a:custGeom>
              <a:avLst/>
              <a:gdLst/>
              <a:ahLst/>
              <a:cxnLst/>
              <a:rect l="l" t="t" r="r" b="b"/>
              <a:pathLst>
                <a:path w="1776" h="519" extrusionOk="0">
                  <a:moveTo>
                    <a:pt x="0" y="1"/>
                  </a:moveTo>
                  <a:lnTo>
                    <a:pt x="0" y="519"/>
                  </a:lnTo>
                  <a:lnTo>
                    <a:pt x="1775" y="519"/>
                  </a:lnTo>
                  <a:lnTo>
                    <a:pt x="17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a:extLst>
                <a:ext uri="{FF2B5EF4-FFF2-40B4-BE49-F238E27FC236}">
                  <a16:creationId xmlns:a16="http://schemas.microsoft.com/office/drawing/2014/main" id="{3543016C-03B4-1B93-0CC3-0CC8C17EC445}"/>
                </a:ext>
              </a:extLst>
            </p:cNvPr>
            <p:cNvSpPr/>
            <p:nvPr/>
          </p:nvSpPr>
          <p:spPr>
            <a:xfrm>
              <a:off x="6311420" y="2392033"/>
              <a:ext cx="48381" cy="29450"/>
            </a:xfrm>
            <a:custGeom>
              <a:avLst/>
              <a:gdLst/>
              <a:ahLst/>
              <a:cxnLst/>
              <a:rect l="l" t="t" r="r" b="b"/>
              <a:pathLst>
                <a:path w="851" h="518" extrusionOk="0">
                  <a:moveTo>
                    <a:pt x="0" y="0"/>
                  </a:moveTo>
                  <a:lnTo>
                    <a:pt x="0" y="518"/>
                  </a:lnTo>
                  <a:lnTo>
                    <a:pt x="851" y="518"/>
                  </a:lnTo>
                  <a:lnTo>
                    <a:pt x="8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a:extLst>
                <a:ext uri="{FF2B5EF4-FFF2-40B4-BE49-F238E27FC236}">
                  <a16:creationId xmlns:a16="http://schemas.microsoft.com/office/drawing/2014/main" id="{8296ED40-1BC2-3776-0C56-6553561892F1}"/>
                </a:ext>
              </a:extLst>
            </p:cNvPr>
            <p:cNvSpPr/>
            <p:nvPr/>
          </p:nvSpPr>
          <p:spPr>
            <a:xfrm>
              <a:off x="6437519" y="2333134"/>
              <a:ext cx="229172" cy="29506"/>
            </a:xfrm>
            <a:custGeom>
              <a:avLst/>
              <a:gdLst/>
              <a:ahLst/>
              <a:cxnLst/>
              <a:rect l="l" t="t" r="r" b="b"/>
              <a:pathLst>
                <a:path w="4031" h="519" extrusionOk="0">
                  <a:moveTo>
                    <a:pt x="1" y="1"/>
                  </a:moveTo>
                  <a:lnTo>
                    <a:pt x="1" y="519"/>
                  </a:lnTo>
                  <a:lnTo>
                    <a:pt x="4031" y="519"/>
                  </a:lnTo>
                  <a:lnTo>
                    <a:pt x="4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a:extLst>
                <a:ext uri="{FF2B5EF4-FFF2-40B4-BE49-F238E27FC236}">
                  <a16:creationId xmlns:a16="http://schemas.microsoft.com/office/drawing/2014/main" id="{05A3D897-CDA7-2A39-B616-EF079CBAF9D6}"/>
                </a:ext>
              </a:extLst>
            </p:cNvPr>
            <p:cNvSpPr/>
            <p:nvPr/>
          </p:nvSpPr>
          <p:spPr>
            <a:xfrm>
              <a:off x="6693981" y="2333134"/>
              <a:ext cx="48381" cy="29506"/>
            </a:xfrm>
            <a:custGeom>
              <a:avLst/>
              <a:gdLst/>
              <a:ahLst/>
              <a:cxnLst/>
              <a:rect l="l" t="t" r="r" b="b"/>
              <a:pathLst>
                <a:path w="851" h="519" extrusionOk="0">
                  <a:moveTo>
                    <a:pt x="0" y="1"/>
                  </a:moveTo>
                  <a:lnTo>
                    <a:pt x="0" y="519"/>
                  </a:lnTo>
                  <a:lnTo>
                    <a:pt x="850" y="519"/>
                  </a:lnTo>
                  <a:lnTo>
                    <a:pt x="85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a:extLst>
                <a:ext uri="{FF2B5EF4-FFF2-40B4-BE49-F238E27FC236}">
                  <a16:creationId xmlns:a16="http://schemas.microsoft.com/office/drawing/2014/main" id="{62E61E75-DA52-1781-DABC-A660D1DCC082}"/>
                </a:ext>
              </a:extLst>
            </p:cNvPr>
            <p:cNvSpPr/>
            <p:nvPr/>
          </p:nvSpPr>
          <p:spPr>
            <a:xfrm>
              <a:off x="6771755" y="2333134"/>
              <a:ext cx="29450" cy="29506"/>
            </a:xfrm>
            <a:custGeom>
              <a:avLst/>
              <a:gdLst/>
              <a:ahLst/>
              <a:cxnLst/>
              <a:rect l="l" t="t" r="r" b="b"/>
              <a:pathLst>
                <a:path w="518" h="519" extrusionOk="0">
                  <a:moveTo>
                    <a:pt x="0" y="1"/>
                  </a:moveTo>
                  <a:lnTo>
                    <a:pt x="0" y="519"/>
                  </a:lnTo>
                  <a:lnTo>
                    <a:pt x="518" y="519"/>
                  </a:lnTo>
                  <a:lnTo>
                    <a:pt x="51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a:extLst>
                <a:ext uri="{FF2B5EF4-FFF2-40B4-BE49-F238E27FC236}">
                  <a16:creationId xmlns:a16="http://schemas.microsoft.com/office/drawing/2014/main" id="{F6EACBDB-597A-627C-2312-319AE61EEBCD}"/>
                </a:ext>
              </a:extLst>
            </p:cNvPr>
            <p:cNvSpPr/>
            <p:nvPr/>
          </p:nvSpPr>
          <p:spPr>
            <a:xfrm>
              <a:off x="6822183" y="2333134"/>
              <a:ext cx="98810" cy="29506"/>
            </a:xfrm>
            <a:custGeom>
              <a:avLst/>
              <a:gdLst/>
              <a:ahLst/>
              <a:cxnLst/>
              <a:rect l="l" t="t" r="r" b="b"/>
              <a:pathLst>
                <a:path w="1738" h="519" extrusionOk="0">
                  <a:moveTo>
                    <a:pt x="0" y="1"/>
                  </a:moveTo>
                  <a:lnTo>
                    <a:pt x="0" y="519"/>
                  </a:lnTo>
                  <a:lnTo>
                    <a:pt x="1738" y="519"/>
                  </a:lnTo>
                  <a:lnTo>
                    <a:pt x="1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7">
              <a:extLst>
                <a:ext uri="{FF2B5EF4-FFF2-40B4-BE49-F238E27FC236}">
                  <a16:creationId xmlns:a16="http://schemas.microsoft.com/office/drawing/2014/main" id="{4BE059F9-7A7E-5A7E-6184-94871654A0FA}"/>
                </a:ext>
              </a:extLst>
            </p:cNvPr>
            <p:cNvSpPr/>
            <p:nvPr/>
          </p:nvSpPr>
          <p:spPr>
            <a:xfrm>
              <a:off x="6384988" y="2392033"/>
              <a:ext cx="48381" cy="29450"/>
            </a:xfrm>
            <a:custGeom>
              <a:avLst/>
              <a:gdLst/>
              <a:ahLst/>
              <a:cxnLst/>
              <a:rect l="l" t="t" r="r" b="b"/>
              <a:pathLst>
                <a:path w="851" h="518" extrusionOk="0">
                  <a:moveTo>
                    <a:pt x="0" y="0"/>
                  </a:moveTo>
                  <a:lnTo>
                    <a:pt x="0" y="518"/>
                  </a:lnTo>
                  <a:lnTo>
                    <a:pt x="851" y="518"/>
                  </a:lnTo>
                  <a:lnTo>
                    <a:pt x="8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a:extLst>
                <a:ext uri="{FF2B5EF4-FFF2-40B4-BE49-F238E27FC236}">
                  <a16:creationId xmlns:a16="http://schemas.microsoft.com/office/drawing/2014/main" id="{F70F2CC5-AED8-E61F-88F4-9497A74DA141}"/>
                </a:ext>
              </a:extLst>
            </p:cNvPr>
            <p:cNvSpPr/>
            <p:nvPr/>
          </p:nvSpPr>
          <p:spPr>
            <a:xfrm>
              <a:off x="6464865" y="2392033"/>
              <a:ext cx="75728" cy="29450"/>
            </a:xfrm>
            <a:custGeom>
              <a:avLst/>
              <a:gdLst/>
              <a:ahLst/>
              <a:cxnLst/>
              <a:rect l="l" t="t" r="r" b="b"/>
              <a:pathLst>
                <a:path w="1332" h="518" extrusionOk="0">
                  <a:moveTo>
                    <a:pt x="0" y="0"/>
                  </a:moveTo>
                  <a:lnTo>
                    <a:pt x="0" y="518"/>
                  </a:lnTo>
                  <a:lnTo>
                    <a:pt x="1331" y="518"/>
                  </a:lnTo>
                  <a:lnTo>
                    <a:pt x="13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a:extLst>
                <a:ext uri="{FF2B5EF4-FFF2-40B4-BE49-F238E27FC236}">
                  <a16:creationId xmlns:a16="http://schemas.microsoft.com/office/drawing/2014/main" id="{C8492A84-1E59-0517-0114-9CACE7156BF5}"/>
                </a:ext>
              </a:extLst>
            </p:cNvPr>
            <p:cNvSpPr/>
            <p:nvPr/>
          </p:nvSpPr>
          <p:spPr>
            <a:xfrm>
              <a:off x="6567825" y="2392033"/>
              <a:ext cx="56852" cy="29450"/>
            </a:xfrm>
            <a:custGeom>
              <a:avLst/>
              <a:gdLst/>
              <a:ahLst/>
              <a:cxnLst/>
              <a:rect l="l" t="t" r="r" b="b"/>
              <a:pathLst>
                <a:path w="1000" h="518" extrusionOk="0">
                  <a:moveTo>
                    <a:pt x="1" y="0"/>
                  </a:moveTo>
                  <a:lnTo>
                    <a:pt x="1" y="518"/>
                  </a:lnTo>
                  <a:lnTo>
                    <a:pt x="999" y="518"/>
                  </a:lnTo>
                  <a:lnTo>
                    <a:pt x="9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a:extLst>
                <a:ext uri="{FF2B5EF4-FFF2-40B4-BE49-F238E27FC236}">
                  <a16:creationId xmlns:a16="http://schemas.microsoft.com/office/drawing/2014/main" id="{F85BBB0F-F015-C257-7438-E44507CBC995}"/>
                </a:ext>
              </a:extLst>
            </p:cNvPr>
            <p:cNvSpPr/>
            <p:nvPr/>
          </p:nvSpPr>
          <p:spPr>
            <a:xfrm>
              <a:off x="6662428" y="2392033"/>
              <a:ext cx="130363" cy="29450"/>
            </a:xfrm>
            <a:custGeom>
              <a:avLst/>
              <a:gdLst/>
              <a:ahLst/>
              <a:cxnLst/>
              <a:rect l="l" t="t" r="r" b="b"/>
              <a:pathLst>
                <a:path w="2293" h="518" extrusionOk="0">
                  <a:moveTo>
                    <a:pt x="1" y="0"/>
                  </a:moveTo>
                  <a:lnTo>
                    <a:pt x="1" y="518"/>
                  </a:lnTo>
                  <a:lnTo>
                    <a:pt x="2293" y="518"/>
                  </a:lnTo>
                  <a:lnTo>
                    <a:pt x="2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a:extLst>
                <a:ext uri="{FF2B5EF4-FFF2-40B4-BE49-F238E27FC236}">
                  <a16:creationId xmlns:a16="http://schemas.microsoft.com/office/drawing/2014/main" id="{B9262CE9-C283-46A7-CF14-484008BF302B}"/>
                </a:ext>
              </a:extLst>
            </p:cNvPr>
            <p:cNvSpPr/>
            <p:nvPr/>
          </p:nvSpPr>
          <p:spPr>
            <a:xfrm>
              <a:off x="6311420" y="2448772"/>
              <a:ext cx="73624" cy="29450"/>
            </a:xfrm>
            <a:custGeom>
              <a:avLst/>
              <a:gdLst/>
              <a:ahLst/>
              <a:cxnLst/>
              <a:rect l="l" t="t" r="r" b="b"/>
              <a:pathLst>
                <a:path w="1295" h="518" extrusionOk="0">
                  <a:moveTo>
                    <a:pt x="0" y="0"/>
                  </a:moveTo>
                  <a:lnTo>
                    <a:pt x="0" y="518"/>
                  </a:lnTo>
                  <a:lnTo>
                    <a:pt x="1294" y="518"/>
                  </a:lnTo>
                  <a:lnTo>
                    <a:pt x="129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7">
              <a:extLst>
                <a:ext uri="{FF2B5EF4-FFF2-40B4-BE49-F238E27FC236}">
                  <a16:creationId xmlns:a16="http://schemas.microsoft.com/office/drawing/2014/main" id="{46421881-1708-FD9C-64A7-1D127274BEE8}"/>
                </a:ext>
              </a:extLst>
            </p:cNvPr>
            <p:cNvSpPr/>
            <p:nvPr/>
          </p:nvSpPr>
          <p:spPr>
            <a:xfrm>
              <a:off x="6410230" y="2448772"/>
              <a:ext cx="69417" cy="29450"/>
            </a:xfrm>
            <a:custGeom>
              <a:avLst/>
              <a:gdLst/>
              <a:ahLst/>
              <a:cxnLst/>
              <a:rect l="l" t="t" r="r" b="b"/>
              <a:pathLst>
                <a:path w="1221" h="518" extrusionOk="0">
                  <a:moveTo>
                    <a:pt x="0" y="0"/>
                  </a:moveTo>
                  <a:lnTo>
                    <a:pt x="0" y="518"/>
                  </a:lnTo>
                  <a:lnTo>
                    <a:pt x="1220" y="518"/>
                  </a:lnTo>
                  <a:lnTo>
                    <a:pt x="1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7">
              <a:extLst>
                <a:ext uri="{FF2B5EF4-FFF2-40B4-BE49-F238E27FC236}">
                  <a16:creationId xmlns:a16="http://schemas.microsoft.com/office/drawing/2014/main" id="{1681983C-5E5C-2DDB-CE94-9D8417C5FB83}"/>
                </a:ext>
              </a:extLst>
            </p:cNvPr>
            <p:cNvSpPr/>
            <p:nvPr/>
          </p:nvSpPr>
          <p:spPr>
            <a:xfrm>
              <a:off x="6496362" y="2448772"/>
              <a:ext cx="63106" cy="29450"/>
            </a:xfrm>
            <a:custGeom>
              <a:avLst/>
              <a:gdLst/>
              <a:ahLst/>
              <a:cxnLst/>
              <a:rect l="l" t="t" r="r" b="b"/>
              <a:pathLst>
                <a:path w="1110" h="518" extrusionOk="0">
                  <a:moveTo>
                    <a:pt x="1" y="0"/>
                  </a:moveTo>
                  <a:lnTo>
                    <a:pt x="1" y="518"/>
                  </a:lnTo>
                  <a:lnTo>
                    <a:pt x="1110" y="518"/>
                  </a:lnTo>
                  <a:lnTo>
                    <a:pt x="11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7">
              <a:extLst>
                <a:ext uri="{FF2B5EF4-FFF2-40B4-BE49-F238E27FC236}">
                  <a16:creationId xmlns:a16="http://schemas.microsoft.com/office/drawing/2014/main" id="{DB6744AA-2F8A-42AB-E944-591843B4B547}"/>
                </a:ext>
              </a:extLst>
            </p:cNvPr>
            <p:cNvSpPr/>
            <p:nvPr/>
          </p:nvSpPr>
          <p:spPr>
            <a:xfrm>
              <a:off x="6582550" y="2448772"/>
              <a:ext cx="75728" cy="29450"/>
            </a:xfrm>
            <a:custGeom>
              <a:avLst/>
              <a:gdLst/>
              <a:ahLst/>
              <a:cxnLst/>
              <a:rect l="l" t="t" r="r" b="b"/>
              <a:pathLst>
                <a:path w="1332" h="518" extrusionOk="0">
                  <a:moveTo>
                    <a:pt x="1" y="0"/>
                  </a:moveTo>
                  <a:lnTo>
                    <a:pt x="1" y="518"/>
                  </a:lnTo>
                  <a:lnTo>
                    <a:pt x="1332" y="518"/>
                  </a:lnTo>
                  <a:lnTo>
                    <a:pt x="133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7">
              <a:extLst>
                <a:ext uri="{FF2B5EF4-FFF2-40B4-BE49-F238E27FC236}">
                  <a16:creationId xmlns:a16="http://schemas.microsoft.com/office/drawing/2014/main" id="{9DCB9490-80E5-51B9-8E73-3E790F35CAA2}"/>
                </a:ext>
              </a:extLst>
            </p:cNvPr>
            <p:cNvSpPr/>
            <p:nvPr/>
          </p:nvSpPr>
          <p:spPr>
            <a:xfrm>
              <a:off x="6679256" y="2448772"/>
              <a:ext cx="63106" cy="29450"/>
            </a:xfrm>
            <a:custGeom>
              <a:avLst/>
              <a:gdLst/>
              <a:ahLst/>
              <a:cxnLst/>
              <a:rect l="l" t="t" r="r" b="b"/>
              <a:pathLst>
                <a:path w="1110" h="518" extrusionOk="0">
                  <a:moveTo>
                    <a:pt x="0" y="0"/>
                  </a:moveTo>
                  <a:lnTo>
                    <a:pt x="0" y="518"/>
                  </a:lnTo>
                  <a:lnTo>
                    <a:pt x="1109" y="518"/>
                  </a:lnTo>
                  <a:lnTo>
                    <a:pt x="1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a:extLst>
                <a:ext uri="{FF2B5EF4-FFF2-40B4-BE49-F238E27FC236}">
                  <a16:creationId xmlns:a16="http://schemas.microsoft.com/office/drawing/2014/main" id="{BC53ACD3-91D6-907A-0733-4796C542B008}"/>
                </a:ext>
              </a:extLst>
            </p:cNvPr>
            <p:cNvSpPr/>
            <p:nvPr/>
          </p:nvSpPr>
          <p:spPr>
            <a:xfrm>
              <a:off x="6311420" y="2507614"/>
              <a:ext cx="56796" cy="29506"/>
            </a:xfrm>
            <a:custGeom>
              <a:avLst/>
              <a:gdLst/>
              <a:ahLst/>
              <a:cxnLst/>
              <a:rect l="l" t="t" r="r" b="b"/>
              <a:pathLst>
                <a:path w="999" h="519" extrusionOk="0">
                  <a:moveTo>
                    <a:pt x="0" y="1"/>
                  </a:moveTo>
                  <a:lnTo>
                    <a:pt x="0" y="518"/>
                  </a:lnTo>
                  <a:lnTo>
                    <a:pt x="999" y="518"/>
                  </a:lnTo>
                  <a:lnTo>
                    <a:pt x="9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a:extLst>
                <a:ext uri="{FF2B5EF4-FFF2-40B4-BE49-F238E27FC236}">
                  <a16:creationId xmlns:a16="http://schemas.microsoft.com/office/drawing/2014/main" id="{3CD783D7-4F29-B369-22E1-620D7E6D0377}"/>
                </a:ext>
              </a:extLst>
            </p:cNvPr>
            <p:cNvSpPr/>
            <p:nvPr/>
          </p:nvSpPr>
          <p:spPr>
            <a:xfrm>
              <a:off x="6380780" y="2507614"/>
              <a:ext cx="37864" cy="29506"/>
            </a:xfrm>
            <a:custGeom>
              <a:avLst/>
              <a:gdLst/>
              <a:ahLst/>
              <a:cxnLst/>
              <a:rect l="l" t="t" r="r" b="b"/>
              <a:pathLst>
                <a:path w="666" h="519" extrusionOk="0">
                  <a:moveTo>
                    <a:pt x="0" y="1"/>
                  </a:moveTo>
                  <a:lnTo>
                    <a:pt x="0" y="518"/>
                  </a:lnTo>
                  <a:lnTo>
                    <a:pt x="666" y="518"/>
                  </a:lnTo>
                  <a:lnTo>
                    <a:pt x="6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a:extLst>
                <a:ext uri="{FF2B5EF4-FFF2-40B4-BE49-F238E27FC236}">
                  <a16:creationId xmlns:a16="http://schemas.microsoft.com/office/drawing/2014/main" id="{A34474E5-EA14-5AC8-3DA6-2C8ECF9E7157}"/>
                </a:ext>
              </a:extLst>
            </p:cNvPr>
            <p:cNvSpPr/>
            <p:nvPr/>
          </p:nvSpPr>
          <p:spPr>
            <a:xfrm>
              <a:off x="6437519" y="2507614"/>
              <a:ext cx="46335" cy="29506"/>
            </a:xfrm>
            <a:custGeom>
              <a:avLst/>
              <a:gdLst/>
              <a:ahLst/>
              <a:cxnLst/>
              <a:rect l="l" t="t" r="r" b="b"/>
              <a:pathLst>
                <a:path w="815" h="519" extrusionOk="0">
                  <a:moveTo>
                    <a:pt x="1" y="1"/>
                  </a:moveTo>
                  <a:lnTo>
                    <a:pt x="1" y="518"/>
                  </a:lnTo>
                  <a:lnTo>
                    <a:pt x="814" y="518"/>
                  </a:lnTo>
                  <a:lnTo>
                    <a:pt x="8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a:extLst>
                <a:ext uri="{FF2B5EF4-FFF2-40B4-BE49-F238E27FC236}">
                  <a16:creationId xmlns:a16="http://schemas.microsoft.com/office/drawing/2014/main" id="{BEFFD7E1-F6A0-5073-1727-F65C7609ADD4}"/>
                </a:ext>
              </a:extLst>
            </p:cNvPr>
            <p:cNvSpPr/>
            <p:nvPr/>
          </p:nvSpPr>
          <p:spPr>
            <a:xfrm>
              <a:off x="6506879" y="2507614"/>
              <a:ext cx="119902" cy="29506"/>
            </a:xfrm>
            <a:custGeom>
              <a:avLst/>
              <a:gdLst/>
              <a:ahLst/>
              <a:cxnLst/>
              <a:rect l="l" t="t" r="r" b="b"/>
              <a:pathLst>
                <a:path w="2109" h="519" extrusionOk="0">
                  <a:moveTo>
                    <a:pt x="1" y="1"/>
                  </a:moveTo>
                  <a:lnTo>
                    <a:pt x="1" y="518"/>
                  </a:lnTo>
                  <a:lnTo>
                    <a:pt x="2108" y="518"/>
                  </a:lnTo>
                  <a:lnTo>
                    <a:pt x="2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a:extLst>
                <a:ext uri="{FF2B5EF4-FFF2-40B4-BE49-F238E27FC236}">
                  <a16:creationId xmlns:a16="http://schemas.microsoft.com/office/drawing/2014/main" id="{85672BE9-630C-D991-1AEA-7503F55D2EB5}"/>
                </a:ext>
              </a:extLst>
            </p:cNvPr>
            <p:cNvSpPr/>
            <p:nvPr/>
          </p:nvSpPr>
          <p:spPr>
            <a:xfrm>
              <a:off x="6645599" y="2507614"/>
              <a:ext cx="71520" cy="29506"/>
            </a:xfrm>
            <a:custGeom>
              <a:avLst/>
              <a:gdLst/>
              <a:ahLst/>
              <a:cxnLst/>
              <a:rect l="l" t="t" r="r" b="b"/>
              <a:pathLst>
                <a:path w="1258" h="519" extrusionOk="0">
                  <a:moveTo>
                    <a:pt x="1" y="1"/>
                  </a:moveTo>
                  <a:lnTo>
                    <a:pt x="1" y="518"/>
                  </a:lnTo>
                  <a:lnTo>
                    <a:pt x="1258" y="518"/>
                  </a:lnTo>
                  <a:lnTo>
                    <a:pt x="12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a:extLst>
                <a:ext uri="{FF2B5EF4-FFF2-40B4-BE49-F238E27FC236}">
                  <a16:creationId xmlns:a16="http://schemas.microsoft.com/office/drawing/2014/main" id="{BCE9BB5F-E68C-EB9E-FE03-C727489C35FE}"/>
                </a:ext>
              </a:extLst>
            </p:cNvPr>
            <p:cNvSpPr/>
            <p:nvPr/>
          </p:nvSpPr>
          <p:spPr>
            <a:xfrm>
              <a:off x="6311420" y="2564353"/>
              <a:ext cx="153502" cy="29506"/>
            </a:xfrm>
            <a:custGeom>
              <a:avLst/>
              <a:gdLst/>
              <a:ahLst/>
              <a:cxnLst/>
              <a:rect l="l" t="t" r="r" b="b"/>
              <a:pathLst>
                <a:path w="2700" h="519" extrusionOk="0">
                  <a:moveTo>
                    <a:pt x="0" y="1"/>
                  </a:moveTo>
                  <a:lnTo>
                    <a:pt x="0" y="518"/>
                  </a:lnTo>
                  <a:lnTo>
                    <a:pt x="2699" y="518"/>
                  </a:lnTo>
                  <a:lnTo>
                    <a:pt x="26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a:extLst>
                <a:ext uri="{FF2B5EF4-FFF2-40B4-BE49-F238E27FC236}">
                  <a16:creationId xmlns:a16="http://schemas.microsoft.com/office/drawing/2014/main" id="{A26638B5-0E6A-007B-F1BA-ED3D7282C7E2}"/>
                </a:ext>
              </a:extLst>
            </p:cNvPr>
            <p:cNvSpPr/>
            <p:nvPr/>
          </p:nvSpPr>
          <p:spPr>
            <a:xfrm>
              <a:off x="6483797" y="2564353"/>
              <a:ext cx="35760" cy="29506"/>
            </a:xfrm>
            <a:custGeom>
              <a:avLst/>
              <a:gdLst/>
              <a:ahLst/>
              <a:cxnLst/>
              <a:rect l="l" t="t" r="r" b="b"/>
              <a:pathLst>
                <a:path w="629" h="519" extrusionOk="0">
                  <a:moveTo>
                    <a:pt x="0" y="1"/>
                  </a:moveTo>
                  <a:lnTo>
                    <a:pt x="0" y="518"/>
                  </a:lnTo>
                  <a:lnTo>
                    <a:pt x="629" y="518"/>
                  </a:lnTo>
                  <a:lnTo>
                    <a:pt x="6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a:extLst>
                <a:ext uri="{FF2B5EF4-FFF2-40B4-BE49-F238E27FC236}">
                  <a16:creationId xmlns:a16="http://schemas.microsoft.com/office/drawing/2014/main" id="{BD89722A-0155-0944-6A6C-3AF23FED3E3F}"/>
                </a:ext>
              </a:extLst>
            </p:cNvPr>
            <p:cNvSpPr/>
            <p:nvPr/>
          </p:nvSpPr>
          <p:spPr>
            <a:xfrm>
              <a:off x="6620414" y="2564353"/>
              <a:ext cx="75728" cy="29506"/>
            </a:xfrm>
            <a:custGeom>
              <a:avLst/>
              <a:gdLst/>
              <a:ahLst/>
              <a:cxnLst/>
              <a:rect l="l" t="t" r="r" b="b"/>
              <a:pathLst>
                <a:path w="1332" h="519" extrusionOk="0">
                  <a:moveTo>
                    <a:pt x="0" y="1"/>
                  </a:moveTo>
                  <a:lnTo>
                    <a:pt x="0" y="518"/>
                  </a:lnTo>
                  <a:lnTo>
                    <a:pt x="1331" y="518"/>
                  </a:lnTo>
                  <a:lnTo>
                    <a:pt x="13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a:extLst>
                <a:ext uri="{FF2B5EF4-FFF2-40B4-BE49-F238E27FC236}">
                  <a16:creationId xmlns:a16="http://schemas.microsoft.com/office/drawing/2014/main" id="{3E7FF60E-7907-EA31-9A8D-D9D39A43EF2F}"/>
                </a:ext>
              </a:extLst>
            </p:cNvPr>
            <p:cNvSpPr/>
            <p:nvPr/>
          </p:nvSpPr>
          <p:spPr>
            <a:xfrm>
              <a:off x="6536329" y="2564353"/>
              <a:ext cx="65210" cy="29506"/>
            </a:xfrm>
            <a:custGeom>
              <a:avLst/>
              <a:gdLst/>
              <a:ahLst/>
              <a:cxnLst/>
              <a:rect l="l" t="t" r="r" b="b"/>
              <a:pathLst>
                <a:path w="1147" h="519" extrusionOk="0">
                  <a:moveTo>
                    <a:pt x="0" y="1"/>
                  </a:moveTo>
                  <a:lnTo>
                    <a:pt x="0" y="518"/>
                  </a:lnTo>
                  <a:lnTo>
                    <a:pt x="1146" y="518"/>
                  </a:lnTo>
                  <a:lnTo>
                    <a:pt x="11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a:extLst>
                <a:ext uri="{FF2B5EF4-FFF2-40B4-BE49-F238E27FC236}">
                  <a16:creationId xmlns:a16="http://schemas.microsoft.com/office/drawing/2014/main" id="{5937AC27-1A22-CB10-94E8-4A69DD58DAD8}"/>
                </a:ext>
              </a:extLst>
            </p:cNvPr>
            <p:cNvSpPr/>
            <p:nvPr/>
          </p:nvSpPr>
          <p:spPr>
            <a:xfrm>
              <a:off x="6311420" y="2623195"/>
              <a:ext cx="56796" cy="29506"/>
            </a:xfrm>
            <a:custGeom>
              <a:avLst/>
              <a:gdLst/>
              <a:ahLst/>
              <a:cxnLst/>
              <a:rect l="l" t="t" r="r" b="b"/>
              <a:pathLst>
                <a:path w="999" h="519" extrusionOk="0">
                  <a:moveTo>
                    <a:pt x="0" y="1"/>
                  </a:moveTo>
                  <a:lnTo>
                    <a:pt x="0" y="519"/>
                  </a:lnTo>
                  <a:lnTo>
                    <a:pt x="999" y="519"/>
                  </a:lnTo>
                  <a:lnTo>
                    <a:pt x="9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a:extLst>
                <a:ext uri="{FF2B5EF4-FFF2-40B4-BE49-F238E27FC236}">
                  <a16:creationId xmlns:a16="http://schemas.microsoft.com/office/drawing/2014/main" id="{CA3417AF-A975-921F-E7AB-8141D8773AAA}"/>
                </a:ext>
              </a:extLst>
            </p:cNvPr>
            <p:cNvSpPr/>
            <p:nvPr/>
          </p:nvSpPr>
          <p:spPr>
            <a:xfrm>
              <a:off x="6387091" y="2623195"/>
              <a:ext cx="61003" cy="29506"/>
            </a:xfrm>
            <a:custGeom>
              <a:avLst/>
              <a:gdLst/>
              <a:ahLst/>
              <a:cxnLst/>
              <a:rect l="l" t="t" r="r" b="b"/>
              <a:pathLst>
                <a:path w="1073" h="519" extrusionOk="0">
                  <a:moveTo>
                    <a:pt x="0" y="1"/>
                  </a:moveTo>
                  <a:lnTo>
                    <a:pt x="0" y="519"/>
                  </a:lnTo>
                  <a:lnTo>
                    <a:pt x="1073" y="519"/>
                  </a:lnTo>
                  <a:lnTo>
                    <a:pt x="10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a:extLst>
                <a:ext uri="{FF2B5EF4-FFF2-40B4-BE49-F238E27FC236}">
                  <a16:creationId xmlns:a16="http://schemas.microsoft.com/office/drawing/2014/main" id="{5577B63B-AEA8-B80C-CA94-2FDC0C2ABDA8}"/>
                </a:ext>
              </a:extLst>
            </p:cNvPr>
            <p:cNvSpPr/>
            <p:nvPr/>
          </p:nvSpPr>
          <p:spPr>
            <a:xfrm>
              <a:off x="6466969" y="2623195"/>
              <a:ext cx="119845" cy="29506"/>
            </a:xfrm>
            <a:custGeom>
              <a:avLst/>
              <a:gdLst/>
              <a:ahLst/>
              <a:cxnLst/>
              <a:rect l="l" t="t" r="r" b="b"/>
              <a:pathLst>
                <a:path w="2108" h="519" extrusionOk="0">
                  <a:moveTo>
                    <a:pt x="0" y="1"/>
                  </a:moveTo>
                  <a:lnTo>
                    <a:pt x="0" y="519"/>
                  </a:lnTo>
                  <a:lnTo>
                    <a:pt x="2108" y="519"/>
                  </a:lnTo>
                  <a:lnTo>
                    <a:pt x="2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a:extLst>
                <a:ext uri="{FF2B5EF4-FFF2-40B4-BE49-F238E27FC236}">
                  <a16:creationId xmlns:a16="http://schemas.microsoft.com/office/drawing/2014/main" id="{2D4A23D5-487F-6375-4F4C-F2D5C65CED41}"/>
                </a:ext>
              </a:extLst>
            </p:cNvPr>
            <p:cNvSpPr/>
            <p:nvPr/>
          </p:nvSpPr>
          <p:spPr>
            <a:xfrm>
              <a:off x="6609896" y="2623195"/>
              <a:ext cx="54692" cy="29506"/>
            </a:xfrm>
            <a:custGeom>
              <a:avLst/>
              <a:gdLst/>
              <a:ahLst/>
              <a:cxnLst/>
              <a:rect l="l" t="t" r="r" b="b"/>
              <a:pathLst>
                <a:path w="962" h="519" extrusionOk="0">
                  <a:moveTo>
                    <a:pt x="0" y="1"/>
                  </a:moveTo>
                  <a:lnTo>
                    <a:pt x="0" y="519"/>
                  </a:lnTo>
                  <a:lnTo>
                    <a:pt x="962" y="519"/>
                  </a:lnTo>
                  <a:lnTo>
                    <a:pt x="9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a:extLst>
                <a:ext uri="{FF2B5EF4-FFF2-40B4-BE49-F238E27FC236}">
                  <a16:creationId xmlns:a16="http://schemas.microsoft.com/office/drawing/2014/main" id="{CD51E245-597F-5D50-FFCF-2783379F184F}"/>
                </a:ext>
              </a:extLst>
            </p:cNvPr>
            <p:cNvSpPr/>
            <p:nvPr/>
          </p:nvSpPr>
          <p:spPr>
            <a:xfrm>
              <a:off x="6311420" y="2679991"/>
              <a:ext cx="88349" cy="29450"/>
            </a:xfrm>
            <a:custGeom>
              <a:avLst/>
              <a:gdLst/>
              <a:ahLst/>
              <a:cxnLst/>
              <a:rect l="l" t="t" r="r" b="b"/>
              <a:pathLst>
                <a:path w="1554" h="518" extrusionOk="0">
                  <a:moveTo>
                    <a:pt x="0" y="0"/>
                  </a:moveTo>
                  <a:lnTo>
                    <a:pt x="0" y="518"/>
                  </a:lnTo>
                  <a:lnTo>
                    <a:pt x="1553" y="518"/>
                  </a:lnTo>
                  <a:lnTo>
                    <a:pt x="15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a:extLst>
                <a:ext uri="{FF2B5EF4-FFF2-40B4-BE49-F238E27FC236}">
                  <a16:creationId xmlns:a16="http://schemas.microsoft.com/office/drawing/2014/main" id="{0136DA69-C95C-2BD4-8536-5AC733DD10F1}"/>
                </a:ext>
              </a:extLst>
            </p:cNvPr>
            <p:cNvSpPr/>
            <p:nvPr/>
          </p:nvSpPr>
          <p:spPr>
            <a:xfrm>
              <a:off x="6424898" y="2679991"/>
              <a:ext cx="75728" cy="29450"/>
            </a:xfrm>
            <a:custGeom>
              <a:avLst/>
              <a:gdLst/>
              <a:ahLst/>
              <a:cxnLst/>
              <a:rect l="l" t="t" r="r" b="b"/>
              <a:pathLst>
                <a:path w="1332" h="518" extrusionOk="0">
                  <a:moveTo>
                    <a:pt x="1" y="0"/>
                  </a:moveTo>
                  <a:lnTo>
                    <a:pt x="1" y="518"/>
                  </a:lnTo>
                  <a:lnTo>
                    <a:pt x="1332" y="518"/>
                  </a:lnTo>
                  <a:lnTo>
                    <a:pt x="133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a:extLst>
                <a:ext uri="{FF2B5EF4-FFF2-40B4-BE49-F238E27FC236}">
                  <a16:creationId xmlns:a16="http://schemas.microsoft.com/office/drawing/2014/main" id="{98DC7F1D-C95C-32C8-3820-0089F921F8CC}"/>
                </a:ext>
              </a:extLst>
            </p:cNvPr>
            <p:cNvSpPr/>
            <p:nvPr/>
          </p:nvSpPr>
          <p:spPr>
            <a:xfrm>
              <a:off x="6626724" y="2679991"/>
              <a:ext cx="39967" cy="29450"/>
            </a:xfrm>
            <a:custGeom>
              <a:avLst/>
              <a:gdLst/>
              <a:ahLst/>
              <a:cxnLst/>
              <a:rect l="l" t="t" r="r" b="b"/>
              <a:pathLst>
                <a:path w="703" h="518" extrusionOk="0">
                  <a:moveTo>
                    <a:pt x="0" y="0"/>
                  </a:moveTo>
                  <a:lnTo>
                    <a:pt x="0" y="518"/>
                  </a:lnTo>
                  <a:lnTo>
                    <a:pt x="703" y="518"/>
                  </a:lnTo>
                  <a:lnTo>
                    <a:pt x="7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a:extLst>
                <a:ext uri="{FF2B5EF4-FFF2-40B4-BE49-F238E27FC236}">
                  <a16:creationId xmlns:a16="http://schemas.microsoft.com/office/drawing/2014/main" id="{C05052F3-BD73-DC57-975B-ED20B47293E6}"/>
                </a:ext>
              </a:extLst>
            </p:cNvPr>
            <p:cNvSpPr/>
            <p:nvPr/>
          </p:nvSpPr>
          <p:spPr>
            <a:xfrm>
              <a:off x="6527915" y="2679991"/>
              <a:ext cx="77831" cy="29450"/>
            </a:xfrm>
            <a:custGeom>
              <a:avLst/>
              <a:gdLst/>
              <a:ahLst/>
              <a:cxnLst/>
              <a:rect l="l" t="t" r="r" b="b"/>
              <a:pathLst>
                <a:path w="1369" h="518" extrusionOk="0">
                  <a:moveTo>
                    <a:pt x="0" y="0"/>
                  </a:moveTo>
                  <a:lnTo>
                    <a:pt x="0" y="518"/>
                  </a:lnTo>
                  <a:lnTo>
                    <a:pt x="1368" y="518"/>
                  </a:lnTo>
                  <a:lnTo>
                    <a:pt x="13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a:extLst>
                <a:ext uri="{FF2B5EF4-FFF2-40B4-BE49-F238E27FC236}">
                  <a16:creationId xmlns:a16="http://schemas.microsoft.com/office/drawing/2014/main" id="{DAD24C0C-1059-C43D-6E8E-5D6696C7F9DD}"/>
                </a:ext>
              </a:extLst>
            </p:cNvPr>
            <p:cNvSpPr/>
            <p:nvPr/>
          </p:nvSpPr>
          <p:spPr>
            <a:xfrm>
              <a:off x="6311420" y="2738833"/>
              <a:ext cx="37864" cy="27346"/>
            </a:xfrm>
            <a:custGeom>
              <a:avLst/>
              <a:gdLst/>
              <a:ahLst/>
              <a:cxnLst/>
              <a:rect l="l" t="t" r="r" b="b"/>
              <a:pathLst>
                <a:path w="666" h="481" extrusionOk="0">
                  <a:moveTo>
                    <a:pt x="0" y="0"/>
                  </a:moveTo>
                  <a:lnTo>
                    <a:pt x="0" y="481"/>
                  </a:lnTo>
                  <a:lnTo>
                    <a:pt x="666" y="481"/>
                  </a:lnTo>
                  <a:lnTo>
                    <a:pt x="66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a:extLst>
                <a:ext uri="{FF2B5EF4-FFF2-40B4-BE49-F238E27FC236}">
                  <a16:creationId xmlns:a16="http://schemas.microsoft.com/office/drawing/2014/main" id="{52614246-FF64-03B7-2538-7A04A96F43BF}"/>
                </a:ext>
              </a:extLst>
            </p:cNvPr>
            <p:cNvSpPr/>
            <p:nvPr/>
          </p:nvSpPr>
          <p:spPr>
            <a:xfrm>
              <a:off x="6361849" y="2738833"/>
              <a:ext cx="54692" cy="27346"/>
            </a:xfrm>
            <a:custGeom>
              <a:avLst/>
              <a:gdLst/>
              <a:ahLst/>
              <a:cxnLst/>
              <a:rect l="l" t="t" r="r" b="b"/>
              <a:pathLst>
                <a:path w="962" h="481" extrusionOk="0">
                  <a:moveTo>
                    <a:pt x="1" y="0"/>
                  </a:moveTo>
                  <a:lnTo>
                    <a:pt x="1" y="481"/>
                  </a:lnTo>
                  <a:lnTo>
                    <a:pt x="962" y="481"/>
                  </a:lnTo>
                  <a:lnTo>
                    <a:pt x="9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a:extLst>
                <a:ext uri="{FF2B5EF4-FFF2-40B4-BE49-F238E27FC236}">
                  <a16:creationId xmlns:a16="http://schemas.microsoft.com/office/drawing/2014/main" id="{4EB47BD2-645C-7E64-DCC4-EDC8430C0674}"/>
                </a:ext>
              </a:extLst>
            </p:cNvPr>
            <p:cNvSpPr/>
            <p:nvPr/>
          </p:nvSpPr>
          <p:spPr>
            <a:xfrm>
              <a:off x="6597275" y="2738833"/>
              <a:ext cx="52589" cy="27346"/>
            </a:xfrm>
            <a:custGeom>
              <a:avLst/>
              <a:gdLst/>
              <a:ahLst/>
              <a:cxnLst/>
              <a:rect l="l" t="t" r="r" b="b"/>
              <a:pathLst>
                <a:path w="925" h="481" extrusionOk="0">
                  <a:moveTo>
                    <a:pt x="0" y="0"/>
                  </a:moveTo>
                  <a:lnTo>
                    <a:pt x="0" y="481"/>
                  </a:lnTo>
                  <a:lnTo>
                    <a:pt x="925" y="481"/>
                  </a:lnTo>
                  <a:lnTo>
                    <a:pt x="9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a:extLst>
                <a:ext uri="{FF2B5EF4-FFF2-40B4-BE49-F238E27FC236}">
                  <a16:creationId xmlns:a16="http://schemas.microsoft.com/office/drawing/2014/main" id="{57C6AD90-7B6B-BFE0-4540-180272017FF9}"/>
                </a:ext>
              </a:extLst>
            </p:cNvPr>
            <p:cNvSpPr/>
            <p:nvPr/>
          </p:nvSpPr>
          <p:spPr>
            <a:xfrm>
              <a:off x="6437519" y="2738833"/>
              <a:ext cx="145088" cy="31553"/>
            </a:xfrm>
            <a:custGeom>
              <a:avLst/>
              <a:gdLst/>
              <a:ahLst/>
              <a:cxnLst/>
              <a:rect l="l" t="t" r="r" b="b"/>
              <a:pathLst>
                <a:path w="2552" h="555" extrusionOk="0">
                  <a:moveTo>
                    <a:pt x="1" y="0"/>
                  </a:moveTo>
                  <a:lnTo>
                    <a:pt x="1" y="555"/>
                  </a:lnTo>
                  <a:lnTo>
                    <a:pt x="2552" y="555"/>
                  </a:lnTo>
                  <a:lnTo>
                    <a:pt x="255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a:extLst>
                <a:ext uri="{FF2B5EF4-FFF2-40B4-BE49-F238E27FC236}">
                  <a16:creationId xmlns:a16="http://schemas.microsoft.com/office/drawing/2014/main" id="{FB6F31CE-8F6D-F8CB-E5AB-FEE2461EBA26}"/>
                </a:ext>
              </a:extLst>
            </p:cNvPr>
            <p:cNvSpPr/>
            <p:nvPr/>
          </p:nvSpPr>
          <p:spPr>
            <a:xfrm>
              <a:off x="6311420" y="2795572"/>
              <a:ext cx="79935" cy="29506"/>
            </a:xfrm>
            <a:custGeom>
              <a:avLst/>
              <a:gdLst/>
              <a:ahLst/>
              <a:cxnLst/>
              <a:rect l="l" t="t" r="r" b="b"/>
              <a:pathLst>
                <a:path w="1406" h="519" extrusionOk="0">
                  <a:moveTo>
                    <a:pt x="0" y="1"/>
                  </a:moveTo>
                  <a:lnTo>
                    <a:pt x="0" y="518"/>
                  </a:lnTo>
                  <a:lnTo>
                    <a:pt x="1405" y="518"/>
                  </a:lnTo>
                  <a:lnTo>
                    <a:pt x="14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a:extLst>
                <a:ext uri="{FF2B5EF4-FFF2-40B4-BE49-F238E27FC236}">
                  <a16:creationId xmlns:a16="http://schemas.microsoft.com/office/drawing/2014/main" id="{C0A29351-4053-5E06-270F-A8C11471A4C2}"/>
                </a:ext>
              </a:extLst>
            </p:cNvPr>
            <p:cNvSpPr/>
            <p:nvPr/>
          </p:nvSpPr>
          <p:spPr>
            <a:xfrm>
              <a:off x="6414437" y="2795572"/>
              <a:ext cx="98810" cy="29506"/>
            </a:xfrm>
            <a:custGeom>
              <a:avLst/>
              <a:gdLst/>
              <a:ahLst/>
              <a:cxnLst/>
              <a:rect l="l" t="t" r="r" b="b"/>
              <a:pathLst>
                <a:path w="1738" h="519" extrusionOk="0">
                  <a:moveTo>
                    <a:pt x="0" y="1"/>
                  </a:moveTo>
                  <a:lnTo>
                    <a:pt x="0" y="518"/>
                  </a:lnTo>
                  <a:lnTo>
                    <a:pt x="1738" y="518"/>
                  </a:lnTo>
                  <a:lnTo>
                    <a:pt x="1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a:extLst>
                <a:ext uri="{FF2B5EF4-FFF2-40B4-BE49-F238E27FC236}">
                  <a16:creationId xmlns:a16="http://schemas.microsoft.com/office/drawing/2014/main" id="{51418483-BD1B-BAD6-8005-B1454ABD88EE}"/>
                </a:ext>
              </a:extLst>
            </p:cNvPr>
            <p:cNvSpPr/>
            <p:nvPr/>
          </p:nvSpPr>
          <p:spPr>
            <a:xfrm>
              <a:off x="6532122" y="2795572"/>
              <a:ext cx="71520" cy="29506"/>
            </a:xfrm>
            <a:custGeom>
              <a:avLst/>
              <a:gdLst/>
              <a:ahLst/>
              <a:cxnLst/>
              <a:rect l="l" t="t" r="r" b="b"/>
              <a:pathLst>
                <a:path w="1258" h="519" extrusionOk="0">
                  <a:moveTo>
                    <a:pt x="0" y="1"/>
                  </a:moveTo>
                  <a:lnTo>
                    <a:pt x="0" y="518"/>
                  </a:lnTo>
                  <a:lnTo>
                    <a:pt x="1257" y="518"/>
                  </a:lnTo>
                  <a:lnTo>
                    <a:pt x="12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a:extLst>
                <a:ext uri="{FF2B5EF4-FFF2-40B4-BE49-F238E27FC236}">
                  <a16:creationId xmlns:a16="http://schemas.microsoft.com/office/drawing/2014/main" id="{DEE8FDE7-EA1E-AFDB-3659-BB58718D8647}"/>
                </a:ext>
              </a:extLst>
            </p:cNvPr>
            <p:cNvSpPr/>
            <p:nvPr/>
          </p:nvSpPr>
          <p:spPr>
            <a:xfrm>
              <a:off x="5636695" y="1591209"/>
              <a:ext cx="2587471" cy="1366279"/>
            </a:xfrm>
            <a:custGeom>
              <a:avLst/>
              <a:gdLst/>
              <a:ahLst/>
              <a:cxnLst/>
              <a:rect l="l" t="t" r="r" b="b"/>
              <a:pathLst>
                <a:path w="45512" h="24032" extrusionOk="0">
                  <a:moveTo>
                    <a:pt x="36010" y="0"/>
                  </a:moveTo>
                  <a:lnTo>
                    <a:pt x="31167" y="8762"/>
                  </a:lnTo>
                  <a:lnTo>
                    <a:pt x="29319" y="1590"/>
                  </a:lnTo>
                  <a:lnTo>
                    <a:pt x="26583" y="8947"/>
                  </a:lnTo>
                  <a:lnTo>
                    <a:pt x="25363" y="5731"/>
                  </a:lnTo>
                  <a:lnTo>
                    <a:pt x="24069" y="8541"/>
                  </a:lnTo>
                  <a:lnTo>
                    <a:pt x="22923" y="3217"/>
                  </a:lnTo>
                  <a:lnTo>
                    <a:pt x="21185" y="8356"/>
                  </a:lnTo>
                  <a:lnTo>
                    <a:pt x="19965" y="5250"/>
                  </a:lnTo>
                  <a:lnTo>
                    <a:pt x="18412" y="8614"/>
                  </a:lnTo>
                  <a:lnTo>
                    <a:pt x="16305" y="1923"/>
                  </a:lnTo>
                  <a:lnTo>
                    <a:pt x="14826" y="8799"/>
                  </a:lnTo>
                  <a:lnTo>
                    <a:pt x="14050" y="6137"/>
                  </a:lnTo>
                  <a:lnTo>
                    <a:pt x="13162" y="8430"/>
                  </a:lnTo>
                  <a:lnTo>
                    <a:pt x="11647" y="4326"/>
                  </a:lnTo>
                  <a:lnTo>
                    <a:pt x="10833" y="8171"/>
                  </a:lnTo>
                  <a:lnTo>
                    <a:pt x="5768" y="2219"/>
                  </a:lnTo>
                  <a:lnTo>
                    <a:pt x="5768" y="2219"/>
                  </a:lnTo>
                  <a:lnTo>
                    <a:pt x="8726" y="9724"/>
                  </a:lnTo>
                  <a:lnTo>
                    <a:pt x="6064" y="8541"/>
                  </a:lnTo>
                  <a:lnTo>
                    <a:pt x="6064" y="8541"/>
                  </a:lnTo>
                  <a:lnTo>
                    <a:pt x="7802" y="11461"/>
                  </a:lnTo>
                  <a:lnTo>
                    <a:pt x="1" y="9650"/>
                  </a:lnTo>
                  <a:lnTo>
                    <a:pt x="7987" y="14900"/>
                  </a:lnTo>
                  <a:lnTo>
                    <a:pt x="5953" y="16120"/>
                  </a:lnTo>
                  <a:lnTo>
                    <a:pt x="7210" y="17081"/>
                  </a:lnTo>
                  <a:lnTo>
                    <a:pt x="2959" y="18412"/>
                  </a:lnTo>
                  <a:lnTo>
                    <a:pt x="7950" y="20075"/>
                  </a:lnTo>
                  <a:lnTo>
                    <a:pt x="5103" y="21517"/>
                  </a:lnTo>
                  <a:lnTo>
                    <a:pt x="7506" y="22183"/>
                  </a:lnTo>
                  <a:lnTo>
                    <a:pt x="1406" y="23772"/>
                  </a:lnTo>
                  <a:lnTo>
                    <a:pt x="9096" y="23772"/>
                  </a:lnTo>
                  <a:lnTo>
                    <a:pt x="9096" y="23403"/>
                  </a:lnTo>
                  <a:lnTo>
                    <a:pt x="4105" y="23403"/>
                  </a:lnTo>
                  <a:lnTo>
                    <a:pt x="8874" y="22183"/>
                  </a:lnTo>
                  <a:lnTo>
                    <a:pt x="6064" y="21443"/>
                  </a:lnTo>
                  <a:lnTo>
                    <a:pt x="8837" y="20038"/>
                  </a:lnTo>
                  <a:lnTo>
                    <a:pt x="4068" y="18412"/>
                  </a:lnTo>
                  <a:lnTo>
                    <a:pt x="7950" y="17155"/>
                  </a:lnTo>
                  <a:lnTo>
                    <a:pt x="6582" y="16120"/>
                  </a:lnTo>
                  <a:lnTo>
                    <a:pt x="8652" y="14900"/>
                  </a:lnTo>
                  <a:lnTo>
                    <a:pt x="1812" y="10426"/>
                  </a:lnTo>
                  <a:lnTo>
                    <a:pt x="8504" y="11942"/>
                  </a:lnTo>
                  <a:lnTo>
                    <a:pt x="6877" y="9317"/>
                  </a:lnTo>
                  <a:lnTo>
                    <a:pt x="9391" y="10389"/>
                  </a:lnTo>
                  <a:lnTo>
                    <a:pt x="6877" y="4067"/>
                  </a:lnTo>
                  <a:lnTo>
                    <a:pt x="10981" y="8947"/>
                  </a:lnTo>
                  <a:lnTo>
                    <a:pt x="11758" y="5546"/>
                  </a:lnTo>
                  <a:lnTo>
                    <a:pt x="13162" y="9428"/>
                  </a:lnTo>
                  <a:lnTo>
                    <a:pt x="14013" y="7210"/>
                  </a:lnTo>
                  <a:lnTo>
                    <a:pt x="14937" y="10204"/>
                  </a:lnTo>
                  <a:lnTo>
                    <a:pt x="16416" y="3254"/>
                  </a:lnTo>
                  <a:lnTo>
                    <a:pt x="18338" y="9539"/>
                  </a:lnTo>
                  <a:lnTo>
                    <a:pt x="19965" y="6174"/>
                  </a:lnTo>
                  <a:lnTo>
                    <a:pt x="21185" y="9354"/>
                  </a:lnTo>
                  <a:lnTo>
                    <a:pt x="22849" y="4511"/>
                  </a:lnTo>
                  <a:lnTo>
                    <a:pt x="23958" y="9613"/>
                  </a:lnTo>
                  <a:lnTo>
                    <a:pt x="25289" y="6729"/>
                  </a:lnTo>
                  <a:lnTo>
                    <a:pt x="26546" y="10093"/>
                  </a:lnTo>
                  <a:lnTo>
                    <a:pt x="29208" y="2884"/>
                  </a:lnTo>
                  <a:lnTo>
                    <a:pt x="30982" y="9724"/>
                  </a:lnTo>
                  <a:lnTo>
                    <a:pt x="35123" y="2403"/>
                  </a:lnTo>
                  <a:lnTo>
                    <a:pt x="35123" y="2403"/>
                  </a:lnTo>
                  <a:lnTo>
                    <a:pt x="33496" y="9539"/>
                  </a:lnTo>
                  <a:lnTo>
                    <a:pt x="36158" y="6840"/>
                  </a:lnTo>
                  <a:lnTo>
                    <a:pt x="35715" y="9539"/>
                  </a:lnTo>
                  <a:lnTo>
                    <a:pt x="38450" y="6322"/>
                  </a:lnTo>
                  <a:lnTo>
                    <a:pt x="37674" y="9539"/>
                  </a:lnTo>
                  <a:lnTo>
                    <a:pt x="43663" y="6027"/>
                  </a:lnTo>
                  <a:lnTo>
                    <a:pt x="43663" y="6027"/>
                  </a:lnTo>
                  <a:lnTo>
                    <a:pt x="39301" y="11387"/>
                  </a:lnTo>
                  <a:lnTo>
                    <a:pt x="42813" y="11387"/>
                  </a:lnTo>
                  <a:lnTo>
                    <a:pt x="39301" y="13606"/>
                  </a:lnTo>
                  <a:lnTo>
                    <a:pt x="41889" y="14715"/>
                  </a:lnTo>
                  <a:lnTo>
                    <a:pt x="39559" y="15417"/>
                  </a:lnTo>
                  <a:lnTo>
                    <a:pt x="43552" y="17857"/>
                  </a:lnTo>
                  <a:lnTo>
                    <a:pt x="38931" y="18153"/>
                  </a:lnTo>
                  <a:lnTo>
                    <a:pt x="41963" y="19669"/>
                  </a:lnTo>
                  <a:lnTo>
                    <a:pt x="39375" y="20741"/>
                  </a:lnTo>
                  <a:lnTo>
                    <a:pt x="44292" y="22589"/>
                  </a:lnTo>
                  <a:lnTo>
                    <a:pt x="38783" y="23699"/>
                  </a:lnTo>
                  <a:lnTo>
                    <a:pt x="38820" y="24031"/>
                  </a:lnTo>
                  <a:lnTo>
                    <a:pt x="45512" y="22700"/>
                  </a:lnTo>
                  <a:lnTo>
                    <a:pt x="40336" y="20741"/>
                  </a:lnTo>
                  <a:lnTo>
                    <a:pt x="42813" y="19706"/>
                  </a:lnTo>
                  <a:lnTo>
                    <a:pt x="40225" y="18412"/>
                  </a:lnTo>
                  <a:lnTo>
                    <a:pt x="44661" y="18153"/>
                  </a:lnTo>
                  <a:lnTo>
                    <a:pt x="40410" y="15565"/>
                  </a:lnTo>
                  <a:lnTo>
                    <a:pt x="42887" y="14789"/>
                  </a:lnTo>
                  <a:lnTo>
                    <a:pt x="40040" y="13569"/>
                  </a:lnTo>
                  <a:lnTo>
                    <a:pt x="43996" y="11092"/>
                  </a:lnTo>
                  <a:lnTo>
                    <a:pt x="40040" y="11092"/>
                  </a:lnTo>
                  <a:lnTo>
                    <a:pt x="45216" y="4733"/>
                  </a:lnTo>
                  <a:lnTo>
                    <a:pt x="45216" y="4733"/>
                  </a:lnTo>
                  <a:lnTo>
                    <a:pt x="38229" y="8836"/>
                  </a:lnTo>
                  <a:lnTo>
                    <a:pt x="39116" y="4991"/>
                  </a:lnTo>
                  <a:lnTo>
                    <a:pt x="36232" y="8356"/>
                  </a:lnTo>
                  <a:lnTo>
                    <a:pt x="36639" y="5768"/>
                  </a:lnTo>
                  <a:lnTo>
                    <a:pt x="34236" y="8319"/>
                  </a:lnTo>
                  <a:lnTo>
                    <a:pt x="34236" y="8319"/>
                  </a:lnTo>
                  <a:lnTo>
                    <a:pt x="360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a:extLst>
                <a:ext uri="{FF2B5EF4-FFF2-40B4-BE49-F238E27FC236}">
                  <a16:creationId xmlns:a16="http://schemas.microsoft.com/office/drawing/2014/main" id="{35BBCB7D-C178-0BBB-71FC-E4577EBC21ED}"/>
                </a:ext>
              </a:extLst>
            </p:cNvPr>
            <p:cNvSpPr/>
            <p:nvPr/>
          </p:nvSpPr>
          <p:spPr>
            <a:xfrm>
              <a:off x="6456451" y="1866545"/>
              <a:ext cx="294325" cy="254358"/>
            </a:xfrm>
            <a:custGeom>
              <a:avLst/>
              <a:gdLst/>
              <a:ahLst/>
              <a:cxnLst/>
              <a:rect l="l" t="t" r="r" b="b"/>
              <a:pathLst>
                <a:path w="5177" h="4474" extrusionOk="0">
                  <a:moveTo>
                    <a:pt x="2256" y="1221"/>
                  </a:moveTo>
                  <a:cubicBezTo>
                    <a:pt x="2958" y="1221"/>
                    <a:pt x="3328" y="1627"/>
                    <a:pt x="3439" y="2256"/>
                  </a:cubicBezTo>
                  <a:lnTo>
                    <a:pt x="3476" y="2625"/>
                  </a:lnTo>
                  <a:cubicBezTo>
                    <a:pt x="3550" y="3217"/>
                    <a:pt x="3365" y="3550"/>
                    <a:pt x="2736" y="3550"/>
                  </a:cubicBezTo>
                  <a:lnTo>
                    <a:pt x="2256" y="3550"/>
                  </a:lnTo>
                  <a:lnTo>
                    <a:pt x="1775" y="1257"/>
                  </a:lnTo>
                  <a:lnTo>
                    <a:pt x="1775" y="1221"/>
                  </a:lnTo>
                  <a:close/>
                  <a:moveTo>
                    <a:pt x="0" y="0"/>
                  </a:moveTo>
                  <a:lnTo>
                    <a:pt x="1147" y="4474"/>
                  </a:lnTo>
                  <a:lnTo>
                    <a:pt x="2995" y="4474"/>
                  </a:lnTo>
                  <a:cubicBezTo>
                    <a:pt x="4474" y="4474"/>
                    <a:pt x="5176" y="3845"/>
                    <a:pt x="4991" y="2404"/>
                  </a:cubicBezTo>
                  <a:cubicBezTo>
                    <a:pt x="4770" y="814"/>
                    <a:pt x="3734" y="37"/>
                    <a:pt x="2071" y="37"/>
                  </a:cubicBezTo>
                  <a:lnTo>
                    <a:pt x="20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a:extLst>
                <a:ext uri="{FF2B5EF4-FFF2-40B4-BE49-F238E27FC236}">
                  <a16:creationId xmlns:a16="http://schemas.microsoft.com/office/drawing/2014/main" id="{F6AD2018-D581-82A2-B716-2F1674E0F0EB}"/>
                </a:ext>
              </a:extLst>
            </p:cNvPr>
            <p:cNvSpPr/>
            <p:nvPr/>
          </p:nvSpPr>
          <p:spPr>
            <a:xfrm>
              <a:off x="6769652" y="1866545"/>
              <a:ext cx="264876" cy="254358"/>
            </a:xfrm>
            <a:custGeom>
              <a:avLst/>
              <a:gdLst/>
              <a:ahLst/>
              <a:cxnLst/>
              <a:rect l="l" t="t" r="r" b="b"/>
              <a:pathLst>
                <a:path w="4659" h="4474" extrusionOk="0">
                  <a:moveTo>
                    <a:pt x="2181" y="1221"/>
                  </a:moveTo>
                  <a:cubicBezTo>
                    <a:pt x="2810" y="1221"/>
                    <a:pt x="3143" y="1627"/>
                    <a:pt x="3143" y="2256"/>
                  </a:cubicBezTo>
                  <a:lnTo>
                    <a:pt x="3143" y="2625"/>
                  </a:lnTo>
                  <a:cubicBezTo>
                    <a:pt x="3143" y="3217"/>
                    <a:pt x="2921" y="3550"/>
                    <a:pt x="2255" y="3550"/>
                  </a:cubicBezTo>
                  <a:lnTo>
                    <a:pt x="1812" y="3550"/>
                  </a:lnTo>
                  <a:lnTo>
                    <a:pt x="1664" y="1257"/>
                  </a:lnTo>
                  <a:lnTo>
                    <a:pt x="1664" y="1221"/>
                  </a:lnTo>
                  <a:close/>
                  <a:moveTo>
                    <a:pt x="0" y="0"/>
                  </a:moveTo>
                  <a:lnTo>
                    <a:pt x="518" y="4474"/>
                  </a:lnTo>
                  <a:lnTo>
                    <a:pt x="2366" y="4474"/>
                  </a:lnTo>
                  <a:cubicBezTo>
                    <a:pt x="3845" y="4474"/>
                    <a:pt x="4621" y="3845"/>
                    <a:pt x="4658" y="2404"/>
                  </a:cubicBezTo>
                  <a:cubicBezTo>
                    <a:pt x="4658" y="814"/>
                    <a:pt x="3771" y="37"/>
                    <a:pt x="2107" y="37"/>
                  </a:cubicBezTo>
                  <a:lnTo>
                    <a:pt x="21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a:extLst>
                <a:ext uri="{FF2B5EF4-FFF2-40B4-BE49-F238E27FC236}">
                  <a16:creationId xmlns:a16="http://schemas.microsoft.com/office/drawing/2014/main" id="{CB543955-CA7C-73B5-2179-E2660B0CA79E}"/>
                </a:ext>
              </a:extLst>
            </p:cNvPr>
            <p:cNvSpPr/>
            <p:nvPr/>
          </p:nvSpPr>
          <p:spPr>
            <a:xfrm>
              <a:off x="7057609" y="1929595"/>
              <a:ext cx="237530" cy="199723"/>
            </a:xfrm>
            <a:custGeom>
              <a:avLst/>
              <a:gdLst/>
              <a:ahLst/>
              <a:cxnLst/>
              <a:rect l="l" t="t" r="r" b="b"/>
              <a:pathLst>
                <a:path w="4178" h="3513" extrusionOk="0">
                  <a:moveTo>
                    <a:pt x="2070" y="925"/>
                  </a:moveTo>
                  <a:cubicBezTo>
                    <a:pt x="2551" y="925"/>
                    <a:pt x="2736" y="1184"/>
                    <a:pt x="2699" y="1664"/>
                  </a:cubicBezTo>
                  <a:lnTo>
                    <a:pt x="2662" y="2034"/>
                  </a:lnTo>
                  <a:cubicBezTo>
                    <a:pt x="2588" y="2478"/>
                    <a:pt x="2403" y="2736"/>
                    <a:pt x="1959" y="2736"/>
                  </a:cubicBezTo>
                  <a:cubicBezTo>
                    <a:pt x="1479" y="2736"/>
                    <a:pt x="1294" y="2441"/>
                    <a:pt x="1368" y="2034"/>
                  </a:cubicBezTo>
                  <a:lnTo>
                    <a:pt x="1405" y="1664"/>
                  </a:lnTo>
                  <a:cubicBezTo>
                    <a:pt x="1442" y="1184"/>
                    <a:pt x="1664" y="925"/>
                    <a:pt x="2070" y="925"/>
                  </a:cubicBezTo>
                  <a:close/>
                  <a:moveTo>
                    <a:pt x="2181" y="1"/>
                  </a:moveTo>
                  <a:cubicBezTo>
                    <a:pt x="924" y="1"/>
                    <a:pt x="111" y="629"/>
                    <a:pt x="74" y="1849"/>
                  </a:cubicBezTo>
                  <a:cubicBezTo>
                    <a:pt x="0" y="2995"/>
                    <a:pt x="739" y="3513"/>
                    <a:pt x="1849" y="3513"/>
                  </a:cubicBezTo>
                  <a:cubicBezTo>
                    <a:pt x="3032" y="3513"/>
                    <a:pt x="3808" y="2958"/>
                    <a:pt x="3993" y="1849"/>
                  </a:cubicBezTo>
                  <a:cubicBezTo>
                    <a:pt x="4178" y="629"/>
                    <a:pt x="3475" y="1"/>
                    <a:pt x="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a:extLst>
                <a:ext uri="{FF2B5EF4-FFF2-40B4-BE49-F238E27FC236}">
                  <a16:creationId xmlns:a16="http://schemas.microsoft.com/office/drawing/2014/main" id="{A9441D8F-7DFF-E32B-8E54-470565A70733}"/>
                </a:ext>
              </a:extLst>
            </p:cNvPr>
            <p:cNvSpPr/>
            <p:nvPr/>
          </p:nvSpPr>
          <p:spPr>
            <a:xfrm>
              <a:off x="7299289" y="1933233"/>
              <a:ext cx="230309" cy="196084"/>
            </a:xfrm>
            <a:custGeom>
              <a:avLst/>
              <a:gdLst/>
              <a:ahLst/>
              <a:cxnLst/>
              <a:rect l="l" t="t" r="r" b="b"/>
              <a:pathLst>
                <a:path w="4051" h="3449" extrusionOk="0">
                  <a:moveTo>
                    <a:pt x="2696" y="1"/>
                  </a:moveTo>
                  <a:cubicBezTo>
                    <a:pt x="2624" y="1"/>
                    <a:pt x="2551" y="4"/>
                    <a:pt x="2478" y="11"/>
                  </a:cubicBezTo>
                  <a:cubicBezTo>
                    <a:pt x="1480" y="11"/>
                    <a:pt x="555" y="306"/>
                    <a:pt x="444" y="1231"/>
                  </a:cubicBezTo>
                  <a:cubicBezTo>
                    <a:pt x="259" y="2525"/>
                    <a:pt x="2515" y="2081"/>
                    <a:pt x="2404" y="2562"/>
                  </a:cubicBezTo>
                  <a:cubicBezTo>
                    <a:pt x="2367" y="2783"/>
                    <a:pt x="1997" y="2783"/>
                    <a:pt x="1812" y="2783"/>
                  </a:cubicBezTo>
                  <a:cubicBezTo>
                    <a:pt x="1627" y="2783"/>
                    <a:pt x="1295" y="2746"/>
                    <a:pt x="1369" y="2414"/>
                  </a:cubicBezTo>
                  <a:lnTo>
                    <a:pt x="1369" y="2377"/>
                  </a:lnTo>
                  <a:lnTo>
                    <a:pt x="149" y="2377"/>
                  </a:lnTo>
                  <a:cubicBezTo>
                    <a:pt x="1" y="3153"/>
                    <a:pt x="851" y="3449"/>
                    <a:pt x="1664" y="3449"/>
                  </a:cubicBezTo>
                  <a:cubicBezTo>
                    <a:pt x="2552" y="3449"/>
                    <a:pt x="3439" y="3190"/>
                    <a:pt x="3661" y="2340"/>
                  </a:cubicBezTo>
                  <a:cubicBezTo>
                    <a:pt x="4030" y="972"/>
                    <a:pt x="1627" y="1489"/>
                    <a:pt x="1738" y="972"/>
                  </a:cubicBezTo>
                  <a:cubicBezTo>
                    <a:pt x="1775" y="750"/>
                    <a:pt x="2182" y="750"/>
                    <a:pt x="2293" y="750"/>
                  </a:cubicBezTo>
                  <a:cubicBezTo>
                    <a:pt x="2367" y="750"/>
                    <a:pt x="2478" y="750"/>
                    <a:pt x="2552" y="824"/>
                  </a:cubicBezTo>
                  <a:cubicBezTo>
                    <a:pt x="2663" y="861"/>
                    <a:pt x="2700" y="935"/>
                    <a:pt x="2663" y="1083"/>
                  </a:cubicBezTo>
                  <a:lnTo>
                    <a:pt x="3883" y="1083"/>
                  </a:lnTo>
                  <a:cubicBezTo>
                    <a:pt x="4051" y="343"/>
                    <a:pt x="3423" y="1"/>
                    <a:pt x="2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a:extLst>
                <a:ext uri="{FF2B5EF4-FFF2-40B4-BE49-F238E27FC236}">
                  <a16:creationId xmlns:a16="http://schemas.microsoft.com/office/drawing/2014/main" id="{B4C7493E-7151-C132-084C-5C6252F9F3D3}"/>
                </a:ext>
              </a:extLst>
            </p:cNvPr>
            <p:cNvSpPr/>
            <p:nvPr/>
          </p:nvSpPr>
          <p:spPr>
            <a:xfrm>
              <a:off x="7423285" y="1582795"/>
              <a:ext cx="155605" cy="208137"/>
            </a:xfrm>
            <a:custGeom>
              <a:avLst/>
              <a:gdLst/>
              <a:ahLst/>
              <a:cxnLst/>
              <a:rect l="l" t="t" r="r" b="b"/>
              <a:pathLst>
                <a:path w="2737" h="3661" extrusionOk="0">
                  <a:moveTo>
                    <a:pt x="1480" y="0"/>
                  </a:moveTo>
                  <a:lnTo>
                    <a:pt x="703" y="2256"/>
                  </a:lnTo>
                  <a:lnTo>
                    <a:pt x="1" y="2256"/>
                  </a:lnTo>
                  <a:lnTo>
                    <a:pt x="740" y="3661"/>
                  </a:lnTo>
                  <a:lnTo>
                    <a:pt x="2552" y="2256"/>
                  </a:lnTo>
                  <a:lnTo>
                    <a:pt x="1849" y="2256"/>
                  </a:lnTo>
                  <a:lnTo>
                    <a:pt x="27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a:extLst>
                <a:ext uri="{FF2B5EF4-FFF2-40B4-BE49-F238E27FC236}">
                  <a16:creationId xmlns:a16="http://schemas.microsoft.com/office/drawing/2014/main" id="{B111B720-23CB-ED17-B079-DE49E6A37D96}"/>
                </a:ext>
              </a:extLst>
            </p:cNvPr>
            <p:cNvSpPr/>
            <p:nvPr/>
          </p:nvSpPr>
          <p:spPr>
            <a:xfrm>
              <a:off x="7173191" y="1582795"/>
              <a:ext cx="145088" cy="208137"/>
            </a:xfrm>
            <a:custGeom>
              <a:avLst/>
              <a:gdLst/>
              <a:ahLst/>
              <a:cxnLst/>
              <a:rect l="l" t="t" r="r" b="b"/>
              <a:pathLst>
                <a:path w="2552" h="3661" extrusionOk="0">
                  <a:moveTo>
                    <a:pt x="1073" y="0"/>
                  </a:moveTo>
                  <a:lnTo>
                    <a:pt x="703" y="2256"/>
                  </a:lnTo>
                  <a:lnTo>
                    <a:pt x="0" y="2256"/>
                  </a:lnTo>
                  <a:lnTo>
                    <a:pt x="1036" y="3661"/>
                  </a:lnTo>
                  <a:lnTo>
                    <a:pt x="2551" y="2256"/>
                  </a:lnTo>
                  <a:lnTo>
                    <a:pt x="1849" y="2256"/>
                  </a:lnTo>
                  <a:lnTo>
                    <a:pt x="23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a:extLst>
                <a:ext uri="{FF2B5EF4-FFF2-40B4-BE49-F238E27FC236}">
                  <a16:creationId xmlns:a16="http://schemas.microsoft.com/office/drawing/2014/main" id="{140A7ADD-4082-EC98-EB02-2F0D6FE9F1EC}"/>
                </a:ext>
              </a:extLst>
            </p:cNvPr>
            <p:cNvSpPr/>
            <p:nvPr/>
          </p:nvSpPr>
          <p:spPr>
            <a:xfrm>
              <a:off x="6925143" y="1582795"/>
              <a:ext cx="145088" cy="208137"/>
            </a:xfrm>
            <a:custGeom>
              <a:avLst/>
              <a:gdLst/>
              <a:ahLst/>
              <a:cxnLst/>
              <a:rect l="l" t="t" r="r" b="b"/>
              <a:pathLst>
                <a:path w="2552" h="3661" extrusionOk="0">
                  <a:moveTo>
                    <a:pt x="629" y="0"/>
                  </a:moveTo>
                  <a:lnTo>
                    <a:pt x="703" y="2256"/>
                  </a:lnTo>
                  <a:lnTo>
                    <a:pt x="1" y="2256"/>
                  </a:lnTo>
                  <a:lnTo>
                    <a:pt x="1295" y="3661"/>
                  </a:lnTo>
                  <a:lnTo>
                    <a:pt x="2552" y="2256"/>
                  </a:lnTo>
                  <a:lnTo>
                    <a:pt x="1886" y="2256"/>
                  </a:lnTo>
                  <a:lnTo>
                    <a:pt x="19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a:extLst>
                <a:ext uri="{FF2B5EF4-FFF2-40B4-BE49-F238E27FC236}">
                  <a16:creationId xmlns:a16="http://schemas.microsoft.com/office/drawing/2014/main" id="{B97F0091-67EA-834F-91C2-533D17886FFA}"/>
                </a:ext>
              </a:extLst>
            </p:cNvPr>
            <p:cNvSpPr/>
            <p:nvPr/>
          </p:nvSpPr>
          <p:spPr>
            <a:xfrm>
              <a:off x="6677153" y="1582795"/>
              <a:ext cx="145088" cy="208137"/>
            </a:xfrm>
            <a:custGeom>
              <a:avLst/>
              <a:gdLst/>
              <a:ahLst/>
              <a:cxnLst/>
              <a:rect l="l" t="t" r="r" b="b"/>
              <a:pathLst>
                <a:path w="2552" h="3661" extrusionOk="0">
                  <a:moveTo>
                    <a:pt x="222" y="0"/>
                  </a:moveTo>
                  <a:lnTo>
                    <a:pt x="703" y="2256"/>
                  </a:lnTo>
                  <a:lnTo>
                    <a:pt x="0" y="2256"/>
                  </a:lnTo>
                  <a:lnTo>
                    <a:pt x="1516" y="3661"/>
                  </a:lnTo>
                  <a:lnTo>
                    <a:pt x="2551" y="2256"/>
                  </a:lnTo>
                  <a:lnTo>
                    <a:pt x="1849" y="2256"/>
                  </a:lnTo>
                  <a:lnTo>
                    <a:pt x="1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7">
              <a:extLst>
                <a:ext uri="{FF2B5EF4-FFF2-40B4-BE49-F238E27FC236}">
                  <a16:creationId xmlns:a16="http://schemas.microsoft.com/office/drawing/2014/main" id="{FD19AC0E-C113-9152-B0A5-727AD383D7E6}"/>
                </a:ext>
              </a:extLst>
            </p:cNvPr>
            <p:cNvSpPr/>
            <p:nvPr/>
          </p:nvSpPr>
          <p:spPr>
            <a:xfrm>
              <a:off x="6416484" y="1582795"/>
              <a:ext cx="157709" cy="208137"/>
            </a:xfrm>
            <a:custGeom>
              <a:avLst/>
              <a:gdLst/>
              <a:ahLst/>
              <a:cxnLst/>
              <a:rect l="l" t="t" r="r" b="b"/>
              <a:pathLst>
                <a:path w="2774" h="3661" extrusionOk="0">
                  <a:moveTo>
                    <a:pt x="1" y="0"/>
                  </a:moveTo>
                  <a:lnTo>
                    <a:pt x="888" y="2256"/>
                  </a:lnTo>
                  <a:lnTo>
                    <a:pt x="186" y="2256"/>
                  </a:lnTo>
                  <a:lnTo>
                    <a:pt x="1997" y="3661"/>
                  </a:lnTo>
                  <a:lnTo>
                    <a:pt x="2774" y="2256"/>
                  </a:lnTo>
                  <a:lnTo>
                    <a:pt x="2034" y="2256"/>
                  </a:lnTo>
                  <a:lnTo>
                    <a:pt x="1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8" name="Google Shape;518;p37">
            <a:extLst>
              <a:ext uri="{FF2B5EF4-FFF2-40B4-BE49-F238E27FC236}">
                <a16:creationId xmlns:a16="http://schemas.microsoft.com/office/drawing/2014/main" id="{F34FCFAD-924B-369F-9EB7-77EC6BDE8885}"/>
              </a:ext>
            </a:extLst>
          </p:cNvPr>
          <p:cNvSpPr/>
          <p:nvPr/>
        </p:nvSpPr>
        <p:spPr>
          <a:xfrm>
            <a:off x="2072676" y="724400"/>
            <a:ext cx="947362" cy="120725"/>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7">
            <a:extLst>
              <a:ext uri="{FF2B5EF4-FFF2-40B4-BE49-F238E27FC236}">
                <a16:creationId xmlns:a16="http://schemas.microsoft.com/office/drawing/2014/main" id="{3CCF6DB0-0EF3-0CC5-71B8-A4C209E91720}"/>
              </a:ext>
            </a:extLst>
          </p:cNvPr>
          <p:cNvSpPr/>
          <p:nvPr/>
        </p:nvSpPr>
        <p:spPr>
          <a:xfrm>
            <a:off x="6651992" y="3667614"/>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Rectangle 1">
            <a:extLst>
              <a:ext uri="{FF2B5EF4-FFF2-40B4-BE49-F238E27FC236}">
                <a16:creationId xmlns:a16="http://schemas.microsoft.com/office/drawing/2014/main" id="{5D67B800-B62F-E479-DE13-1785FF4799C8}"/>
              </a:ext>
            </a:extLst>
          </p:cNvPr>
          <p:cNvSpPr>
            <a:spLocks noGrp="1" noChangeArrowheads="1"/>
          </p:cNvSpPr>
          <p:nvPr>
            <p:ph type="subTitle" idx="1"/>
          </p:nvPr>
        </p:nvSpPr>
        <p:spPr bwMode="auto">
          <a:xfrm>
            <a:off x="418744" y="1897250"/>
            <a:ext cx="5759935"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8261" indent="0">
              <a:buClr>
                <a:schemeClr val="dk2"/>
              </a:buClr>
              <a:buSzPts val="1400"/>
            </a:pPr>
            <a:r>
              <a:rPr lang="ar-YE" sz="2000" dirty="0">
                <a:cs typeface="+mj-cs"/>
              </a:rPr>
              <a:t>الهجمات التي حدثت بالفعل</a:t>
            </a:r>
            <a:r>
              <a:rPr lang="ar-SA" sz="2000" dirty="0">
                <a:cs typeface="+mj-cs"/>
              </a:rPr>
              <a:t>:</a:t>
            </a:r>
          </a:p>
          <a:p>
            <a:pPr marL="2425700" lvl="5" indent="0" algn="r"/>
            <a:endParaRPr lang="ar-SA" sz="1800" b="1" dirty="0">
              <a:solidFill>
                <a:schemeClr val="tx1"/>
              </a:solidFill>
              <a:latin typeface="Arial" panose="020B0604020202020204" pitchFamily="34" charset="0"/>
              <a:cs typeface="Arial" panose="020B0604020202020204" pitchFamily="34" charset="0"/>
            </a:endParaRPr>
          </a:p>
          <a:p>
            <a:pPr marL="2425700" lvl="5" indent="0" algn="r"/>
            <a:r>
              <a:rPr lang="ar-SA" sz="1800" b="1" dirty="0">
                <a:solidFill>
                  <a:schemeClr val="tx1"/>
                </a:solidFill>
                <a:latin typeface="Arial" panose="020B0604020202020204" pitchFamily="34" charset="0"/>
                <a:cs typeface="Arial" panose="020B0604020202020204" pitchFamily="34" charset="0"/>
              </a:rPr>
              <a:t> </a:t>
            </a:r>
            <a:r>
              <a:rPr lang="en-US" sz="1800" b="1" dirty="0">
                <a:solidFill>
                  <a:schemeClr val="tx1"/>
                </a:solidFill>
                <a:latin typeface="Arial" panose="020B0604020202020204" pitchFamily="34" charset="0"/>
                <a:cs typeface="Arial" panose="020B0604020202020204" pitchFamily="34" charset="0"/>
              </a:rPr>
              <a:t>iCloud </a:t>
            </a:r>
            <a:r>
              <a:rPr lang="ar-SA" sz="1800" b="1" dirty="0">
                <a:solidFill>
                  <a:schemeClr val="tx1"/>
                </a:solidFill>
                <a:latin typeface="Arial" panose="020B0604020202020204" pitchFamily="34" charset="0"/>
                <a:cs typeface="Arial" panose="020B0604020202020204" pitchFamily="34" charset="0"/>
              </a:rPr>
              <a:t>1-</a:t>
            </a:r>
            <a:r>
              <a:rPr lang="ar-YE" sz="1800" b="1" dirty="0">
                <a:solidFill>
                  <a:schemeClr val="tx1"/>
                </a:solidFill>
                <a:latin typeface="Arial" panose="020B0604020202020204" pitchFamily="34" charset="0"/>
                <a:cs typeface="Arial" panose="020B0604020202020204" pitchFamily="34" charset="0"/>
              </a:rPr>
              <a:t>هجوم على </a:t>
            </a:r>
            <a:endParaRPr lang="ar-SA" sz="1800" b="1" dirty="0">
              <a:solidFill>
                <a:schemeClr val="tx1"/>
              </a:solidFill>
              <a:latin typeface="Arial" panose="020B0604020202020204" pitchFamily="34" charset="0"/>
              <a:cs typeface="Arial" panose="020B0604020202020204" pitchFamily="34" charset="0"/>
            </a:endParaRPr>
          </a:p>
          <a:p>
            <a:pPr marL="2425700" lvl="5" indent="0" algn="r"/>
            <a:endParaRPr lang="ar-SA" sz="1800" b="1" dirty="0">
              <a:solidFill>
                <a:schemeClr val="tx1"/>
              </a:solidFill>
              <a:latin typeface="Arial" panose="020B0604020202020204" pitchFamily="34" charset="0"/>
              <a:cs typeface="Arial" panose="020B0604020202020204" pitchFamily="34" charset="0"/>
            </a:endParaRPr>
          </a:p>
          <a:p>
            <a:pPr marL="2425700" lvl="5" indent="0" algn="r"/>
            <a:r>
              <a:rPr lang="ar-YE" sz="1800" b="1" dirty="0">
                <a:solidFill>
                  <a:schemeClr val="tx1"/>
                </a:solidFill>
                <a:latin typeface="Arial" panose="020B0604020202020204" pitchFamily="34" charset="0"/>
                <a:cs typeface="Arial" panose="020B0604020202020204" pitchFamily="34" charset="0"/>
              </a:rPr>
              <a:t>"</a:t>
            </a:r>
            <a:r>
              <a:rPr lang="en-US" sz="1800" b="1" dirty="0">
                <a:solidFill>
                  <a:schemeClr val="tx1"/>
                </a:solidFill>
                <a:latin typeface="Arial" panose="020B0604020202020204" pitchFamily="34" charset="0"/>
                <a:cs typeface="Arial" panose="020B0604020202020204" pitchFamily="34" charset="0"/>
              </a:rPr>
              <a:t>MacOS Malware"</a:t>
            </a:r>
            <a:r>
              <a:rPr lang="ar-SA" sz="1800" b="1" dirty="0">
                <a:solidFill>
                  <a:schemeClr val="tx1"/>
                </a:solidFill>
                <a:latin typeface="Arial" panose="020B0604020202020204" pitchFamily="34" charset="0"/>
                <a:cs typeface="Arial" panose="020B0604020202020204" pitchFamily="34" charset="0"/>
              </a:rPr>
              <a:t>2- </a:t>
            </a:r>
            <a:r>
              <a:rPr lang="ar-YE" sz="1800" b="1" dirty="0">
                <a:solidFill>
                  <a:schemeClr val="tx1"/>
                </a:solidFill>
                <a:latin typeface="Arial" panose="020B0604020202020204" pitchFamily="34" charset="0"/>
                <a:cs typeface="Arial" panose="020B0604020202020204" pitchFamily="34" charset="0"/>
              </a:rPr>
              <a:t>هجوم</a:t>
            </a:r>
            <a:r>
              <a:rPr lang="ar-SA" sz="1800" b="1" dirty="0">
                <a:solidFill>
                  <a:schemeClr val="tx1"/>
                </a:solidFill>
                <a:latin typeface="Arial" panose="020B0604020202020204" pitchFamily="34" charset="0"/>
                <a:cs typeface="Arial" panose="020B0604020202020204" pitchFamily="34" charset="0"/>
              </a:rPr>
              <a:t> </a:t>
            </a:r>
          </a:p>
          <a:p>
            <a:pPr marL="2425700" lvl="5" indent="0" algn="r"/>
            <a:endParaRPr lang="ar-SA" sz="1800" b="1" dirty="0">
              <a:solidFill>
                <a:schemeClr val="tx1"/>
              </a:solidFill>
              <a:latin typeface="Arial" panose="020B0604020202020204" pitchFamily="34" charset="0"/>
              <a:cs typeface="Arial" panose="020B0604020202020204" pitchFamily="34" charset="0"/>
            </a:endParaRPr>
          </a:p>
          <a:p>
            <a:pPr marL="2425700" lvl="5" indent="0" algn="r"/>
            <a:r>
              <a:rPr lang="en-US" sz="1800" b="1" dirty="0">
                <a:solidFill>
                  <a:schemeClr val="tx1"/>
                </a:solidFill>
                <a:latin typeface="Arial" panose="020B0604020202020204" pitchFamily="34" charset="0"/>
                <a:cs typeface="Arial" panose="020B0604020202020204" pitchFamily="34" charset="0"/>
              </a:rPr>
              <a:t>iOS</a:t>
            </a:r>
            <a:r>
              <a:rPr lang="ar-YE" sz="1800" b="1" dirty="0">
                <a:solidFill>
                  <a:schemeClr val="tx1"/>
                </a:solidFill>
                <a:latin typeface="Arial" panose="020B0604020202020204" pitchFamily="34" charset="0"/>
                <a:cs typeface="Arial" panose="020B0604020202020204" pitchFamily="34" charset="0"/>
              </a:rPr>
              <a:t> ف</a:t>
            </a:r>
            <a:r>
              <a:rPr lang="ar-SA" sz="1800" b="1" dirty="0">
                <a:solidFill>
                  <a:schemeClr val="tx1"/>
                </a:solidFill>
                <a:latin typeface="Arial" panose="020B0604020202020204" pitchFamily="34" charset="0"/>
                <a:cs typeface="Arial" panose="020B0604020202020204" pitchFamily="34" charset="0"/>
              </a:rPr>
              <a:t>ي </a:t>
            </a:r>
            <a:r>
              <a:rPr lang="en-US" sz="1800" b="1" dirty="0">
                <a:solidFill>
                  <a:schemeClr val="tx1"/>
                </a:solidFill>
                <a:latin typeface="Arial" panose="020B0604020202020204" pitchFamily="34" charset="0"/>
                <a:cs typeface="Arial" panose="020B0604020202020204" pitchFamily="34" charset="0"/>
              </a:rPr>
              <a:t>Zero-Day</a:t>
            </a:r>
            <a:r>
              <a:rPr lang="ar-YE" sz="1800" b="1" dirty="0">
                <a:solidFill>
                  <a:schemeClr val="tx1"/>
                </a:solidFill>
                <a:latin typeface="Arial" panose="020B0604020202020204" pitchFamily="34" charset="0"/>
                <a:cs typeface="Arial" panose="020B0604020202020204" pitchFamily="34" charset="0"/>
              </a:rPr>
              <a:t> </a:t>
            </a:r>
            <a:r>
              <a:rPr lang="ar-SA" sz="1800" b="1" dirty="0">
                <a:solidFill>
                  <a:schemeClr val="tx1"/>
                </a:solidFill>
                <a:latin typeface="Arial" panose="020B0604020202020204" pitchFamily="34" charset="0"/>
                <a:cs typeface="Arial" panose="020B0604020202020204" pitchFamily="34" charset="0"/>
              </a:rPr>
              <a:t>3- </a:t>
            </a:r>
            <a:r>
              <a:rPr lang="ar-YE" sz="1800" b="1" dirty="0">
                <a:solidFill>
                  <a:schemeClr val="tx1"/>
                </a:solidFill>
                <a:latin typeface="Arial" panose="020B0604020202020204" pitchFamily="34" charset="0"/>
                <a:cs typeface="Arial" panose="020B0604020202020204" pitchFamily="34" charset="0"/>
              </a:rPr>
              <a:t>ثغرة</a:t>
            </a:r>
            <a:r>
              <a:rPr lang="ar-SA" sz="1800" b="1" dirty="0">
                <a:solidFill>
                  <a:schemeClr val="tx1"/>
                </a:solidFill>
                <a:latin typeface="Arial" panose="020B0604020202020204" pitchFamily="34" charset="0"/>
                <a:cs typeface="Arial" panose="020B0604020202020204" pitchFamily="34" charset="0"/>
              </a:rPr>
              <a:t> </a:t>
            </a:r>
          </a:p>
          <a:p>
            <a:pPr marL="2425700" lvl="5" indent="0" algn="r"/>
            <a:endParaRPr lang="ar-YE" sz="1800" dirty="0">
              <a:solidFill>
                <a:schemeClr val="tx1"/>
              </a:solidFill>
              <a:latin typeface="Arial" panose="020B0604020202020204" pitchFamily="34" charset="0"/>
              <a:cs typeface="+mj-cs"/>
            </a:endParaRPr>
          </a:p>
        </p:txBody>
      </p:sp>
    </p:spTree>
    <p:extLst>
      <p:ext uri="{BB962C8B-B14F-4D97-AF65-F5344CB8AC3E}">
        <p14:creationId xmlns:p14="http://schemas.microsoft.com/office/powerpoint/2010/main" val="3289400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1">
          <a:extLst>
            <a:ext uri="{FF2B5EF4-FFF2-40B4-BE49-F238E27FC236}">
              <a16:creationId xmlns:a16="http://schemas.microsoft.com/office/drawing/2014/main" id="{04627721-B67A-B244-3EF4-29662A08135D}"/>
            </a:ext>
          </a:extLst>
        </p:cNvPr>
        <p:cNvGrpSpPr/>
        <p:nvPr/>
      </p:nvGrpSpPr>
      <p:grpSpPr>
        <a:xfrm>
          <a:off x="0" y="0"/>
          <a:ext cx="0" cy="0"/>
          <a:chOff x="0" y="0"/>
          <a:chExt cx="0" cy="0"/>
        </a:xfrm>
      </p:grpSpPr>
      <p:sp>
        <p:nvSpPr>
          <p:cNvPr id="412" name="Google Shape;412;p35">
            <a:extLst>
              <a:ext uri="{FF2B5EF4-FFF2-40B4-BE49-F238E27FC236}">
                <a16:creationId xmlns:a16="http://schemas.microsoft.com/office/drawing/2014/main" id="{3C3F5C9C-02A8-14A7-9D88-E472DE3CE748}"/>
              </a:ext>
            </a:extLst>
          </p:cNvPr>
          <p:cNvSpPr txBox="1">
            <a:spLocks noGrp="1"/>
          </p:cNvSpPr>
          <p:nvPr>
            <p:ph type="title"/>
          </p:nvPr>
        </p:nvSpPr>
        <p:spPr>
          <a:xfrm>
            <a:off x="4434347" y="664500"/>
            <a:ext cx="3131279" cy="102664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ar-SA" sz="3200" dirty="0">
                <a:solidFill>
                  <a:schemeClr val="dk2"/>
                </a:solidFill>
              </a:rPr>
              <a:t>استراتيجيات التخفيف</a:t>
            </a:r>
            <a:endParaRPr sz="3200" dirty="0">
              <a:solidFill>
                <a:schemeClr val="dk2"/>
              </a:solidFill>
            </a:endParaRPr>
          </a:p>
        </p:txBody>
      </p:sp>
      <p:sp>
        <p:nvSpPr>
          <p:cNvPr id="416" name="Google Shape;416;p35">
            <a:extLst>
              <a:ext uri="{FF2B5EF4-FFF2-40B4-BE49-F238E27FC236}">
                <a16:creationId xmlns:a16="http://schemas.microsoft.com/office/drawing/2014/main" id="{851040C9-41E4-EED7-F43C-B8C2E500FBB7}"/>
              </a:ext>
            </a:extLst>
          </p:cNvPr>
          <p:cNvSpPr/>
          <p:nvPr/>
        </p:nvSpPr>
        <p:spPr>
          <a:xfrm>
            <a:off x="3845598" y="1305589"/>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a:extLst>
              <a:ext uri="{FF2B5EF4-FFF2-40B4-BE49-F238E27FC236}">
                <a16:creationId xmlns:a16="http://schemas.microsoft.com/office/drawing/2014/main" id="{23918CBA-FEBB-B234-1F93-561E20D38A75}"/>
              </a:ext>
            </a:extLst>
          </p:cNvPr>
          <p:cNvSpPr/>
          <p:nvPr/>
        </p:nvSpPr>
        <p:spPr>
          <a:xfrm>
            <a:off x="1578373" y="40677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5">
            <a:extLst>
              <a:ext uri="{FF2B5EF4-FFF2-40B4-BE49-F238E27FC236}">
                <a16:creationId xmlns:a16="http://schemas.microsoft.com/office/drawing/2014/main" id="{DC434373-9AEC-698A-8C10-D85596736751}"/>
              </a:ext>
            </a:extLst>
          </p:cNvPr>
          <p:cNvSpPr/>
          <p:nvPr/>
        </p:nvSpPr>
        <p:spPr>
          <a:xfrm>
            <a:off x="7776023" y="835389"/>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5">
            <a:extLst>
              <a:ext uri="{FF2B5EF4-FFF2-40B4-BE49-F238E27FC236}">
                <a16:creationId xmlns:a16="http://schemas.microsoft.com/office/drawing/2014/main" id="{1D7CAA13-DD78-1B99-6DEA-8848749249FB}"/>
              </a:ext>
            </a:extLst>
          </p:cNvPr>
          <p:cNvSpPr/>
          <p:nvPr/>
        </p:nvSpPr>
        <p:spPr>
          <a:xfrm>
            <a:off x="7426123" y="4015864"/>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2">
            <a:extLst>
              <a:ext uri="{FF2B5EF4-FFF2-40B4-BE49-F238E27FC236}">
                <a16:creationId xmlns:a16="http://schemas.microsoft.com/office/drawing/2014/main" id="{7995A84E-F2C3-E37D-439F-FCFC933DD51A}"/>
              </a:ext>
            </a:extLst>
          </p:cNvPr>
          <p:cNvSpPr>
            <a:spLocks noGrp="1" noChangeArrowheads="1"/>
          </p:cNvSpPr>
          <p:nvPr>
            <p:ph type="subTitle" idx="1"/>
          </p:nvPr>
        </p:nvSpPr>
        <p:spPr bwMode="auto">
          <a:xfrm>
            <a:off x="4103252" y="1858863"/>
            <a:ext cx="4079142" cy="215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r">
              <a:lnSpc>
                <a:spcPct val="107000"/>
              </a:lnSpc>
              <a:spcAft>
                <a:spcPts val="800"/>
              </a:spcAft>
              <a:buSzPts val="1000"/>
              <a:buFont typeface="Symbol" panose="05050102010706020507" pitchFamily="18" charset="2"/>
              <a:buChar char=""/>
              <a:tabLst>
                <a:tab pos="457200" algn="l"/>
              </a:tabLst>
            </a:pPr>
            <a:r>
              <a:rPr lang="ar-SA" sz="1100" b="1" kern="100" dirty="0">
                <a:effectLst/>
                <a:latin typeface="Calibri" panose="020F0502020204030204" pitchFamily="34" charset="0"/>
                <a:ea typeface="Calibri" panose="020F0502020204030204" pitchFamily="34" charset="0"/>
                <a:cs typeface="Arial" panose="020B0604020202020204" pitchFamily="34" charset="0"/>
              </a:rPr>
              <a:t>تحديثات أمنية منتظمة</a:t>
            </a:r>
            <a:r>
              <a:rPr lang="en-US" sz="1100" kern="1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gn="r">
              <a:lnSpc>
                <a:spcPct val="107000"/>
              </a:lnSpc>
              <a:spcAft>
                <a:spcPts val="800"/>
              </a:spcAft>
              <a:buSzPts val="1000"/>
              <a:buFont typeface="Courier New" panose="02070309020205020404" pitchFamily="49" charset="0"/>
              <a:buChar char="o"/>
              <a:tabLst>
                <a:tab pos="914400" algn="l"/>
              </a:tabLst>
            </a:pPr>
            <a:r>
              <a:rPr lang="ar-SA" sz="1100" kern="100" dirty="0">
                <a:effectLst/>
                <a:latin typeface="Calibri" panose="020F0502020204030204" pitchFamily="34" charset="0"/>
                <a:ea typeface="Calibri" panose="020F0502020204030204" pitchFamily="34" charset="0"/>
                <a:cs typeface="Arial" panose="020B0604020202020204" pitchFamily="34" charset="0"/>
              </a:rPr>
              <a:t>تعمل آبل على إصدار تحديثات دورية لمعالجة الثغرات الأمنية وتحسين الأمان</a:t>
            </a: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gn="r">
              <a:lnSpc>
                <a:spcPct val="107000"/>
              </a:lnSpc>
              <a:spcAft>
                <a:spcPts val="800"/>
              </a:spcAft>
              <a:buSzPts val="1000"/>
              <a:buFont typeface="Symbol" panose="05050102010706020507" pitchFamily="18" charset="2"/>
              <a:buChar char=""/>
              <a:tabLst>
                <a:tab pos="457200" algn="l"/>
              </a:tabLst>
            </a:pPr>
            <a:r>
              <a:rPr lang="ar-SA" sz="1100" b="1" kern="100" dirty="0">
                <a:effectLst/>
                <a:latin typeface="Calibri" panose="020F0502020204030204" pitchFamily="34" charset="0"/>
                <a:ea typeface="Calibri" panose="020F0502020204030204" pitchFamily="34" charset="0"/>
                <a:cs typeface="Arial" panose="020B0604020202020204" pitchFamily="34" charset="0"/>
              </a:rPr>
              <a:t>التوعية الأمنية</a:t>
            </a:r>
            <a:r>
              <a:rPr lang="en-US" sz="1100" kern="1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gn="r">
              <a:lnSpc>
                <a:spcPct val="107000"/>
              </a:lnSpc>
              <a:spcAft>
                <a:spcPts val="800"/>
              </a:spcAft>
              <a:buSzPts val="1000"/>
              <a:buFont typeface="Courier New" panose="02070309020205020404" pitchFamily="49" charset="0"/>
              <a:buChar char="o"/>
              <a:tabLst>
                <a:tab pos="914400" algn="l"/>
              </a:tabLst>
            </a:pPr>
            <a:r>
              <a:rPr lang="ar-SA" sz="1100" kern="100" dirty="0">
                <a:effectLst/>
                <a:latin typeface="Calibri" panose="020F0502020204030204" pitchFamily="34" charset="0"/>
                <a:ea typeface="Calibri" panose="020F0502020204030204" pitchFamily="34" charset="0"/>
                <a:cs typeface="Arial" panose="020B0604020202020204" pitchFamily="34" charset="0"/>
              </a:rPr>
              <a:t>زيادة الوعي بين المستخدمين حول كيفية تجنب الهجمات مثل التصيد الاحتيالي</a:t>
            </a: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gn="r">
              <a:lnSpc>
                <a:spcPct val="107000"/>
              </a:lnSpc>
              <a:spcAft>
                <a:spcPts val="800"/>
              </a:spcAft>
              <a:buSzPts val="1000"/>
              <a:buFont typeface="Symbol" panose="05050102010706020507" pitchFamily="18" charset="2"/>
              <a:buChar char=""/>
              <a:tabLst>
                <a:tab pos="457200" algn="l"/>
              </a:tabLst>
            </a:pPr>
            <a:r>
              <a:rPr lang="ar-SA" sz="1100" b="1" kern="100" dirty="0">
                <a:effectLst/>
                <a:latin typeface="Calibri" panose="020F0502020204030204" pitchFamily="34" charset="0"/>
                <a:ea typeface="Calibri" panose="020F0502020204030204" pitchFamily="34" charset="0"/>
                <a:cs typeface="Arial" panose="020B0604020202020204" pitchFamily="34" charset="0"/>
              </a:rPr>
              <a:t>تشفير البيانات</a:t>
            </a:r>
            <a:r>
              <a:rPr lang="en-US" sz="1100" kern="100"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lgn="r">
              <a:lnSpc>
                <a:spcPct val="107000"/>
              </a:lnSpc>
              <a:spcAft>
                <a:spcPts val="800"/>
              </a:spcAft>
              <a:buSzPts val="1000"/>
              <a:buFont typeface="Courier New" panose="02070309020205020404" pitchFamily="49" charset="0"/>
              <a:buChar char="o"/>
              <a:tabLst>
                <a:tab pos="914400" algn="l"/>
              </a:tabLst>
            </a:pPr>
            <a:r>
              <a:rPr lang="ar-SA" sz="1100" kern="100" dirty="0">
                <a:effectLst/>
                <a:latin typeface="Calibri" panose="020F0502020204030204" pitchFamily="34" charset="0"/>
                <a:ea typeface="Calibri" panose="020F0502020204030204" pitchFamily="34" charset="0"/>
                <a:cs typeface="Arial" panose="020B0604020202020204" pitchFamily="34" charset="0"/>
              </a:rPr>
              <a:t>استخدام تقنيات التشفير لحماية بيانات المستخدمين في جميع خدماته</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8" name="Google Shape;1051;p51">
            <a:extLst>
              <a:ext uri="{FF2B5EF4-FFF2-40B4-BE49-F238E27FC236}">
                <a16:creationId xmlns:a16="http://schemas.microsoft.com/office/drawing/2014/main" id="{E999E419-4100-766C-FB67-8FB2FB520528}"/>
              </a:ext>
            </a:extLst>
          </p:cNvPr>
          <p:cNvGrpSpPr/>
          <p:nvPr/>
        </p:nvGrpSpPr>
        <p:grpSpPr>
          <a:xfrm>
            <a:off x="444921" y="1320911"/>
            <a:ext cx="3529504" cy="2518770"/>
            <a:chOff x="2559000" y="492275"/>
            <a:chExt cx="1308775" cy="933950"/>
          </a:xfrm>
        </p:grpSpPr>
        <p:sp>
          <p:nvSpPr>
            <p:cNvPr id="9" name="Google Shape;1052;p51">
              <a:extLst>
                <a:ext uri="{FF2B5EF4-FFF2-40B4-BE49-F238E27FC236}">
                  <a16:creationId xmlns:a16="http://schemas.microsoft.com/office/drawing/2014/main" id="{3FF6BCDA-23C5-D93F-AF04-4927AD0F91D6}"/>
                </a:ext>
              </a:extLst>
            </p:cNvPr>
            <p:cNvSpPr/>
            <p:nvPr/>
          </p:nvSpPr>
          <p:spPr>
            <a:xfrm>
              <a:off x="3547950" y="1214150"/>
              <a:ext cx="97075" cy="101600"/>
            </a:xfrm>
            <a:custGeom>
              <a:avLst/>
              <a:gdLst/>
              <a:ahLst/>
              <a:cxnLst/>
              <a:rect l="l" t="t" r="r" b="b"/>
              <a:pathLst>
                <a:path w="3883" h="4064" extrusionOk="0">
                  <a:moveTo>
                    <a:pt x="2441" y="0"/>
                  </a:moveTo>
                  <a:cubicBezTo>
                    <a:pt x="2441" y="0"/>
                    <a:pt x="1923" y="74"/>
                    <a:pt x="1517" y="296"/>
                  </a:cubicBezTo>
                  <a:cubicBezTo>
                    <a:pt x="1110" y="518"/>
                    <a:pt x="592" y="1294"/>
                    <a:pt x="407" y="1849"/>
                  </a:cubicBezTo>
                  <a:cubicBezTo>
                    <a:pt x="223" y="2403"/>
                    <a:pt x="1" y="2884"/>
                    <a:pt x="186" y="3253"/>
                  </a:cubicBezTo>
                  <a:cubicBezTo>
                    <a:pt x="371" y="3586"/>
                    <a:pt x="1036" y="3771"/>
                    <a:pt x="1701" y="3956"/>
                  </a:cubicBezTo>
                  <a:cubicBezTo>
                    <a:pt x="1940" y="4031"/>
                    <a:pt x="2233" y="4063"/>
                    <a:pt x="2510" y="4063"/>
                  </a:cubicBezTo>
                  <a:cubicBezTo>
                    <a:pt x="2919" y="4063"/>
                    <a:pt x="3292" y="3992"/>
                    <a:pt x="3402" y="3882"/>
                  </a:cubicBezTo>
                  <a:cubicBezTo>
                    <a:pt x="3624" y="3697"/>
                    <a:pt x="3883" y="2033"/>
                    <a:pt x="3624" y="1368"/>
                  </a:cubicBezTo>
                  <a:cubicBezTo>
                    <a:pt x="3402" y="666"/>
                    <a:pt x="2885" y="111"/>
                    <a:pt x="2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53;p51">
              <a:extLst>
                <a:ext uri="{FF2B5EF4-FFF2-40B4-BE49-F238E27FC236}">
                  <a16:creationId xmlns:a16="http://schemas.microsoft.com/office/drawing/2014/main" id="{04FB9AD3-9915-294E-58F5-9CA4D8E786FF}"/>
                </a:ext>
              </a:extLst>
            </p:cNvPr>
            <p:cNvSpPr/>
            <p:nvPr/>
          </p:nvSpPr>
          <p:spPr>
            <a:xfrm>
              <a:off x="3548875" y="1216000"/>
              <a:ext cx="88750" cy="97325"/>
            </a:xfrm>
            <a:custGeom>
              <a:avLst/>
              <a:gdLst/>
              <a:ahLst/>
              <a:cxnLst/>
              <a:rect l="l" t="t" r="r" b="b"/>
              <a:pathLst>
                <a:path w="3550" h="3893" extrusionOk="0">
                  <a:moveTo>
                    <a:pt x="1849" y="0"/>
                  </a:moveTo>
                  <a:cubicBezTo>
                    <a:pt x="1738" y="37"/>
                    <a:pt x="1591" y="74"/>
                    <a:pt x="1517" y="111"/>
                  </a:cubicBezTo>
                  <a:cubicBezTo>
                    <a:pt x="1110" y="370"/>
                    <a:pt x="592" y="1146"/>
                    <a:pt x="407" y="1701"/>
                  </a:cubicBezTo>
                  <a:cubicBezTo>
                    <a:pt x="223" y="2255"/>
                    <a:pt x="1" y="2699"/>
                    <a:pt x="186" y="3069"/>
                  </a:cubicBezTo>
                  <a:cubicBezTo>
                    <a:pt x="370" y="3401"/>
                    <a:pt x="1073" y="3586"/>
                    <a:pt x="1701" y="3771"/>
                  </a:cubicBezTo>
                  <a:cubicBezTo>
                    <a:pt x="1968" y="3854"/>
                    <a:pt x="2302" y="3893"/>
                    <a:pt x="2605" y="3893"/>
                  </a:cubicBezTo>
                  <a:cubicBezTo>
                    <a:pt x="2976" y="3893"/>
                    <a:pt x="3301" y="3836"/>
                    <a:pt x="3402" y="3734"/>
                  </a:cubicBezTo>
                  <a:cubicBezTo>
                    <a:pt x="3439" y="3697"/>
                    <a:pt x="3513" y="3586"/>
                    <a:pt x="3550" y="3438"/>
                  </a:cubicBezTo>
                  <a:lnTo>
                    <a:pt x="3550" y="3438"/>
                  </a:lnTo>
                  <a:cubicBezTo>
                    <a:pt x="3339" y="3626"/>
                    <a:pt x="3143" y="3724"/>
                    <a:pt x="2953" y="3724"/>
                  </a:cubicBezTo>
                  <a:cubicBezTo>
                    <a:pt x="2843" y="3724"/>
                    <a:pt x="2734" y="3691"/>
                    <a:pt x="2626" y="3623"/>
                  </a:cubicBezTo>
                  <a:cubicBezTo>
                    <a:pt x="2478" y="3586"/>
                    <a:pt x="2404" y="3512"/>
                    <a:pt x="2293" y="3401"/>
                  </a:cubicBezTo>
                  <a:cubicBezTo>
                    <a:pt x="2108" y="3179"/>
                    <a:pt x="1997" y="3143"/>
                    <a:pt x="1701" y="3069"/>
                  </a:cubicBezTo>
                  <a:cubicBezTo>
                    <a:pt x="1443" y="3032"/>
                    <a:pt x="1184" y="2995"/>
                    <a:pt x="999" y="2810"/>
                  </a:cubicBezTo>
                  <a:cubicBezTo>
                    <a:pt x="814" y="2662"/>
                    <a:pt x="777" y="2329"/>
                    <a:pt x="888" y="2107"/>
                  </a:cubicBezTo>
                  <a:cubicBezTo>
                    <a:pt x="925" y="1959"/>
                    <a:pt x="999" y="1849"/>
                    <a:pt x="1147" y="1701"/>
                  </a:cubicBezTo>
                  <a:cubicBezTo>
                    <a:pt x="1332" y="1516"/>
                    <a:pt x="1369" y="1405"/>
                    <a:pt x="1369" y="1146"/>
                  </a:cubicBezTo>
                  <a:cubicBezTo>
                    <a:pt x="1369" y="850"/>
                    <a:pt x="1369" y="592"/>
                    <a:pt x="1517" y="296"/>
                  </a:cubicBezTo>
                  <a:cubicBezTo>
                    <a:pt x="1554" y="185"/>
                    <a:pt x="1701" y="74"/>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54;p51">
              <a:extLst>
                <a:ext uri="{FF2B5EF4-FFF2-40B4-BE49-F238E27FC236}">
                  <a16:creationId xmlns:a16="http://schemas.microsoft.com/office/drawing/2014/main" id="{6D6A9794-4F67-666C-B632-C0D68A602B8E}"/>
                </a:ext>
              </a:extLst>
            </p:cNvPr>
            <p:cNvSpPr/>
            <p:nvPr/>
          </p:nvSpPr>
          <p:spPr>
            <a:xfrm>
              <a:off x="3594175" y="1190400"/>
              <a:ext cx="37925" cy="28125"/>
            </a:xfrm>
            <a:custGeom>
              <a:avLst/>
              <a:gdLst/>
              <a:ahLst/>
              <a:cxnLst/>
              <a:rect l="l" t="t" r="r" b="b"/>
              <a:pathLst>
                <a:path w="1517" h="1125" extrusionOk="0">
                  <a:moveTo>
                    <a:pt x="267" y="1"/>
                  </a:moveTo>
                  <a:cubicBezTo>
                    <a:pt x="137" y="1"/>
                    <a:pt x="0" y="121"/>
                    <a:pt x="0" y="469"/>
                  </a:cubicBezTo>
                  <a:cubicBezTo>
                    <a:pt x="0" y="876"/>
                    <a:pt x="481" y="1098"/>
                    <a:pt x="481" y="1098"/>
                  </a:cubicBezTo>
                  <a:cubicBezTo>
                    <a:pt x="584" y="1116"/>
                    <a:pt x="672" y="1124"/>
                    <a:pt x="750" y="1124"/>
                  </a:cubicBezTo>
                  <a:cubicBezTo>
                    <a:pt x="1147" y="1124"/>
                    <a:pt x="1245" y="908"/>
                    <a:pt x="1368" y="691"/>
                  </a:cubicBezTo>
                  <a:cubicBezTo>
                    <a:pt x="1516" y="469"/>
                    <a:pt x="1479" y="248"/>
                    <a:pt x="1294" y="248"/>
                  </a:cubicBezTo>
                  <a:cubicBezTo>
                    <a:pt x="1171" y="248"/>
                    <a:pt x="1097" y="313"/>
                    <a:pt x="1051" y="313"/>
                  </a:cubicBezTo>
                  <a:cubicBezTo>
                    <a:pt x="1027" y="313"/>
                    <a:pt x="1011" y="297"/>
                    <a:pt x="999" y="248"/>
                  </a:cubicBezTo>
                  <a:cubicBezTo>
                    <a:pt x="966" y="149"/>
                    <a:pt x="844" y="20"/>
                    <a:pt x="713" y="20"/>
                  </a:cubicBezTo>
                  <a:cubicBezTo>
                    <a:pt x="697" y="20"/>
                    <a:pt x="682" y="22"/>
                    <a:pt x="666" y="26"/>
                  </a:cubicBezTo>
                  <a:cubicBezTo>
                    <a:pt x="606" y="85"/>
                    <a:pt x="558" y="123"/>
                    <a:pt x="508" y="123"/>
                  </a:cubicBezTo>
                  <a:cubicBezTo>
                    <a:pt x="465" y="123"/>
                    <a:pt x="422" y="95"/>
                    <a:pt x="370" y="26"/>
                  </a:cubicBezTo>
                  <a:cubicBezTo>
                    <a:pt x="338" y="10"/>
                    <a:pt x="303"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55;p51">
              <a:extLst>
                <a:ext uri="{FF2B5EF4-FFF2-40B4-BE49-F238E27FC236}">
                  <a16:creationId xmlns:a16="http://schemas.microsoft.com/office/drawing/2014/main" id="{8680870F-C986-2AE2-54B4-059AD122EE66}"/>
                </a:ext>
              </a:extLst>
            </p:cNvPr>
            <p:cNvSpPr/>
            <p:nvPr/>
          </p:nvSpPr>
          <p:spPr>
            <a:xfrm>
              <a:off x="3595100" y="1190100"/>
              <a:ext cx="32375" cy="25950"/>
            </a:xfrm>
            <a:custGeom>
              <a:avLst/>
              <a:gdLst/>
              <a:ahLst/>
              <a:cxnLst/>
              <a:rect l="l" t="t" r="r" b="b"/>
              <a:pathLst>
                <a:path w="1295" h="1038" extrusionOk="0">
                  <a:moveTo>
                    <a:pt x="148" y="1"/>
                  </a:moveTo>
                  <a:lnTo>
                    <a:pt x="148" y="1"/>
                  </a:lnTo>
                  <a:cubicBezTo>
                    <a:pt x="107" y="15"/>
                    <a:pt x="76" y="44"/>
                    <a:pt x="53" y="87"/>
                  </a:cubicBezTo>
                  <a:lnTo>
                    <a:pt x="53" y="87"/>
                  </a:lnTo>
                  <a:cubicBezTo>
                    <a:pt x="58" y="79"/>
                    <a:pt x="65" y="75"/>
                    <a:pt x="74" y="75"/>
                  </a:cubicBezTo>
                  <a:cubicBezTo>
                    <a:pt x="74" y="75"/>
                    <a:pt x="74" y="38"/>
                    <a:pt x="148" y="1"/>
                  </a:cubicBezTo>
                  <a:close/>
                  <a:moveTo>
                    <a:pt x="53" y="87"/>
                  </a:moveTo>
                  <a:lnTo>
                    <a:pt x="53" y="87"/>
                  </a:lnTo>
                  <a:cubicBezTo>
                    <a:pt x="50" y="91"/>
                    <a:pt x="48" y="95"/>
                    <a:pt x="46" y="100"/>
                  </a:cubicBezTo>
                  <a:lnTo>
                    <a:pt x="46" y="100"/>
                  </a:lnTo>
                  <a:cubicBezTo>
                    <a:pt x="48" y="96"/>
                    <a:pt x="51" y="91"/>
                    <a:pt x="53" y="87"/>
                  </a:cubicBezTo>
                  <a:close/>
                  <a:moveTo>
                    <a:pt x="46" y="100"/>
                  </a:moveTo>
                  <a:cubicBezTo>
                    <a:pt x="13" y="172"/>
                    <a:pt x="0" y="277"/>
                    <a:pt x="0" y="408"/>
                  </a:cubicBezTo>
                  <a:cubicBezTo>
                    <a:pt x="0" y="777"/>
                    <a:pt x="370" y="962"/>
                    <a:pt x="444" y="999"/>
                  </a:cubicBezTo>
                  <a:lnTo>
                    <a:pt x="481" y="999"/>
                  </a:lnTo>
                  <a:cubicBezTo>
                    <a:pt x="596" y="1026"/>
                    <a:pt x="694" y="1037"/>
                    <a:pt x="778" y="1037"/>
                  </a:cubicBezTo>
                  <a:cubicBezTo>
                    <a:pt x="1048" y="1037"/>
                    <a:pt x="1182" y="918"/>
                    <a:pt x="1294" y="777"/>
                  </a:cubicBezTo>
                  <a:lnTo>
                    <a:pt x="1294" y="777"/>
                  </a:lnTo>
                  <a:cubicBezTo>
                    <a:pt x="1294" y="777"/>
                    <a:pt x="1109" y="962"/>
                    <a:pt x="1072" y="962"/>
                  </a:cubicBezTo>
                  <a:cubicBezTo>
                    <a:pt x="925" y="962"/>
                    <a:pt x="999" y="851"/>
                    <a:pt x="999" y="740"/>
                  </a:cubicBezTo>
                  <a:cubicBezTo>
                    <a:pt x="962" y="740"/>
                    <a:pt x="962" y="777"/>
                    <a:pt x="925" y="851"/>
                  </a:cubicBezTo>
                  <a:cubicBezTo>
                    <a:pt x="898" y="877"/>
                    <a:pt x="854" y="903"/>
                    <a:pt x="817" y="903"/>
                  </a:cubicBezTo>
                  <a:cubicBezTo>
                    <a:pt x="802" y="903"/>
                    <a:pt x="788" y="899"/>
                    <a:pt x="777" y="888"/>
                  </a:cubicBezTo>
                  <a:cubicBezTo>
                    <a:pt x="703" y="888"/>
                    <a:pt x="703" y="777"/>
                    <a:pt x="703" y="703"/>
                  </a:cubicBezTo>
                  <a:cubicBezTo>
                    <a:pt x="703" y="685"/>
                    <a:pt x="703" y="676"/>
                    <a:pt x="694" y="676"/>
                  </a:cubicBezTo>
                  <a:cubicBezTo>
                    <a:pt x="684" y="676"/>
                    <a:pt x="666" y="685"/>
                    <a:pt x="629" y="703"/>
                  </a:cubicBezTo>
                  <a:cubicBezTo>
                    <a:pt x="629" y="740"/>
                    <a:pt x="629" y="740"/>
                    <a:pt x="592" y="777"/>
                  </a:cubicBezTo>
                  <a:cubicBezTo>
                    <a:pt x="585" y="784"/>
                    <a:pt x="575" y="787"/>
                    <a:pt x="564" y="787"/>
                  </a:cubicBezTo>
                  <a:cubicBezTo>
                    <a:pt x="515" y="787"/>
                    <a:pt x="437" y="733"/>
                    <a:pt x="407" y="703"/>
                  </a:cubicBezTo>
                  <a:cubicBezTo>
                    <a:pt x="370" y="666"/>
                    <a:pt x="370" y="555"/>
                    <a:pt x="333" y="518"/>
                  </a:cubicBezTo>
                  <a:lnTo>
                    <a:pt x="333" y="555"/>
                  </a:lnTo>
                  <a:cubicBezTo>
                    <a:pt x="333" y="588"/>
                    <a:pt x="274" y="709"/>
                    <a:pt x="209" y="709"/>
                  </a:cubicBezTo>
                  <a:cubicBezTo>
                    <a:pt x="201" y="709"/>
                    <a:pt x="193" y="707"/>
                    <a:pt x="185" y="703"/>
                  </a:cubicBezTo>
                  <a:cubicBezTo>
                    <a:pt x="74" y="629"/>
                    <a:pt x="74" y="518"/>
                    <a:pt x="37" y="444"/>
                  </a:cubicBezTo>
                  <a:cubicBezTo>
                    <a:pt x="37" y="371"/>
                    <a:pt x="0" y="260"/>
                    <a:pt x="37" y="186"/>
                  </a:cubicBezTo>
                  <a:cubicBezTo>
                    <a:pt x="37" y="163"/>
                    <a:pt x="37" y="125"/>
                    <a:pt x="46" y="1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56;p51">
              <a:extLst>
                <a:ext uri="{FF2B5EF4-FFF2-40B4-BE49-F238E27FC236}">
                  <a16:creationId xmlns:a16="http://schemas.microsoft.com/office/drawing/2014/main" id="{8F9E52DD-B5C1-6BB3-7C61-36A285199982}"/>
                </a:ext>
              </a:extLst>
            </p:cNvPr>
            <p:cNvSpPr/>
            <p:nvPr/>
          </p:nvSpPr>
          <p:spPr>
            <a:xfrm>
              <a:off x="3582150" y="1239100"/>
              <a:ext cx="36075" cy="48075"/>
            </a:xfrm>
            <a:custGeom>
              <a:avLst/>
              <a:gdLst/>
              <a:ahLst/>
              <a:cxnLst/>
              <a:rect l="l" t="t" r="r" b="b"/>
              <a:pathLst>
                <a:path w="1443" h="1923" extrusionOk="0">
                  <a:moveTo>
                    <a:pt x="777" y="0"/>
                  </a:moveTo>
                  <a:lnTo>
                    <a:pt x="740" y="296"/>
                  </a:lnTo>
                  <a:cubicBezTo>
                    <a:pt x="708" y="291"/>
                    <a:pt x="675" y="289"/>
                    <a:pt x="644" y="289"/>
                  </a:cubicBezTo>
                  <a:cubicBezTo>
                    <a:pt x="420" y="289"/>
                    <a:pt x="218" y="402"/>
                    <a:pt x="186" y="629"/>
                  </a:cubicBezTo>
                  <a:cubicBezTo>
                    <a:pt x="112" y="1109"/>
                    <a:pt x="925" y="1109"/>
                    <a:pt x="888" y="1294"/>
                  </a:cubicBezTo>
                  <a:cubicBezTo>
                    <a:pt x="870" y="1331"/>
                    <a:pt x="823" y="1340"/>
                    <a:pt x="777" y="1340"/>
                  </a:cubicBezTo>
                  <a:cubicBezTo>
                    <a:pt x="731" y="1340"/>
                    <a:pt x="685" y="1331"/>
                    <a:pt x="666" y="1331"/>
                  </a:cubicBezTo>
                  <a:cubicBezTo>
                    <a:pt x="555" y="1331"/>
                    <a:pt x="481" y="1294"/>
                    <a:pt x="481" y="1146"/>
                  </a:cubicBezTo>
                  <a:lnTo>
                    <a:pt x="38" y="1035"/>
                  </a:lnTo>
                  <a:lnTo>
                    <a:pt x="38" y="1035"/>
                  </a:lnTo>
                  <a:cubicBezTo>
                    <a:pt x="1" y="1331"/>
                    <a:pt x="223" y="1479"/>
                    <a:pt x="518" y="1553"/>
                  </a:cubicBezTo>
                  <a:lnTo>
                    <a:pt x="407" y="1886"/>
                  </a:lnTo>
                  <a:lnTo>
                    <a:pt x="703" y="1923"/>
                  </a:lnTo>
                  <a:lnTo>
                    <a:pt x="740" y="1590"/>
                  </a:lnTo>
                  <a:cubicBezTo>
                    <a:pt x="810" y="1607"/>
                    <a:pt x="878" y="1617"/>
                    <a:pt x="941" y="1617"/>
                  </a:cubicBezTo>
                  <a:cubicBezTo>
                    <a:pt x="1146" y="1617"/>
                    <a:pt x="1303" y="1520"/>
                    <a:pt x="1332" y="1294"/>
                  </a:cubicBezTo>
                  <a:cubicBezTo>
                    <a:pt x="1443" y="777"/>
                    <a:pt x="592" y="814"/>
                    <a:pt x="666" y="629"/>
                  </a:cubicBezTo>
                  <a:cubicBezTo>
                    <a:pt x="666" y="592"/>
                    <a:pt x="694" y="583"/>
                    <a:pt x="731" y="583"/>
                  </a:cubicBezTo>
                  <a:cubicBezTo>
                    <a:pt x="768" y="583"/>
                    <a:pt x="814" y="592"/>
                    <a:pt x="851" y="592"/>
                  </a:cubicBezTo>
                  <a:cubicBezTo>
                    <a:pt x="888" y="592"/>
                    <a:pt x="962" y="629"/>
                    <a:pt x="962" y="740"/>
                  </a:cubicBezTo>
                  <a:lnTo>
                    <a:pt x="1406" y="814"/>
                  </a:lnTo>
                  <a:cubicBezTo>
                    <a:pt x="1443" y="592"/>
                    <a:pt x="1258" y="407"/>
                    <a:pt x="962" y="370"/>
                  </a:cubicBezTo>
                  <a:lnTo>
                    <a:pt x="1073" y="37"/>
                  </a:lnTo>
                  <a:lnTo>
                    <a:pt x="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57;p51">
              <a:extLst>
                <a:ext uri="{FF2B5EF4-FFF2-40B4-BE49-F238E27FC236}">
                  <a16:creationId xmlns:a16="http://schemas.microsoft.com/office/drawing/2014/main" id="{0AE87A74-B4FC-03D9-561A-5E6020442251}"/>
                </a:ext>
              </a:extLst>
            </p:cNvPr>
            <p:cNvSpPr/>
            <p:nvPr/>
          </p:nvSpPr>
          <p:spPr>
            <a:xfrm>
              <a:off x="3595100" y="1211375"/>
              <a:ext cx="26875" cy="11375"/>
            </a:xfrm>
            <a:custGeom>
              <a:avLst/>
              <a:gdLst/>
              <a:ahLst/>
              <a:cxnLst/>
              <a:rect l="l" t="t" r="r" b="b"/>
              <a:pathLst>
                <a:path w="1075" h="455" extrusionOk="0">
                  <a:moveTo>
                    <a:pt x="1072" y="185"/>
                  </a:moveTo>
                  <a:lnTo>
                    <a:pt x="1072" y="185"/>
                  </a:lnTo>
                  <a:lnTo>
                    <a:pt x="1072" y="185"/>
                  </a:lnTo>
                  <a:cubicBezTo>
                    <a:pt x="1075" y="185"/>
                    <a:pt x="1075" y="185"/>
                    <a:pt x="1072" y="185"/>
                  </a:cubicBezTo>
                  <a:close/>
                  <a:moveTo>
                    <a:pt x="74" y="0"/>
                  </a:moveTo>
                  <a:lnTo>
                    <a:pt x="0" y="222"/>
                  </a:lnTo>
                  <a:cubicBezTo>
                    <a:pt x="0" y="222"/>
                    <a:pt x="74" y="370"/>
                    <a:pt x="444" y="444"/>
                  </a:cubicBezTo>
                  <a:cubicBezTo>
                    <a:pt x="518" y="451"/>
                    <a:pt x="587" y="454"/>
                    <a:pt x="651" y="454"/>
                  </a:cubicBezTo>
                  <a:cubicBezTo>
                    <a:pt x="907" y="454"/>
                    <a:pt x="1072" y="407"/>
                    <a:pt x="1072" y="407"/>
                  </a:cubicBezTo>
                  <a:lnTo>
                    <a:pt x="1072" y="185"/>
                  </a:lnTo>
                  <a:lnTo>
                    <a:pt x="1072" y="185"/>
                  </a:lnTo>
                  <a:cubicBezTo>
                    <a:pt x="1066" y="186"/>
                    <a:pt x="1040" y="187"/>
                    <a:pt x="1000" y="187"/>
                  </a:cubicBezTo>
                  <a:cubicBezTo>
                    <a:pt x="837" y="187"/>
                    <a:pt x="435" y="167"/>
                    <a:pt x="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58;p51">
              <a:extLst>
                <a:ext uri="{FF2B5EF4-FFF2-40B4-BE49-F238E27FC236}">
                  <a16:creationId xmlns:a16="http://schemas.microsoft.com/office/drawing/2014/main" id="{7393D7E1-352C-C7AB-3523-EECD51BD4D2C}"/>
                </a:ext>
              </a:extLst>
            </p:cNvPr>
            <p:cNvSpPr/>
            <p:nvPr/>
          </p:nvSpPr>
          <p:spPr>
            <a:xfrm>
              <a:off x="3502675" y="1245000"/>
              <a:ext cx="95225" cy="102750"/>
            </a:xfrm>
            <a:custGeom>
              <a:avLst/>
              <a:gdLst/>
              <a:ahLst/>
              <a:cxnLst/>
              <a:rect l="l" t="t" r="r" b="b"/>
              <a:pathLst>
                <a:path w="3809" h="4110" extrusionOk="0">
                  <a:moveTo>
                    <a:pt x="1323" y="1"/>
                  </a:moveTo>
                  <a:cubicBezTo>
                    <a:pt x="1204" y="1"/>
                    <a:pt x="1094" y="20"/>
                    <a:pt x="998" y="60"/>
                  </a:cubicBezTo>
                  <a:cubicBezTo>
                    <a:pt x="998" y="60"/>
                    <a:pt x="592" y="356"/>
                    <a:pt x="333" y="762"/>
                  </a:cubicBezTo>
                  <a:cubicBezTo>
                    <a:pt x="37" y="1132"/>
                    <a:pt x="0" y="2093"/>
                    <a:pt x="148" y="2722"/>
                  </a:cubicBezTo>
                  <a:cubicBezTo>
                    <a:pt x="259" y="3313"/>
                    <a:pt x="259" y="3831"/>
                    <a:pt x="592" y="4016"/>
                  </a:cubicBezTo>
                  <a:cubicBezTo>
                    <a:pt x="693" y="4083"/>
                    <a:pt x="832" y="4110"/>
                    <a:pt x="992" y="4110"/>
                  </a:cubicBezTo>
                  <a:cubicBezTo>
                    <a:pt x="1360" y="4110"/>
                    <a:pt x="1844" y="3971"/>
                    <a:pt x="2255" y="3868"/>
                  </a:cubicBezTo>
                  <a:cubicBezTo>
                    <a:pt x="2847" y="3720"/>
                    <a:pt x="3660" y="3277"/>
                    <a:pt x="3734" y="2981"/>
                  </a:cubicBezTo>
                  <a:cubicBezTo>
                    <a:pt x="3808" y="2722"/>
                    <a:pt x="3217" y="1132"/>
                    <a:pt x="2736" y="689"/>
                  </a:cubicBezTo>
                  <a:cubicBezTo>
                    <a:pt x="2301" y="254"/>
                    <a:pt x="1753" y="1"/>
                    <a:pt x="13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59;p51">
              <a:extLst>
                <a:ext uri="{FF2B5EF4-FFF2-40B4-BE49-F238E27FC236}">
                  <a16:creationId xmlns:a16="http://schemas.microsoft.com/office/drawing/2014/main" id="{E2331935-1368-4478-C72E-185A2B086EDB}"/>
                </a:ext>
              </a:extLst>
            </p:cNvPr>
            <p:cNvSpPr/>
            <p:nvPr/>
          </p:nvSpPr>
          <p:spPr>
            <a:xfrm>
              <a:off x="3502675" y="1255725"/>
              <a:ext cx="93375" cy="90625"/>
            </a:xfrm>
            <a:custGeom>
              <a:avLst/>
              <a:gdLst/>
              <a:ahLst/>
              <a:cxnLst/>
              <a:rect l="l" t="t" r="r" b="b"/>
              <a:pathLst>
                <a:path w="3735" h="3625" extrusionOk="0">
                  <a:moveTo>
                    <a:pt x="555" y="1"/>
                  </a:moveTo>
                  <a:cubicBezTo>
                    <a:pt x="444" y="112"/>
                    <a:pt x="407" y="186"/>
                    <a:pt x="333" y="297"/>
                  </a:cubicBezTo>
                  <a:cubicBezTo>
                    <a:pt x="37" y="666"/>
                    <a:pt x="0" y="1627"/>
                    <a:pt x="148" y="2219"/>
                  </a:cubicBezTo>
                  <a:cubicBezTo>
                    <a:pt x="259" y="2848"/>
                    <a:pt x="259" y="3328"/>
                    <a:pt x="592" y="3513"/>
                  </a:cubicBezTo>
                  <a:cubicBezTo>
                    <a:pt x="696" y="3594"/>
                    <a:pt x="840" y="3624"/>
                    <a:pt x="1007" y="3624"/>
                  </a:cubicBezTo>
                  <a:cubicBezTo>
                    <a:pt x="1373" y="3624"/>
                    <a:pt x="1849" y="3478"/>
                    <a:pt x="2255" y="3402"/>
                  </a:cubicBezTo>
                  <a:cubicBezTo>
                    <a:pt x="2847" y="3254"/>
                    <a:pt x="3660" y="2774"/>
                    <a:pt x="3734" y="2515"/>
                  </a:cubicBezTo>
                  <a:lnTo>
                    <a:pt x="3734" y="2219"/>
                  </a:lnTo>
                  <a:cubicBezTo>
                    <a:pt x="3586" y="2515"/>
                    <a:pt x="3365" y="2737"/>
                    <a:pt x="3032" y="2737"/>
                  </a:cubicBezTo>
                  <a:cubicBezTo>
                    <a:pt x="2921" y="2737"/>
                    <a:pt x="2773" y="2737"/>
                    <a:pt x="2625" y="2700"/>
                  </a:cubicBezTo>
                  <a:cubicBezTo>
                    <a:pt x="2496" y="2644"/>
                    <a:pt x="2394" y="2616"/>
                    <a:pt x="2288" y="2616"/>
                  </a:cubicBezTo>
                  <a:cubicBezTo>
                    <a:pt x="2182" y="2616"/>
                    <a:pt x="2071" y="2644"/>
                    <a:pt x="1923" y="2700"/>
                  </a:cubicBezTo>
                  <a:cubicBezTo>
                    <a:pt x="1768" y="2751"/>
                    <a:pt x="1614" y="2820"/>
                    <a:pt x="1435" y="2820"/>
                  </a:cubicBezTo>
                  <a:cubicBezTo>
                    <a:pt x="1356" y="2820"/>
                    <a:pt x="1273" y="2807"/>
                    <a:pt x="1183" y="2774"/>
                  </a:cubicBezTo>
                  <a:cubicBezTo>
                    <a:pt x="961" y="2737"/>
                    <a:pt x="777" y="2515"/>
                    <a:pt x="740" y="2293"/>
                  </a:cubicBezTo>
                  <a:cubicBezTo>
                    <a:pt x="703" y="2108"/>
                    <a:pt x="703" y="1960"/>
                    <a:pt x="777" y="1812"/>
                  </a:cubicBezTo>
                  <a:cubicBezTo>
                    <a:pt x="888" y="1590"/>
                    <a:pt x="814" y="1443"/>
                    <a:pt x="703" y="1221"/>
                  </a:cubicBezTo>
                  <a:cubicBezTo>
                    <a:pt x="555" y="999"/>
                    <a:pt x="444" y="740"/>
                    <a:pt x="407" y="444"/>
                  </a:cubicBezTo>
                  <a:cubicBezTo>
                    <a:pt x="407" y="297"/>
                    <a:pt x="444" y="149"/>
                    <a:pt x="5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60;p51">
              <a:extLst>
                <a:ext uri="{FF2B5EF4-FFF2-40B4-BE49-F238E27FC236}">
                  <a16:creationId xmlns:a16="http://schemas.microsoft.com/office/drawing/2014/main" id="{60A9915C-32E7-C7F4-78C7-8A61A8C7D49B}"/>
                </a:ext>
              </a:extLst>
            </p:cNvPr>
            <p:cNvSpPr/>
            <p:nvPr/>
          </p:nvSpPr>
          <p:spPr>
            <a:xfrm>
              <a:off x="3503125" y="1224300"/>
              <a:ext cx="40950" cy="25950"/>
            </a:xfrm>
            <a:custGeom>
              <a:avLst/>
              <a:gdLst/>
              <a:ahLst/>
              <a:cxnLst/>
              <a:rect l="l" t="t" r="r" b="b"/>
              <a:pathLst>
                <a:path w="1638" h="1038" extrusionOk="0">
                  <a:moveTo>
                    <a:pt x="1433" y="0"/>
                  </a:moveTo>
                  <a:cubicBezTo>
                    <a:pt x="1396" y="0"/>
                    <a:pt x="1356" y="12"/>
                    <a:pt x="1313" y="38"/>
                  </a:cubicBezTo>
                  <a:cubicBezTo>
                    <a:pt x="1176" y="93"/>
                    <a:pt x="1161" y="189"/>
                    <a:pt x="1117" y="189"/>
                  </a:cubicBezTo>
                  <a:cubicBezTo>
                    <a:pt x="1102" y="189"/>
                    <a:pt x="1083" y="177"/>
                    <a:pt x="1054" y="149"/>
                  </a:cubicBezTo>
                  <a:cubicBezTo>
                    <a:pt x="963" y="103"/>
                    <a:pt x="857" y="71"/>
                    <a:pt x="764" y="71"/>
                  </a:cubicBezTo>
                  <a:cubicBezTo>
                    <a:pt x="706" y="71"/>
                    <a:pt x="653" y="83"/>
                    <a:pt x="611" y="112"/>
                  </a:cubicBezTo>
                  <a:cubicBezTo>
                    <a:pt x="550" y="203"/>
                    <a:pt x="539" y="269"/>
                    <a:pt x="434" y="269"/>
                  </a:cubicBezTo>
                  <a:cubicBezTo>
                    <a:pt x="412" y="269"/>
                    <a:pt x="385" y="266"/>
                    <a:pt x="352" y="260"/>
                  </a:cubicBezTo>
                  <a:cubicBezTo>
                    <a:pt x="336" y="256"/>
                    <a:pt x="321" y="255"/>
                    <a:pt x="306" y="255"/>
                  </a:cubicBezTo>
                  <a:cubicBezTo>
                    <a:pt x="139" y="255"/>
                    <a:pt x="1" y="438"/>
                    <a:pt x="204" y="777"/>
                  </a:cubicBezTo>
                  <a:cubicBezTo>
                    <a:pt x="352" y="1014"/>
                    <a:pt x="736" y="1037"/>
                    <a:pt x="884" y="1037"/>
                  </a:cubicBezTo>
                  <a:cubicBezTo>
                    <a:pt x="921" y="1037"/>
                    <a:pt x="943" y="1036"/>
                    <a:pt x="943" y="1036"/>
                  </a:cubicBezTo>
                  <a:cubicBezTo>
                    <a:pt x="1535" y="814"/>
                    <a:pt x="1535" y="518"/>
                    <a:pt x="1609" y="333"/>
                  </a:cubicBezTo>
                  <a:cubicBezTo>
                    <a:pt x="1637" y="134"/>
                    <a:pt x="1556" y="0"/>
                    <a:pt x="14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61;p51">
              <a:extLst>
                <a:ext uri="{FF2B5EF4-FFF2-40B4-BE49-F238E27FC236}">
                  <a16:creationId xmlns:a16="http://schemas.microsoft.com/office/drawing/2014/main" id="{789350BF-7358-C272-B843-F72C1CBF1CE7}"/>
                </a:ext>
              </a:extLst>
            </p:cNvPr>
            <p:cNvSpPr/>
            <p:nvPr/>
          </p:nvSpPr>
          <p:spPr>
            <a:xfrm>
              <a:off x="3504525" y="1231700"/>
              <a:ext cx="37000" cy="18000"/>
            </a:xfrm>
            <a:custGeom>
              <a:avLst/>
              <a:gdLst/>
              <a:ahLst/>
              <a:cxnLst/>
              <a:rect l="l" t="t" r="r" b="b"/>
              <a:pathLst>
                <a:path w="1480" h="720" extrusionOk="0">
                  <a:moveTo>
                    <a:pt x="74" y="1"/>
                  </a:moveTo>
                  <a:lnTo>
                    <a:pt x="74" y="1"/>
                  </a:lnTo>
                  <a:cubicBezTo>
                    <a:pt x="0" y="74"/>
                    <a:pt x="0" y="222"/>
                    <a:pt x="148" y="407"/>
                  </a:cubicBezTo>
                  <a:cubicBezTo>
                    <a:pt x="287" y="657"/>
                    <a:pt x="550" y="719"/>
                    <a:pt x="736" y="719"/>
                  </a:cubicBezTo>
                  <a:cubicBezTo>
                    <a:pt x="797" y="719"/>
                    <a:pt x="851" y="712"/>
                    <a:pt x="887" y="703"/>
                  </a:cubicBezTo>
                  <a:lnTo>
                    <a:pt x="924" y="703"/>
                  </a:lnTo>
                  <a:cubicBezTo>
                    <a:pt x="1405" y="518"/>
                    <a:pt x="1479" y="333"/>
                    <a:pt x="1479" y="75"/>
                  </a:cubicBezTo>
                  <a:lnTo>
                    <a:pt x="1479" y="75"/>
                  </a:lnTo>
                  <a:cubicBezTo>
                    <a:pt x="1479" y="148"/>
                    <a:pt x="1405" y="296"/>
                    <a:pt x="1368" y="333"/>
                  </a:cubicBezTo>
                  <a:cubicBezTo>
                    <a:pt x="1347" y="344"/>
                    <a:pt x="1330" y="348"/>
                    <a:pt x="1316" y="348"/>
                  </a:cubicBezTo>
                  <a:cubicBezTo>
                    <a:pt x="1229" y="348"/>
                    <a:pt x="1252" y="180"/>
                    <a:pt x="1220" y="148"/>
                  </a:cubicBezTo>
                  <a:cubicBezTo>
                    <a:pt x="1183" y="148"/>
                    <a:pt x="1183" y="222"/>
                    <a:pt x="1183" y="222"/>
                  </a:cubicBezTo>
                  <a:cubicBezTo>
                    <a:pt x="1183" y="296"/>
                    <a:pt x="1109" y="370"/>
                    <a:pt x="1072" y="370"/>
                  </a:cubicBezTo>
                  <a:cubicBezTo>
                    <a:pt x="1058" y="377"/>
                    <a:pt x="1044" y="380"/>
                    <a:pt x="1030" y="380"/>
                  </a:cubicBezTo>
                  <a:cubicBezTo>
                    <a:pt x="972" y="380"/>
                    <a:pt x="917" y="326"/>
                    <a:pt x="887" y="296"/>
                  </a:cubicBezTo>
                  <a:lnTo>
                    <a:pt x="851" y="296"/>
                  </a:lnTo>
                  <a:cubicBezTo>
                    <a:pt x="851" y="333"/>
                    <a:pt x="887" y="333"/>
                    <a:pt x="851" y="370"/>
                  </a:cubicBezTo>
                  <a:cubicBezTo>
                    <a:pt x="814" y="407"/>
                    <a:pt x="703" y="407"/>
                    <a:pt x="666" y="407"/>
                  </a:cubicBezTo>
                  <a:cubicBezTo>
                    <a:pt x="629" y="407"/>
                    <a:pt x="555" y="333"/>
                    <a:pt x="518" y="333"/>
                  </a:cubicBezTo>
                  <a:lnTo>
                    <a:pt x="518" y="370"/>
                  </a:lnTo>
                  <a:cubicBezTo>
                    <a:pt x="518" y="407"/>
                    <a:pt x="555" y="555"/>
                    <a:pt x="481" y="555"/>
                  </a:cubicBezTo>
                  <a:cubicBezTo>
                    <a:pt x="370" y="555"/>
                    <a:pt x="296" y="444"/>
                    <a:pt x="259" y="407"/>
                  </a:cubicBezTo>
                  <a:cubicBezTo>
                    <a:pt x="185" y="370"/>
                    <a:pt x="148" y="296"/>
                    <a:pt x="111" y="185"/>
                  </a:cubicBezTo>
                  <a:cubicBezTo>
                    <a:pt x="111" y="148"/>
                    <a:pt x="111" y="148"/>
                    <a:pt x="74" y="74"/>
                  </a:cubicBezTo>
                  <a:lnTo>
                    <a:pt x="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62;p51">
              <a:extLst>
                <a:ext uri="{FF2B5EF4-FFF2-40B4-BE49-F238E27FC236}">
                  <a16:creationId xmlns:a16="http://schemas.microsoft.com/office/drawing/2014/main" id="{E1F5081D-305A-0D98-CFA1-7BCB68B01E92}"/>
                </a:ext>
              </a:extLst>
            </p:cNvPr>
            <p:cNvSpPr/>
            <p:nvPr/>
          </p:nvSpPr>
          <p:spPr>
            <a:xfrm>
              <a:off x="3526700" y="1269600"/>
              <a:ext cx="37925" cy="49925"/>
            </a:xfrm>
            <a:custGeom>
              <a:avLst/>
              <a:gdLst/>
              <a:ahLst/>
              <a:cxnLst/>
              <a:rect l="l" t="t" r="r" b="b"/>
              <a:pathLst>
                <a:path w="1517" h="1997" extrusionOk="0">
                  <a:moveTo>
                    <a:pt x="518" y="0"/>
                  </a:moveTo>
                  <a:lnTo>
                    <a:pt x="296" y="111"/>
                  </a:lnTo>
                  <a:lnTo>
                    <a:pt x="407" y="444"/>
                  </a:lnTo>
                  <a:cubicBezTo>
                    <a:pt x="185" y="518"/>
                    <a:pt x="0" y="703"/>
                    <a:pt x="111" y="999"/>
                  </a:cubicBezTo>
                  <a:cubicBezTo>
                    <a:pt x="155" y="1171"/>
                    <a:pt x="293" y="1215"/>
                    <a:pt x="451" y="1215"/>
                  </a:cubicBezTo>
                  <a:cubicBezTo>
                    <a:pt x="612" y="1215"/>
                    <a:pt x="794" y="1169"/>
                    <a:pt x="913" y="1169"/>
                  </a:cubicBezTo>
                  <a:cubicBezTo>
                    <a:pt x="975" y="1169"/>
                    <a:pt x="1020" y="1182"/>
                    <a:pt x="1036" y="1220"/>
                  </a:cubicBezTo>
                  <a:cubicBezTo>
                    <a:pt x="1073" y="1294"/>
                    <a:pt x="925" y="1368"/>
                    <a:pt x="888" y="1368"/>
                  </a:cubicBezTo>
                  <a:cubicBezTo>
                    <a:pt x="874" y="1382"/>
                    <a:pt x="846" y="1390"/>
                    <a:pt x="813" y="1390"/>
                  </a:cubicBezTo>
                  <a:cubicBezTo>
                    <a:pt x="757" y="1390"/>
                    <a:pt x="689" y="1365"/>
                    <a:pt x="666" y="1294"/>
                  </a:cubicBezTo>
                  <a:lnTo>
                    <a:pt x="222" y="1442"/>
                  </a:lnTo>
                  <a:cubicBezTo>
                    <a:pt x="296" y="1639"/>
                    <a:pt x="436" y="1705"/>
                    <a:pt x="608" y="1705"/>
                  </a:cubicBezTo>
                  <a:cubicBezTo>
                    <a:pt x="695" y="1705"/>
                    <a:pt x="789" y="1689"/>
                    <a:pt x="888" y="1664"/>
                  </a:cubicBezTo>
                  <a:lnTo>
                    <a:pt x="962" y="1997"/>
                  </a:lnTo>
                  <a:lnTo>
                    <a:pt x="1221" y="1923"/>
                  </a:lnTo>
                  <a:lnTo>
                    <a:pt x="1073" y="1590"/>
                  </a:lnTo>
                  <a:cubicBezTo>
                    <a:pt x="1331" y="1442"/>
                    <a:pt x="1516" y="1257"/>
                    <a:pt x="1442" y="999"/>
                  </a:cubicBezTo>
                  <a:cubicBezTo>
                    <a:pt x="1383" y="789"/>
                    <a:pt x="1226" y="737"/>
                    <a:pt x="1058" y="737"/>
                  </a:cubicBezTo>
                  <a:cubicBezTo>
                    <a:pt x="892" y="737"/>
                    <a:pt x="715" y="788"/>
                    <a:pt x="610" y="788"/>
                  </a:cubicBezTo>
                  <a:cubicBezTo>
                    <a:pt x="559" y="788"/>
                    <a:pt x="525" y="776"/>
                    <a:pt x="518" y="740"/>
                  </a:cubicBezTo>
                  <a:cubicBezTo>
                    <a:pt x="518" y="666"/>
                    <a:pt x="592" y="629"/>
                    <a:pt x="666" y="629"/>
                  </a:cubicBezTo>
                  <a:cubicBezTo>
                    <a:pt x="683" y="596"/>
                    <a:pt x="707" y="577"/>
                    <a:pt x="735" y="577"/>
                  </a:cubicBezTo>
                  <a:cubicBezTo>
                    <a:pt x="769" y="577"/>
                    <a:pt x="810" y="605"/>
                    <a:pt x="851" y="666"/>
                  </a:cubicBezTo>
                  <a:lnTo>
                    <a:pt x="1257" y="518"/>
                  </a:lnTo>
                  <a:cubicBezTo>
                    <a:pt x="1177" y="330"/>
                    <a:pt x="1038" y="279"/>
                    <a:pt x="869" y="279"/>
                  </a:cubicBezTo>
                  <a:cubicBezTo>
                    <a:pt x="805" y="279"/>
                    <a:pt x="737" y="286"/>
                    <a:pt x="666" y="296"/>
                  </a:cubicBezTo>
                  <a:lnTo>
                    <a:pt x="5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63;p51">
              <a:extLst>
                <a:ext uri="{FF2B5EF4-FFF2-40B4-BE49-F238E27FC236}">
                  <a16:creationId xmlns:a16="http://schemas.microsoft.com/office/drawing/2014/main" id="{6A43E740-A6E0-7D85-1201-F2A2C8C10617}"/>
                </a:ext>
              </a:extLst>
            </p:cNvPr>
            <p:cNvSpPr/>
            <p:nvPr/>
          </p:nvSpPr>
          <p:spPr>
            <a:xfrm>
              <a:off x="3516525" y="1240950"/>
              <a:ext cx="25900" cy="15800"/>
            </a:xfrm>
            <a:custGeom>
              <a:avLst/>
              <a:gdLst/>
              <a:ahLst/>
              <a:cxnLst/>
              <a:rect l="l" t="t" r="r" b="b"/>
              <a:pathLst>
                <a:path w="1036" h="632" extrusionOk="0">
                  <a:moveTo>
                    <a:pt x="962" y="0"/>
                  </a:moveTo>
                  <a:cubicBezTo>
                    <a:pt x="962" y="0"/>
                    <a:pt x="518" y="296"/>
                    <a:pt x="1" y="333"/>
                  </a:cubicBezTo>
                  <a:lnTo>
                    <a:pt x="38" y="592"/>
                  </a:lnTo>
                  <a:cubicBezTo>
                    <a:pt x="38" y="592"/>
                    <a:pt x="104" y="632"/>
                    <a:pt x="229" y="632"/>
                  </a:cubicBezTo>
                  <a:cubicBezTo>
                    <a:pt x="313" y="632"/>
                    <a:pt x="422" y="614"/>
                    <a:pt x="555" y="555"/>
                  </a:cubicBezTo>
                  <a:cubicBezTo>
                    <a:pt x="925" y="407"/>
                    <a:pt x="1036" y="222"/>
                    <a:pt x="1036" y="222"/>
                  </a:cubicBezTo>
                  <a:lnTo>
                    <a:pt x="9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64;p51">
              <a:extLst>
                <a:ext uri="{FF2B5EF4-FFF2-40B4-BE49-F238E27FC236}">
                  <a16:creationId xmlns:a16="http://schemas.microsoft.com/office/drawing/2014/main" id="{2F067E28-6BA0-CF65-C84A-A6921B98F4BE}"/>
                </a:ext>
              </a:extLst>
            </p:cNvPr>
            <p:cNvSpPr/>
            <p:nvPr/>
          </p:nvSpPr>
          <p:spPr>
            <a:xfrm>
              <a:off x="3629300" y="1256525"/>
              <a:ext cx="101675" cy="88200"/>
            </a:xfrm>
            <a:custGeom>
              <a:avLst/>
              <a:gdLst/>
              <a:ahLst/>
              <a:cxnLst/>
              <a:rect l="l" t="t" r="r" b="b"/>
              <a:pathLst>
                <a:path w="4067" h="3528" extrusionOk="0">
                  <a:moveTo>
                    <a:pt x="960" y="0"/>
                  </a:moveTo>
                  <a:cubicBezTo>
                    <a:pt x="833" y="0"/>
                    <a:pt x="722" y="22"/>
                    <a:pt x="629" y="80"/>
                  </a:cubicBezTo>
                  <a:cubicBezTo>
                    <a:pt x="296" y="301"/>
                    <a:pt x="185" y="1041"/>
                    <a:pt x="111" y="1632"/>
                  </a:cubicBezTo>
                  <a:cubicBezTo>
                    <a:pt x="0" y="2298"/>
                    <a:pt x="111" y="3185"/>
                    <a:pt x="333" y="3370"/>
                  </a:cubicBezTo>
                  <a:cubicBezTo>
                    <a:pt x="444" y="3462"/>
                    <a:pt x="915" y="3527"/>
                    <a:pt x="1442" y="3527"/>
                  </a:cubicBezTo>
                  <a:cubicBezTo>
                    <a:pt x="1969" y="3527"/>
                    <a:pt x="2551" y="3462"/>
                    <a:pt x="2884" y="3296"/>
                  </a:cubicBezTo>
                  <a:cubicBezTo>
                    <a:pt x="3512" y="3000"/>
                    <a:pt x="4030" y="2446"/>
                    <a:pt x="4067" y="1965"/>
                  </a:cubicBezTo>
                  <a:cubicBezTo>
                    <a:pt x="4067" y="1965"/>
                    <a:pt x="3993" y="1448"/>
                    <a:pt x="3697" y="1078"/>
                  </a:cubicBezTo>
                  <a:cubicBezTo>
                    <a:pt x="3439" y="708"/>
                    <a:pt x="2588" y="265"/>
                    <a:pt x="1997" y="154"/>
                  </a:cubicBezTo>
                  <a:cubicBezTo>
                    <a:pt x="1591" y="103"/>
                    <a:pt x="1237" y="0"/>
                    <a:pt x="9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65;p51">
              <a:extLst>
                <a:ext uri="{FF2B5EF4-FFF2-40B4-BE49-F238E27FC236}">
                  <a16:creationId xmlns:a16="http://schemas.microsoft.com/office/drawing/2014/main" id="{1269FD69-1716-0DA0-A139-8C03C2A292F5}"/>
                </a:ext>
              </a:extLst>
            </p:cNvPr>
            <p:cNvSpPr/>
            <p:nvPr/>
          </p:nvSpPr>
          <p:spPr>
            <a:xfrm>
              <a:off x="3631150" y="1301025"/>
              <a:ext cx="99825" cy="43700"/>
            </a:xfrm>
            <a:custGeom>
              <a:avLst/>
              <a:gdLst/>
              <a:ahLst/>
              <a:cxnLst/>
              <a:rect l="l" t="t" r="r" b="b"/>
              <a:pathLst>
                <a:path w="3993" h="1748" extrusionOk="0">
                  <a:moveTo>
                    <a:pt x="37" y="0"/>
                  </a:moveTo>
                  <a:lnTo>
                    <a:pt x="37" y="0"/>
                  </a:lnTo>
                  <a:cubicBezTo>
                    <a:pt x="0" y="592"/>
                    <a:pt x="74" y="1368"/>
                    <a:pt x="259" y="1590"/>
                  </a:cubicBezTo>
                  <a:cubicBezTo>
                    <a:pt x="370" y="1682"/>
                    <a:pt x="841" y="1747"/>
                    <a:pt x="1368" y="1747"/>
                  </a:cubicBezTo>
                  <a:cubicBezTo>
                    <a:pt x="1895" y="1747"/>
                    <a:pt x="2477" y="1682"/>
                    <a:pt x="2810" y="1516"/>
                  </a:cubicBezTo>
                  <a:cubicBezTo>
                    <a:pt x="3438" y="1220"/>
                    <a:pt x="3956" y="666"/>
                    <a:pt x="3993" y="185"/>
                  </a:cubicBezTo>
                  <a:lnTo>
                    <a:pt x="3993" y="74"/>
                  </a:lnTo>
                  <a:cubicBezTo>
                    <a:pt x="3418" y="345"/>
                    <a:pt x="2874" y="523"/>
                    <a:pt x="2248" y="523"/>
                  </a:cubicBezTo>
                  <a:cubicBezTo>
                    <a:pt x="2189" y="523"/>
                    <a:pt x="2130" y="521"/>
                    <a:pt x="2071" y="518"/>
                  </a:cubicBezTo>
                  <a:cubicBezTo>
                    <a:pt x="1479" y="518"/>
                    <a:pt x="924" y="407"/>
                    <a:pt x="370" y="185"/>
                  </a:cubicBezTo>
                  <a:cubicBezTo>
                    <a:pt x="222" y="148"/>
                    <a:pt x="111" y="37"/>
                    <a:pt x="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66;p51">
              <a:extLst>
                <a:ext uri="{FF2B5EF4-FFF2-40B4-BE49-F238E27FC236}">
                  <a16:creationId xmlns:a16="http://schemas.microsoft.com/office/drawing/2014/main" id="{ADA69EBC-4E23-B8CF-16A0-D5E75944941B}"/>
                </a:ext>
              </a:extLst>
            </p:cNvPr>
            <p:cNvSpPr/>
            <p:nvPr/>
          </p:nvSpPr>
          <p:spPr>
            <a:xfrm>
              <a:off x="3726350" y="1287975"/>
              <a:ext cx="29325" cy="37900"/>
            </a:xfrm>
            <a:custGeom>
              <a:avLst/>
              <a:gdLst/>
              <a:ahLst/>
              <a:cxnLst/>
              <a:rect l="l" t="t" r="r" b="b"/>
              <a:pathLst>
                <a:path w="1173" h="1516" extrusionOk="0">
                  <a:moveTo>
                    <a:pt x="716" y="1"/>
                  </a:moveTo>
                  <a:cubicBezTo>
                    <a:pt x="688" y="1"/>
                    <a:pt x="659" y="2"/>
                    <a:pt x="629" y="5"/>
                  </a:cubicBezTo>
                  <a:cubicBezTo>
                    <a:pt x="185" y="116"/>
                    <a:pt x="74" y="633"/>
                    <a:pt x="74" y="633"/>
                  </a:cubicBezTo>
                  <a:cubicBezTo>
                    <a:pt x="0" y="1225"/>
                    <a:pt x="296" y="1373"/>
                    <a:pt x="444" y="1447"/>
                  </a:cubicBezTo>
                  <a:cubicBezTo>
                    <a:pt x="515" y="1494"/>
                    <a:pt x="583" y="1515"/>
                    <a:pt x="642" y="1515"/>
                  </a:cubicBezTo>
                  <a:cubicBezTo>
                    <a:pt x="766" y="1515"/>
                    <a:pt x="850" y="1424"/>
                    <a:pt x="850" y="1299"/>
                  </a:cubicBezTo>
                  <a:cubicBezTo>
                    <a:pt x="850" y="1114"/>
                    <a:pt x="703" y="1114"/>
                    <a:pt x="850" y="1040"/>
                  </a:cubicBezTo>
                  <a:cubicBezTo>
                    <a:pt x="998" y="929"/>
                    <a:pt x="1072" y="818"/>
                    <a:pt x="1035" y="670"/>
                  </a:cubicBezTo>
                  <a:cubicBezTo>
                    <a:pt x="998" y="522"/>
                    <a:pt x="924" y="485"/>
                    <a:pt x="1035" y="337"/>
                  </a:cubicBezTo>
                  <a:cubicBezTo>
                    <a:pt x="1172" y="201"/>
                    <a:pt x="1056" y="1"/>
                    <a:pt x="7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67;p51">
              <a:extLst>
                <a:ext uri="{FF2B5EF4-FFF2-40B4-BE49-F238E27FC236}">
                  <a16:creationId xmlns:a16="http://schemas.microsoft.com/office/drawing/2014/main" id="{90201A9A-3E4C-D0CF-976E-BD1DE18F556A}"/>
                </a:ext>
              </a:extLst>
            </p:cNvPr>
            <p:cNvSpPr/>
            <p:nvPr/>
          </p:nvSpPr>
          <p:spPr>
            <a:xfrm>
              <a:off x="3726350" y="1291425"/>
              <a:ext cx="25900" cy="33650"/>
            </a:xfrm>
            <a:custGeom>
              <a:avLst/>
              <a:gdLst/>
              <a:ahLst/>
              <a:cxnLst/>
              <a:rect l="l" t="t" r="r" b="b"/>
              <a:pathLst>
                <a:path w="1036" h="1346" extrusionOk="0">
                  <a:moveTo>
                    <a:pt x="781" y="1"/>
                  </a:moveTo>
                  <a:cubicBezTo>
                    <a:pt x="735" y="1"/>
                    <a:pt x="684" y="5"/>
                    <a:pt x="629" y="15"/>
                  </a:cubicBezTo>
                  <a:cubicBezTo>
                    <a:pt x="259" y="52"/>
                    <a:pt x="111" y="421"/>
                    <a:pt x="74" y="569"/>
                  </a:cubicBezTo>
                  <a:lnTo>
                    <a:pt x="74" y="606"/>
                  </a:lnTo>
                  <a:cubicBezTo>
                    <a:pt x="0" y="1124"/>
                    <a:pt x="185" y="1272"/>
                    <a:pt x="370" y="1346"/>
                  </a:cubicBezTo>
                  <a:cubicBezTo>
                    <a:pt x="370" y="1346"/>
                    <a:pt x="296" y="1124"/>
                    <a:pt x="259" y="1087"/>
                  </a:cubicBezTo>
                  <a:cubicBezTo>
                    <a:pt x="229" y="1028"/>
                    <a:pt x="241" y="1010"/>
                    <a:pt x="273" y="1010"/>
                  </a:cubicBezTo>
                  <a:cubicBezTo>
                    <a:pt x="321" y="1010"/>
                    <a:pt x="414" y="1050"/>
                    <a:pt x="481" y="1050"/>
                  </a:cubicBezTo>
                  <a:cubicBezTo>
                    <a:pt x="481" y="976"/>
                    <a:pt x="444" y="976"/>
                    <a:pt x="370" y="976"/>
                  </a:cubicBezTo>
                  <a:cubicBezTo>
                    <a:pt x="333" y="939"/>
                    <a:pt x="296" y="902"/>
                    <a:pt x="296" y="865"/>
                  </a:cubicBezTo>
                  <a:cubicBezTo>
                    <a:pt x="296" y="754"/>
                    <a:pt x="370" y="754"/>
                    <a:pt x="444" y="717"/>
                  </a:cubicBezTo>
                  <a:cubicBezTo>
                    <a:pt x="481" y="717"/>
                    <a:pt x="481" y="717"/>
                    <a:pt x="444" y="680"/>
                  </a:cubicBezTo>
                  <a:cubicBezTo>
                    <a:pt x="370" y="680"/>
                    <a:pt x="333" y="680"/>
                    <a:pt x="333" y="606"/>
                  </a:cubicBezTo>
                  <a:cubicBezTo>
                    <a:pt x="296" y="569"/>
                    <a:pt x="333" y="495"/>
                    <a:pt x="370" y="421"/>
                  </a:cubicBezTo>
                  <a:cubicBezTo>
                    <a:pt x="444" y="384"/>
                    <a:pt x="481" y="384"/>
                    <a:pt x="518" y="347"/>
                  </a:cubicBezTo>
                  <a:lnTo>
                    <a:pt x="481" y="347"/>
                  </a:lnTo>
                  <a:cubicBezTo>
                    <a:pt x="444" y="347"/>
                    <a:pt x="296" y="347"/>
                    <a:pt x="333" y="236"/>
                  </a:cubicBezTo>
                  <a:cubicBezTo>
                    <a:pt x="333" y="162"/>
                    <a:pt x="481" y="126"/>
                    <a:pt x="555" y="126"/>
                  </a:cubicBezTo>
                  <a:cubicBezTo>
                    <a:pt x="666" y="52"/>
                    <a:pt x="740" y="52"/>
                    <a:pt x="850" y="52"/>
                  </a:cubicBezTo>
                  <a:lnTo>
                    <a:pt x="924" y="52"/>
                  </a:lnTo>
                  <a:cubicBezTo>
                    <a:pt x="924" y="52"/>
                    <a:pt x="998" y="52"/>
                    <a:pt x="1035" y="126"/>
                  </a:cubicBezTo>
                  <a:cubicBezTo>
                    <a:pt x="1008" y="42"/>
                    <a:pt x="917" y="1"/>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68;p51">
              <a:extLst>
                <a:ext uri="{FF2B5EF4-FFF2-40B4-BE49-F238E27FC236}">
                  <a16:creationId xmlns:a16="http://schemas.microsoft.com/office/drawing/2014/main" id="{980C008B-AA20-B1D4-6F1D-8EDE32F4A7ED}"/>
                </a:ext>
              </a:extLst>
            </p:cNvPr>
            <p:cNvSpPr/>
            <p:nvPr/>
          </p:nvSpPr>
          <p:spPr>
            <a:xfrm>
              <a:off x="3658875" y="1288075"/>
              <a:ext cx="48075" cy="32375"/>
            </a:xfrm>
            <a:custGeom>
              <a:avLst/>
              <a:gdLst/>
              <a:ahLst/>
              <a:cxnLst/>
              <a:rect l="l" t="t" r="r" b="b"/>
              <a:pathLst>
                <a:path w="1923" h="1295" extrusionOk="0">
                  <a:moveTo>
                    <a:pt x="777" y="1"/>
                  </a:moveTo>
                  <a:cubicBezTo>
                    <a:pt x="481" y="1"/>
                    <a:pt x="370" y="260"/>
                    <a:pt x="296" y="518"/>
                  </a:cubicBezTo>
                  <a:lnTo>
                    <a:pt x="0" y="481"/>
                  </a:lnTo>
                  <a:lnTo>
                    <a:pt x="0" y="740"/>
                  </a:lnTo>
                  <a:lnTo>
                    <a:pt x="296" y="740"/>
                  </a:lnTo>
                  <a:cubicBezTo>
                    <a:pt x="296" y="1036"/>
                    <a:pt x="407" y="1295"/>
                    <a:pt x="740" y="1295"/>
                  </a:cubicBezTo>
                  <a:cubicBezTo>
                    <a:pt x="1220" y="1295"/>
                    <a:pt x="1109" y="518"/>
                    <a:pt x="1294" y="518"/>
                  </a:cubicBezTo>
                  <a:cubicBezTo>
                    <a:pt x="1331" y="518"/>
                    <a:pt x="1331" y="666"/>
                    <a:pt x="1331" y="703"/>
                  </a:cubicBezTo>
                  <a:cubicBezTo>
                    <a:pt x="1331" y="740"/>
                    <a:pt x="1294" y="851"/>
                    <a:pt x="1183" y="851"/>
                  </a:cubicBezTo>
                  <a:lnTo>
                    <a:pt x="1146" y="1258"/>
                  </a:lnTo>
                  <a:cubicBezTo>
                    <a:pt x="1163" y="1260"/>
                    <a:pt x="1179" y="1262"/>
                    <a:pt x="1194" y="1262"/>
                  </a:cubicBezTo>
                  <a:cubicBezTo>
                    <a:pt x="1389" y="1262"/>
                    <a:pt x="1519" y="1054"/>
                    <a:pt x="1553" y="814"/>
                  </a:cubicBezTo>
                  <a:lnTo>
                    <a:pt x="1923" y="814"/>
                  </a:lnTo>
                  <a:lnTo>
                    <a:pt x="1923" y="518"/>
                  </a:lnTo>
                  <a:lnTo>
                    <a:pt x="1590" y="518"/>
                  </a:lnTo>
                  <a:cubicBezTo>
                    <a:pt x="1590" y="260"/>
                    <a:pt x="1516" y="1"/>
                    <a:pt x="1220" y="1"/>
                  </a:cubicBezTo>
                  <a:cubicBezTo>
                    <a:pt x="777" y="1"/>
                    <a:pt x="851" y="814"/>
                    <a:pt x="666" y="814"/>
                  </a:cubicBezTo>
                  <a:cubicBezTo>
                    <a:pt x="592" y="814"/>
                    <a:pt x="592" y="666"/>
                    <a:pt x="592" y="629"/>
                  </a:cubicBezTo>
                  <a:cubicBezTo>
                    <a:pt x="592" y="555"/>
                    <a:pt x="592" y="444"/>
                    <a:pt x="740" y="444"/>
                  </a:cubicBezTo>
                  <a:lnTo>
                    <a:pt x="7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69;p51">
              <a:extLst>
                <a:ext uri="{FF2B5EF4-FFF2-40B4-BE49-F238E27FC236}">
                  <a16:creationId xmlns:a16="http://schemas.microsoft.com/office/drawing/2014/main" id="{ECFEA4F4-F238-3040-7C5E-B6E734DFE999}"/>
                </a:ext>
              </a:extLst>
            </p:cNvPr>
            <p:cNvSpPr/>
            <p:nvPr/>
          </p:nvSpPr>
          <p:spPr>
            <a:xfrm>
              <a:off x="3724500" y="1292700"/>
              <a:ext cx="9250" cy="27750"/>
            </a:xfrm>
            <a:custGeom>
              <a:avLst/>
              <a:gdLst/>
              <a:ahLst/>
              <a:cxnLst/>
              <a:rect l="l" t="t" r="r" b="b"/>
              <a:pathLst>
                <a:path w="370" h="1110" extrusionOk="0">
                  <a:moveTo>
                    <a:pt x="148" y="1"/>
                  </a:moveTo>
                  <a:cubicBezTo>
                    <a:pt x="148" y="1"/>
                    <a:pt x="0" y="148"/>
                    <a:pt x="0" y="518"/>
                  </a:cubicBezTo>
                  <a:cubicBezTo>
                    <a:pt x="0" y="888"/>
                    <a:pt x="74" y="1110"/>
                    <a:pt x="74" y="1110"/>
                  </a:cubicBezTo>
                  <a:lnTo>
                    <a:pt x="333" y="1110"/>
                  </a:lnTo>
                  <a:cubicBezTo>
                    <a:pt x="259" y="1073"/>
                    <a:pt x="185" y="518"/>
                    <a:pt x="370" y="75"/>
                  </a:cubicBezTo>
                  <a:lnTo>
                    <a:pt x="14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070;p51">
              <a:extLst>
                <a:ext uri="{FF2B5EF4-FFF2-40B4-BE49-F238E27FC236}">
                  <a16:creationId xmlns:a16="http://schemas.microsoft.com/office/drawing/2014/main" id="{39832863-1781-9122-9105-7E0D7101CE60}"/>
                </a:ext>
              </a:extLst>
            </p:cNvPr>
            <p:cNvSpPr/>
            <p:nvPr/>
          </p:nvSpPr>
          <p:spPr>
            <a:xfrm>
              <a:off x="3762400" y="895050"/>
              <a:ext cx="34950" cy="54775"/>
            </a:xfrm>
            <a:custGeom>
              <a:avLst/>
              <a:gdLst/>
              <a:ahLst/>
              <a:cxnLst/>
              <a:rect l="l" t="t" r="r" b="b"/>
              <a:pathLst>
                <a:path w="1398" h="2191" extrusionOk="0">
                  <a:moveTo>
                    <a:pt x="1283" y="0"/>
                  </a:moveTo>
                  <a:cubicBezTo>
                    <a:pt x="1233" y="0"/>
                    <a:pt x="1168" y="24"/>
                    <a:pt x="1109" y="83"/>
                  </a:cubicBezTo>
                  <a:cubicBezTo>
                    <a:pt x="1035" y="157"/>
                    <a:pt x="850" y="305"/>
                    <a:pt x="739" y="490"/>
                  </a:cubicBezTo>
                  <a:cubicBezTo>
                    <a:pt x="665" y="638"/>
                    <a:pt x="592" y="823"/>
                    <a:pt x="555" y="933"/>
                  </a:cubicBezTo>
                  <a:cubicBezTo>
                    <a:pt x="407" y="1266"/>
                    <a:pt x="407" y="1599"/>
                    <a:pt x="185" y="1858"/>
                  </a:cubicBezTo>
                  <a:cubicBezTo>
                    <a:pt x="370" y="1969"/>
                    <a:pt x="0" y="2117"/>
                    <a:pt x="222" y="2190"/>
                  </a:cubicBezTo>
                  <a:cubicBezTo>
                    <a:pt x="333" y="2153"/>
                    <a:pt x="776" y="2043"/>
                    <a:pt x="1109" y="1969"/>
                  </a:cubicBezTo>
                  <a:cubicBezTo>
                    <a:pt x="1146" y="1562"/>
                    <a:pt x="1220" y="1118"/>
                    <a:pt x="1331" y="712"/>
                  </a:cubicBezTo>
                  <a:lnTo>
                    <a:pt x="1331" y="712"/>
                  </a:lnTo>
                  <a:cubicBezTo>
                    <a:pt x="1290" y="773"/>
                    <a:pt x="1261" y="800"/>
                    <a:pt x="1224" y="800"/>
                  </a:cubicBezTo>
                  <a:cubicBezTo>
                    <a:pt x="1194" y="800"/>
                    <a:pt x="1159" y="782"/>
                    <a:pt x="1109" y="749"/>
                  </a:cubicBezTo>
                  <a:cubicBezTo>
                    <a:pt x="961" y="675"/>
                    <a:pt x="1146" y="490"/>
                    <a:pt x="1220" y="453"/>
                  </a:cubicBezTo>
                  <a:cubicBezTo>
                    <a:pt x="1294" y="342"/>
                    <a:pt x="1294" y="157"/>
                    <a:pt x="1331" y="120"/>
                  </a:cubicBezTo>
                  <a:cubicBezTo>
                    <a:pt x="1398" y="54"/>
                    <a:pt x="1358" y="0"/>
                    <a:pt x="1283"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71;p51">
              <a:extLst>
                <a:ext uri="{FF2B5EF4-FFF2-40B4-BE49-F238E27FC236}">
                  <a16:creationId xmlns:a16="http://schemas.microsoft.com/office/drawing/2014/main" id="{6D25DD44-06BC-4623-35BC-5F3A5BC843CF}"/>
                </a:ext>
              </a:extLst>
            </p:cNvPr>
            <p:cNvSpPr/>
            <p:nvPr/>
          </p:nvSpPr>
          <p:spPr>
            <a:xfrm>
              <a:off x="3612650" y="1296400"/>
              <a:ext cx="84150" cy="55425"/>
            </a:xfrm>
            <a:custGeom>
              <a:avLst/>
              <a:gdLst/>
              <a:ahLst/>
              <a:cxnLst/>
              <a:rect l="l" t="t" r="r" b="b"/>
              <a:pathLst>
                <a:path w="3366" h="2217" extrusionOk="0">
                  <a:moveTo>
                    <a:pt x="444" y="0"/>
                  </a:moveTo>
                  <a:cubicBezTo>
                    <a:pt x="444" y="0"/>
                    <a:pt x="223" y="407"/>
                    <a:pt x="112" y="740"/>
                  </a:cubicBezTo>
                  <a:cubicBezTo>
                    <a:pt x="38" y="1073"/>
                    <a:pt x="1" y="1442"/>
                    <a:pt x="75" y="1516"/>
                  </a:cubicBezTo>
                  <a:cubicBezTo>
                    <a:pt x="235" y="1741"/>
                    <a:pt x="2181" y="2217"/>
                    <a:pt x="2859" y="2217"/>
                  </a:cubicBezTo>
                  <a:cubicBezTo>
                    <a:pt x="2962" y="2217"/>
                    <a:pt x="3035" y="2206"/>
                    <a:pt x="3069" y="2182"/>
                  </a:cubicBezTo>
                  <a:cubicBezTo>
                    <a:pt x="3365" y="1997"/>
                    <a:pt x="3328" y="1590"/>
                    <a:pt x="2811" y="1294"/>
                  </a:cubicBezTo>
                  <a:cubicBezTo>
                    <a:pt x="2256" y="1036"/>
                    <a:pt x="2145" y="1073"/>
                    <a:pt x="1849" y="851"/>
                  </a:cubicBezTo>
                  <a:cubicBezTo>
                    <a:pt x="1517" y="592"/>
                    <a:pt x="1701" y="222"/>
                    <a:pt x="1701" y="222"/>
                  </a:cubicBezTo>
                  <a:lnTo>
                    <a:pt x="4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72;p51">
              <a:extLst>
                <a:ext uri="{FF2B5EF4-FFF2-40B4-BE49-F238E27FC236}">
                  <a16:creationId xmlns:a16="http://schemas.microsoft.com/office/drawing/2014/main" id="{DE787B0B-A558-04EC-0C9A-440B1544D3A4}"/>
                </a:ext>
              </a:extLst>
            </p:cNvPr>
            <p:cNvSpPr/>
            <p:nvPr/>
          </p:nvSpPr>
          <p:spPr>
            <a:xfrm>
              <a:off x="3545175" y="986775"/>
              <a:ext cx="116500" cy="323525"/>
            </a:xfrm>
            <a:custGeom>
              <a:avLst/>
              <a:gdLst/>
              <a:ahLst/>
              <a:cxnLst/>
              <a:rect l="l" t="t" r="r" b="b"/>
              <a:pathLst>
                <a:path w="4660" h="12941" extrusionOk="0">
                  <a:moveTo>
                    <a:pt x="1" y="0"/>
                  </a:moveTo>
                  <a:cubicBezTo>
                    <a:pt x="1" y="0"/>
                    <a:pt x="2589" y="6359"/>
                    <a:pt x="2811" y="7210"/>
                  </a:cubicBezTo>
                  <a:cubicBezTo>
                    <a:pt x="3069" y="8023"/>
                    <a:pt x="2737" y="12940"/>
                    <a:pt x="2737" y="12940"/>
                  </a:cubicBezTo>
                  <a:lnTo>
                    <a:pt x="4363" y="12940"/>
                  </a:lnTo>
                  <a:cubicBezTo>
                    <a:pt x="4363" y="12940"/>
                    <a:pt x="4659" y="7210"/>
                    <a:pt x="4622" y="6840"/>
                  </a:cubicBezTo>
                  <a:cubicBezTo>
                    <a:pt x="4548" y="6433"/>
                    <a:pt x="3365" y="0"/>
                    <a:pt x="33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73;p51">
              <a:extLst>
                <a:ext uri="{FF2B5EF4-FFF2-40B4-BE49-F238E27FC236}">
                  <a16:creationId xmlns:a16="http://schemas.microsoft.com/office/drawing/2014/main" id="{6E29C3D8-39F7-74C8-9BDF-A3E4B708C73A}"/>
                </a:ext>
              </a:extLst>
            </p:cNvPr>
            <p:cNvSpPr/>
            <p:nvPr/>
          </p:nvSpPr>
          <p:spPr>
            <a:xfrm>
              <a:off x="3414875" y="1276075"/>
              <a:ext cx="84125" cy="45975"/>
            </a:xfrm>
            <a:custGeom>
              <a:avLst/>
              <a:gdLst/>
              <a:ahLst/>
              <a:cxnLst/>
              <a:rect l="l" t="t" r="r" b="b"/>
              <a:pathLst>
                <a:path w="3365" h="1839" extrusionOk="0">
                  <a:moveTo>
                    <a:pt x="3106" y="0"/>
                  </a:moveTo>
                  <a:lnTo>
                    <a:pt x="1886" y="37"/>
                  </a:lnTo>
                  <a:cubicBezTo>
                    <a:pt x="1886" y="37"/>
                    <a:pt x="2033" y="444"/>
                    <a:pt x="1664" y="629"/>
                  </a:cubicBezTo>
                  <a:cubicBezTo>
                    <a:pt x="1294" y="813"/>
                    <a:pt x="1257" y="776"/>
                    <a:pt x="629" y="961"/>
                  </a:cubicBezTo>
                  <a:cubicBezTo>
                    <a:pt x="74" y="1146"/>
                    <a:pt x="0" y="1553"/>
                    <a:pt x="222" y="1775"/>
                  </a:cubicBezTo>
                  <a:cubicBezTo>
                    <a:pt x="276" y="1820"/>
                    <a:pt x="473" y="1838"/>
                    <a:pt x="744" y="1838"/>
                  </a:cubicBezTo>
                  <a:cubicBezTo>
                    <a:pt x="1590" y="1838"/>
                    <a:pt x="3150" y="1656"/>
                    <a:pt x="3290" y="1516"/>
                  </a:cubicBezTo>
                  <a:cubicBezTo>
                    <a:pt x="3364" y="1405"/>
                    <a:pt x="3364" y="1035"/>
                    <a:pt x="3327" y="740"/>
                  </a:cubicBezTo>
                  <a:cubicBezTo>
                    <a:pt x="3290" y="407"/>
                    <a:pt x="3106" y="0"/>
                    <a:pt x="3106" y="0"/>
                  </a:cubicBezTo>
                  <a:close/>
                </a:path>
              </a:pathLst>
            </a:custGeom>
            <a:solidFill>
              <a:srgbClr val="1614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74;p51">
              <a:extLst>
                <a:ext uri="{FF2B5EF4-FFF2-40B4-BE49-F238E27FC236}">
                  <a16:creationId xmlns:a16="http://schemas.microsoft.com/office/drawing/2014/main" id="{97B0C35F-989E-C0AE-6C78-5E56F39E112D}"/>
                </a:ext>
              </a:extLst>
            </p:cNvPr>
            <p:cNvSpPr/>
            <p:nvPr/>
          </p:nvSpPr>
          <p:spPr>
            <a:xfrm>
              <a:off x="3461075" y="985850"/>
              <a:ext cx="147900" cy="320750"/>
            </a:xfrm>
            <a:custGeom>
              <a:avLst/>
              <a:gdLst/>
              <a:ahLst/>
              <a:cxnLst/>
              <a:rect l="l" t="t" r="r" b="b"/>
              <a:pathLst>
                <a:path w="5916" h="12830" extrusionOk="0">
                  <a:moveTo>
                    <a:pt x="2589" y="0"/>
                  </a:moveTo>
                  <a:cubicBezTo>
                    <a:pt x="2589" y="0"/>
                    <a:pt x="629" y="6174"/>
                    <a:pt x="481" y="6544"/>
                  </a:cubicBezTo>
                  <a:cubicBezTo>
                    <a:pt x="407" y="6914"/>
                    <a:pt x="1" y="12644"/>
                    <a:pt x="1" y="12644"/>
                  </a:cubicBezTo>
                  <a:lnTo>
                    <a:pt x="1553" y="12829"/>
                  </a:lnTo>
                  <a:cubicBezTo>
                    <a:pt x="1553" y="12829"/>
                    <a:pt x="1886" y="7949"/>
                    <a:pt x="2219" y="7173"/>
                  </a:cubicBezTo>
                  <a:cubicBezTo>
                    <a:pt x="2552" y="6433"/>
                    <a:pt x="5916" y="407"/>
                    <a:pt x="5916" y="407"/>
                  </a:cubicBezTo>
                  <a:lnTo>
                    <a:pt x="25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75;p51">
              <a:extLst>
                <a:ext uri="{FF2B5EF4-FFF2-40B4-BE49-F238E27FC236}">
                  <a16:creationId xmlns:a16="http://schemas.microsoft.com/office/drawing/2014/main" id="{EC951BC4-A25D-F107-D7E3-C5AC3857897E}"/>
                </a:ext>
              </a:extLst>
            </p:cNvPr>
            <p:cNvSpPr/>
            <p:nvPr/>
          </p:nvSpPr>
          <p:spPr>
            <a:xfrm>
              <a:off x="3596950" y="743425"/>
              <a:ext cx="110000" cy="89275"/>
            </a:xfrm>
            <a:custGeom>
              <a:avLst/>
              <a:gdLst/>
              <a:ahLst/>
              <a:cxnLst/>
              <a:rect l="l" t="t" r="r" b="b"/>
              <a:pathLst>
                <a:path w="4400" h="3571" extrusionOk="0">
                  <a:moveTo>
                    <a:pt x="2042" y="1"/>
                  </a:moveTo>
                  <a:cubicBezTo>
                    <a:pt x="1300" y="1"/>
                    <a:pt x="615" y="393"/>
                    <a:pt x="370" y="1046"/>
                  </a:cubicBezTo>
                  <a:cubicBezTo>
                    <a:pt x="0" y="1933"/>
                    <a:pt x="518" y="3006"/>
                    <a:pt x="1553" y="3412"/>
                  </a:cubicBezTo>
                  <a:cubicBezTo>
                    <a:pt x="1817" y="3520"/>
                    <a:pt x="2091" y="3570"/>
                    <a:pt x="2358" y="3570"/>
                  </a:cubicBezTo>
                  <a:cubicBezTo>
                    <a:pt x="3100" y="3570"/>
                    <a:pt x="3785" y="3178"/>
                    <a:pt x="4030" y="2525"/>
                  </a:cubicBezTo>
                  <a:cubicBezTo>
                    <a:pt x="4400" y="1601"/>
                    <a:pt x="3882" y="566"/>
                    <a:pt x="2847" y="159"/>
                  </a:cubicBezTo>
                  <a:cubicBezTo>
                    <a:pt x="2583" y="51"/>
                    <a:pt x="2309" y="1"/>
                    <a:pt x="20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076;p51">
              <a:extLst>
                <a:ext uri="{FF2B5EF4-FFF2-40B4-BE49-F238E27FC236}">
                  <a16:creationId xmlns:a16="http://schemas.microsoft.com/office/drawing/2014/main" id="{180E7C6B-7A07-0BB4-E48B-F2249AFA20F8}"/>
                </a:ext>
              </a:extLst>
            </p:cNvPr>
            <p:cNvSpPr/>
            <p:nvPr/>
          </p:nvSpPr>
          <p:spPr>
            <a:xfrm>
              <a:off x="3592325" y="759400"/>
              <a:ext cx="82275" cy="94550"/>
            </a:xfrm>
            <a:custGeom>
              <a:avLst/>
              <a:gdLst/>
              <a:ahLst/>
              <a:cxnLst/>
              <a:rect l="l" t="t" r="r" b="b"/>
              <a:pathLst>
                <a:path w="3291" h="3782" extrusionOk="0">
                  <a:moveTo>
                    <a:pt x="2182" y="0"/>
                  </a:moveTo>
                  <a:cubicBezTo>
                    <a:pt x="2182" y="0"/>
                    <a:pt x="1442" y="1442"/>
                    <a:pt x="1073" y="1479"/>
                  </a:cubicBezTo>
                  <a:cubicBezTo>
                    <a:pt x="1073" y="1479"/>
                    <a:pt x="0" y="3106"/>
                    <a:pt x="1368" y="3661"/>
                  </a:cubicBezTo>
                  <a:cubicBezTo>
                    <a:pt x="1581" y="3745"/>
                    <a:pt x="1767" y="3781"/>
                    <a:pt x="1931" y="3781"/>
                  </a:cubicBezTo>
                  <a:cubicBezTo>
                    <a:pt x="2986" y="3781"/>
                    <a:pt x="3069" y="2256"/>
                    <a:pt x="3069" y="2256"/>
                  </a:cubicBezTo>
                  <a:cubicBezTo>
                    <a:pt x="2847" y="2034"/>
                    <a:pt x="3291" y="444"/>
                    <a:pt x="3291" y="444"/>
                  </a:cubicBezTo>
                  <a:lnTo>
                    <a:pt x="2736" y="222"/>
                  </a:lnTo>
                  <a:lnTo>
                    <a:pt x="21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77;p51">
              <a:extLst>
                <a:ext uri="{FF2B5EF4-FFF2-40B4-BE49-F238E27FC236}">
                  <a16:creationId xmlns:a16="http://schemas.microsoft.com/office/drawing/2014/main" id="{1DEB2CAE-D40F-CE14-D549-0E0BD07CCA60}"/>
                </a:ext>
              </a:extLst>
            </p:cNvPr>
            <p:cNvSpPr/>
            <p:nvPr/>
          </p:nvSpPr>
          <p:spPr>
            <a:xfrm>
              <a:off x="3517450" y="795250"/>
              <a:ext cx="197825" cy="238675"/>
            </a:xfrm>
            <a:custGeom>
              <a:avLst/>
              <a:gdLst/>
              <a:ahLst/>
              <a:cxnLst/>
              <a:rect l="l" t="t" r="r" b="b"/>
              <a:pathLst>
                <a:path w="7913" h="9547" extrusionOk="0">
                  <a:moveTo>
                    <a:pt x="2561" y="0"/>
                  </a:moveTo>
                  <a:cubicBezTo>
                    <a:pt x="2178" y="0"/>
                    <a:pt x="1788" y="21"/>
                    <a:pt x="1480" y="82"/>
                  </a:cubicBezTo>
                  <a:cubicBezTo>
                    <a:pt x="1480" y="82"/>
                    <a:pt x="1258" y="1524"/>
                    <a:pt x="703" y="3003"/>
                  </a:cubicBezTo>
                  <a:lnTo>
                    <a:pt x="223" y="6626"/>
                  </a:lnTo>
                  <a:lnTo>
                    <a:pt x="1" y="8586"/>
                  </a:lnTo>
                  <a:lnTo>
                    <a:pt x="4770" y="9547"/>
                  </a:lnTo>
                  <a:lnTo>
                    <a:pt x="5140" y="7366"/>
                  </a:lnTo>
                  <a:cubicBezTo>
                    <a:pt x="5177" y="7107"/>
                    <a:pt x="5325" y="6811"/>
                    <a:pt x="5472" y="6552"/>
                  </a:cubicBezTo>
                  <a:cubicBezTo>
                    <a:pt x="6027" y="5776"/>
                    <a:pt x="6508" y="4962"/>
                    <a:pt x="6951" y="4149"/>
                  </a:cubicBezTo>
                  <a:cubicBezTo>
                    <a:pt x="7432" y="3225"/>
                    <a:pt x="7913" y="2522"/>
                    <a:pt x="7913" y="2522"/>
                  </a:cubicBezTo>
                  <a:cubicBezTo>
                    <a:pt x="7432" y="1746"/>
                    <a:pt x="6064" y="859"/>
                    <a:pt x="6064" y="859"/>
                  </a:cubicBezTo>
                  <a:cubicBezTo>
                    <a:pt x="5911" y="895"/>
                    <a:pt x="5757" y="913"/>
                    <a:pt x="5605" y="913"/>
                  </a:cubicBezTo>
                  <a:cubicBezTo>
                    <a:pt x="4983" y="913"/>
                    <a:pt x="4394" y="617"/>
                    <a:pt x="4068" y="82"/>
                  </a:cubicBezTo>
                  <a:cubicBezTo>
                    <a:pt x="4068" y="82"/>
                    <a:pt x="3328" y="0"/>
                    <a:pt x="25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78;p51">
              <a:extLst>
                <a:ext uri="{FF2B5EF4-FFF2-40B4-BE49-F238E27FC236}">
                  <a16:creationId xmlns:a16="http://schemas.microsoft.com/office/drawing/2014/main" id="{4C2BB2AD-CEEE-BBD0-866E-EE489503A1AF}"/>
                </a:ext>
              </a:extLst>
            </p:cNvPr>
            <p:cNvSpPr/>
            <p:nvPr/>
          </p:nvSpPr>
          <p:spPr>
            <a:xfrm>
              <a:off x="3466625" y="797300"/>
              <a:ext cx="100775" cy="164550"/>
            </a:xfrm>
            <a:custGeom>
              <a:avLst/>
              <a:gdLst/>
              <a:ahLst/>
              <a:cxnLst/>
              <a:rect l="l" t="t" r="r" b="b"/>
              <a:pathLst>
                <a:path w="4031" h="6582" extrusionOk="0">
                  <a:moveTo>
                    <a:pt x="3513" y="0"/>
                  </a:moveTo>
                  <a:cubicBezTo>
                    <a:pt x="3513" y="0"/>
                    <a:pt x="3180" y="37"/>
                    <a:pt x="2625" y="666"/>
                  </a:cubicBezTo>
                  <a:cubicBezTo>
                    <a:pt x="1664" y="1664"/>
                    <a:pt x="37" y="3439"/>
                    <a:pt x="0" y="3845"/>
                  </a:cubicBezTo>
                  <a:cubicBezTo>
                    <a:pt x="0" y="3956"/>
                    <a:pt x="1664" y="6248"/>
                    <a:pt x="2810" y="6470"/>
                  </a:cubicBezTo>
                  <a:lnTo>
                    <a:pt x="3291" y="6581"/>
                  </a:lnTo>
                  <a:cubicBezTo>
                    <a:pt x="3291" y="6581"/>
                    <a:pt x="4030" y="185"/>
                    <a:pt x="3513" y="0"/>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79;p51">
              <a:extLst>
                <a:ext uri="{FF2B5EF4-FFF2-40B4-BE49-F238E27FC236}">
                  <a16:creationId xmlns:a16="http://schemas.microsoft.com/office/drawing/2014/main" id="{6D55F8D0-67B7-78CF-1E91-474042835069}"/>
                </a:ext>
              </a:extLst>
            </p:cNvPr>
            <p:cNvSpPr/>
            <p:nvPr/>
          </p:nvSpPr>
          <p:spPr>
            <a:xfrm>
              <a:off x="3526700" y="837950"/>
              <a:ext cx="159925" cy="194125"/>
            </a:xfrm>
            <a:custGeom>
              <a:avLst/>
              <a:gdLst/>
              <a:ahLst/>
              <a:cxnLst/>
              <a:rect l="l" t="t" r="r" b="b"/>
              <a:pathLst>
                <a:path w="6397" h="7765" extrusionOk="0">
                  <a:moveTo>
                    <a:pt x="1331" y="1"/>
                  </a:moveTo>
                  <a:cubicBezTo>
                    <a:pt x="1257" y="186"/>
                    <a:pt x="1147" y="371"/>
                    <a:pt x="1036" y="556"/>
                  </a:cubicBezTo>
                  <a:cubicBezTo>
                    <a:pt x="777" y="888"/>
                    <a:pt x="518" y="1184"/>
                    <a:pt x="333" y="1554"/>
                  </a:cubicBezTo>
                  <a:lnTo>
                    <a:pt x="0" y="4142"/>
                  </a:lnTo>
                  <a:lnTo>
                    <a:pt x="111" y="4253"/>
                  </a:lnTo>
                  <a:cubicBezTo>
                    <a:pt x="111" y="4401"/>
                    <a:pt x="148" y="4585"/>
                    <a:pt x="148" y="4696"/>
                  </a:cubicBezTo>
                  <a:cubicBezTo>
                    <a:pt x="185" y="4770"/>
                    <a:pt x="111" y="5805"/>
                    <a:pt x="37" y="6841"/>
                  </a:cubicBezTo>
                  <a:lnTo>
                    <a:pt x="4474" y="7765"/>
                  </a:lnTo>
                  <a:cubicBezTo>
                    <a:pt x="4474" y="7765"/>
                    <a:pt x="4992" y="5029"/>
                    <a:pt x="5176" y="4807"/>
                  </a:cubicBezTo>
                  <a:cubicBezTo>
                    <a:pt x="5657" y="4142"/>
                    <a:pt x="5990" y="3550"/>
                    <a:pt x="6396" y="2885"/>
                  </a:cubicBezTo>
                  <a:cubicBezTo>
                    <a:pt x="6322" y="2811"/>
                    <a:pt x="6322" y="2774"/>
                    <a:pt x="6286" y="2700"/>
                  </a:cubicBezTo>
                  <a:cubicBezTo>
                    <a:pt x="5842" y="2996"/>
                    <a:pt x="5361" y="3217"/>
                    <a:pt x="4844" y="3402"/>
                  </a:cubicBezTo>
                  <a:cubicBezTo>
                    <a:pt x="4573" y="3501"/>
                    <a:pt x="4301" y="3550"/>
                    <a:pt x="4030" y="3550"/>
                  </a:cubicBezTo>
                  <a:cubicBezTo>
                    <a:pt x="3895" y="3550"/>
                    <a:pt x="3759" y="3538"/>
                    <a:pt x="3624" y="3513"/>
                  </a:cubicBezTo>
                  <a:lnTo>
                    <a:pt x="3439" y="3513"/>
                  </a:lnTo>
                  <a:cubicBezTo>
                    <a:pt x="2736" y="3402"/>
                    <a:pt x="2182" y="2774"/>
                    <a:pt x="1849" y="2145"/>
                  </a:cubicBezTo>
                  <a:cubicBezTo>
                    <a:pt x="1775" y="2034"/>
                    <a:pt x="1701" y="1850"/>
                    <a:pt x="1627" y="1702"/>
                  </a:cubicBezTo>
                  <a:cubicBezTo>
                    <a:pt x="1331" y="1184"/>
                    <a:pt x="1221" y="593"/>
                    <a:pt x="1331" y="38"/>
                  </a:cubicBezTo>
                  <a:lnTo>
                    <a:pt x="13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80;p51">
              <a:extLst>
                <a:ext uri="{FF2B5EF4-FFF2-40B4-BE49-F238E27FC236}">
                  <a16:creationId xmlns:a16="http://schemas.microsoft.com/office/drawing/2014/main" id="{0F1433B1-7F6F-DA2A-AB2F-7226289DE21D}"/>
                </a:ext>
              </a:extLst>
            </p:cNvPr>
            <p:cNvSpPr/>
            <p:nvPr/>
          </p:nvSpPr>
          <p:spPr>
            <a:xfrm>
              <a:off x="3618200" y="725325"/>
              <a:ext cx="82275" cy="91175"/>
            </a:xfrm>
            <a:custGeom>
              <a:avLst/>
              <a:gdLst/>
              <a:ahLst/>
              <a:cxnLst/>
              <a:rect l="l" t="t" r="r" b="b"/>
              <a:pathLst>
                <a:path w="3291" h="3647" extrusionOk="0">
                  <a:moveTo>
                    <a:pt x="1394" y="0"/>
                  </a:moveTo>
                  <a:cubicBezTo>
                    <a:pt x="1278" y="0"/>
                    <a:pt x="1167" y="30"/>
                    <a:pt x="1073" y="106"/>
                  </a:cubicBezTo>
                  <a:cubicBezTo>
                    <a:pt x="629" y="439"/>
                    <a:pt x="518" y="1548"/>
                    <a:pt x="518" y="1548"/>
                  </a:cubicBezTo>
                  <a:cubicBezTo>
                    <a:pt x="518" y="1548"/>
                    <a:pt x="437" y="1304"/>
                    <a:pt x="297" y="1304"/>
                  </a:cubicBezTo>
                  <a:cubicBezTo>
                    <a:pt x="274" y="1304"/>
                    <a:pt x="249" y="1311"/>
                    <a:pt x="222" y="1327"/>
                  </a:cubicBezTo>
                  <a:cubicBezTo>
                    <a:pt x="1" y="1400"/>
                    <a:pt x="222" y="1992"/>
                    <a:pt x="333" y="2103"/>
                  </a:cubicBezTo>
                  <a:cubicBezTo>
                    <a:pt x="333" y="2103"/>
                    <a:pt x="444" y="3434"/>
                    <a:pt x="925" y="3619"/>
                  </a:cubicBezTo>
                  <a:cubicBezTo>
                    <a:pt x="970" y="3638"/>
                    <a:pt x="1022" y="3646"/>
                    <a:pt x="1077" y="3646"/>
                  </a:cubicBezTo>
                  <a:cubicBezTo>
                    <a:pt x="1569" y="3646"/>
                    <a:pt x="2404" y="2990"/>
                    <a:pt x="2404" y="2990"/>
                  </a:cubicBezTo>
                  <a:cubicBezTo>
                    <a:pt x="2552" y="2990"/>
                    <a:pt x="3106" y="2694"/>
                    <a:pt x="2995" y="2473"/>
                  </a:cubicBezTo>
                  <a:cubicBezTo>
                    <a:pt x="2967" y="2389"/>
                    <a:pt x="2909" y="2363"/>
                    <a:pt x="2846" y="2363"/>
                  </a:cubicBezTo>
                  <a:cubicBezTo>
                    <a:pt x="2741" y="2363"/>
                    <a:pt x="2626" y="2436"/>
                    <a:pt x="2626" y="2436"/>
                  </a:cubicBezTo>
                  <a:cubicBezTo>
                    <a:pt x="2626" y="2436"/>
                    <a:pt x="3291" y="1548"/>
                    <a:pt x="3180" y="994"/>
                  </a:cubicBezTo>
                  <a:cubicBezTo>
                    <a:pt x="3106" y="439"/>
                    <a:pt x="2219" y="328"/>
                    <a:pt x="2219" y="328"/>
                  </a:cubicBezTo>
                  <a:cubicBezTo>
                    <a:pt x="2219" y="328"/>
                    <a:pt x="1781" y="0"/>
                    <a:pt x="1394"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81;p51">
              <a:extLst>
                <a:ext uri="{FF2B5EF4-FFF2-40B4-BE49-F238E27FC236}">
                  <a16:creationId xmlns:a16="http://schemas.microsoft.com/office/drawing/2014/main" id="{7FBC8287-3B92-8F9D-0F77-AD6DABA736E3}"/>
                </a:ext>
              </a:extLst>
            </p:cNvPr>
            <p:cNvSpPr/>
            <p:nvPr/>
          </p:nvSpPr>
          <p:spPr>
            <a:xfrm>
              <a:off x="3621900" y="722075"/>
              <a:ext cx="48075" cy="51225"/>
            </a:xfrm>
            <a:custGeom>
              <a:avLst/>
              <a:gdLst/>
              <a:ahLst/>
              <a:cxnLst/>
              <a:rect l="l" t="t" r="r" b="b"/>
              <a:pathLst>
                <a:path w="1923" h="2049" extrusionOk="0">
                  <a:moveTo>
                    <a:pt x="1075" y="0"/>
                  </a:moveTo>
                  <a:cubicBezTo>
                    <a:pt x="432" y="0"/>
                    <a:pt x="0" y="1493"/>
                    <a:pt x="0" y="1493"/>
                  </a:cubicBezTo>
                  <a:cubicBezTo>
                    <a:pt x="23" y="1459"/>
                    <a:pt x="57" y="1443"/>
                    <a:pt x="93" y="1443"/>
                  </a:cubicBezTo>
                  <a:cubicBezTo>
                    <a:pt x="175" y="1443"/>
                    <a:pt x="271" y="1525"/>
                    <a:pt x="296" y="1678"/>
                  </a:cubicBezTo>
                  <a:cubicBezTo>
                    <a:pt x="296" y="1752"/>
                    <a:pt x="370" y="1900"/>
                    <a:pt x="407" y="2011"/>
                  </a:cubicBezTo>
                  <a:cubicBezTo>
                    <a:pt x="444" y="2011"/>
                    <a:pt x="444" y="2048"/>
                    <a:pt x="481" y="2048"/>
                  </a:cubicBezTo>
                  <a:cubicBezTo>
                    <a:pt x="518" y="2048"/>
                    <a:pt x="666" y="1567"/>
                    <a:pt x="666" y="1493"/>
                  </a:cubicBezTo>
                  <a:cubicBezTo>
                    <a:pt x="740" y="1309"/>
                    <a:pt x="777" y="1124"/>
                    <a:pt x="851" y="976"/>
                  </a:cubicBezTo>
                  <a:cubicBezTo>
                    <a:pt x="988" y="800"/>
                    <a:pt x="1228" y="758"/>
                    <a:pt x="1425" y="758"/>
                  </a:cubicBezTo>
                  <a:cubicBezTo>
                    <a:pt x="1599" y="758"/>
                    <a:pt x="1738" y="791"/>
                    <a:pt x="1738" y="791"/>
                  </a:cubicBezTo>
                  <a:cubicBezTo>
                    <a:pt x="1738" y="791"/>
                    <a:pt x="1923" y="236"/>
                    <a:pt x="1184" y="15"/>
                  </a:cubicBezTo>
                  <a:cubicBezTo>
                    <a:pt x="1147" y="5"/>
                    <a:pt x="1110" y="0"/>
                    <a:pt x="1075" y="0"/>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82;p51">
              <a:extLst>
                <a:ext uri="{FF2B5EF4-FFF2-40B4-BE49-F238E27FC236}">
                  <a16:creationId xmlns:a16="http://schemas.microsoft.com/office/drawing/2014/main" id="{CB696FED-2F6B-C08F-5286-C8B08C93FD04}"/>
                </a:ext>
              </a:extLst>
            </p:cNvPr>
            <p:cNvSpPr/>
            <p:nvPr/>
          </p:nvSpPr>
          <p:spPr>
            <a:xfrm>
              <a:off x="3674575" y="736825"/>
              <a:ext cx="37925" cy="51675"/>
            </a:xfrm>
            <a:custGeom>
              <a:avLst/>
              <a:gdLst/>
              <a:ahLst/>
              <a:cxnLst/>
              <a:rect l="l" t="t" r="r" b="b"/>
              <a:pathLst>
                <a:path w="1517" h="2067" extrusionOk="0">
                  <a:moveTo>
                    <a:pt x="591" y="1"/>
                  </a:moveTo>
                  <a:cubicBezTo>
                    <a:pt x="155" y="1"/>
                    <a:pt x="1" y="386"/>
                    <a:pt x="1" y="386"/>
                  </a:cubicBezTo>
                  <a:cubicBezTo>
                    <a:pt x="1" y="386"/>
                    <a:pt x="555" y="756"/>
                    <a:pt x="518" y="1088"/>
                  </a:cubicBezTo>
                  <a:cubicBezTo>
                    <a:pt x="481" y="1273"/>
                    <a:pt x="371" y="1421"/>
                    <a:pt x="297" y="1532"/>
                  </a:cubicBezTo>
                  <a:cubicBezTo>
                    <a:pt x="223" y="1643"/>
                    <a:pt x="1" y="2050"/>
                    <a:pt x="1" y="2050"/>
                  </a:cubicBezTo>
                  <a:cubicBezTo>
                    <a:pt x="1" y="2050"/>
                    <a:pt x="17" y="2066"/>
                    <a:pt x="50" y="2066"/>
                  </a:cubicBezTo>
                  <a:cubicBezTo>
                    <a:pt x="67" y="2066"/>
                    <a:pt x="87" y="2062"/>
                    <a:pt x="112" y="2050"/>
                  </a:cubicBezTo>
                  <a:cubicBezTo>
                    <a:pt x="186" y="2013"/>
                    <a:pt x="334" y="1976"/>
                    <a:pt x="407" y="1865"/>
                  </a:cubicBezTo>
                  <a:cubicBezTo>
                    <a:pt x="469" y="1815"/>
                    <a:pt x="527" y="1795"/>
                    <a:pt x="576" y="1795"/>
                  </a:cubicBezTo>
                  <a:cubicBezTo>
                    <a:pt x="674" y="1795"/>
                    <a:pt x="740" y="1877"/>
                    <a:pt x="740" y="1976"/>
                  </a:cubicBezTo>
                  <a:cubicBezTo>
                    <a:pt x="740" y="1976"/>
                    <a:pt x="1517" y="386"/>
                    <a:pt x="888" y="53"/>
                  </a:cubicBezTo>
                  <a:cubicBezTo>
                    <a:pt x="777" y="16"/>
                    <a:pt x="679" y="1"/>
                    <a:pt x="591" y="1"/>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83;p51">
              <a:extLst>
                <a:ext uri="{FF2B5EF4-FFF2-40B4-BE49-F238E27FC236}">
                  <a16:creationId xmlns:a16="http://schemas.microsoft.com/office/drawing/2014/main" id="{7F27CD43-1645-AE7C-04DD-475A0338839C}"/>
                </a:ext>
              </a:extLst>
            </p:cNvPr>
            <p:cNvSpPr/>
            <p:nvPr/>
          </p:nvSpPr>
          <p:spPr>
            <a:xfrm>
              <a:off x="3626525" y="744600"/>
              <a:ext cx="74875" cy="47025"/>
            </a:xfrm>
            <a:custGeom>
              <a:avLst/>
              <a:gdLst/>
              <a:ahLst/>
              <a:cxnLst/>
              <a:rect l="l" t="t" r="r" b="b"/>
              <a:pathLst>
                <a:path w="2995" h="1881" extrusionOk="0">
                  <a:moveTo>
                    <a:pt x="0" y="1"/>
                  </a:moveTo>
                  <a:lnTo>
                    <a:pt x="37" y="777"/>
                  </a:lnTo>
                  <a:cubicBezTo>
                    <a:pt x="37" y="777"/>
                    <a:pt x="185" y="1295"/>
                    <a:pt x="555" y="1406"/>
                  </a:cubicBezTo>
                  <a:cubicBezTo>
                    <a:pt x="740" y="1480"/>
                    <a:pt x="814" y="1480"/>
                    <a:pt x="925" y="1480"/>
                  </a:cubicBezTo>
                  <a:cubicBezTo>
                    <a:pt x="950" y="1463"/>
                    <a:pt x="980" y="1455"/>
                    <a:pt x="1012" y="1455"/>
                  </a:cubicBezTo>
                  <a:cubicBezTo>
                    <a:pt x="1115" y="1455"/>
                    <a:pt x="1238" y="1534"/>
                    <a:pt x="1294" y="1591"/>
                  </a:cubicBezTo>
                  <a:cubicBezTo>
                    <a:pt x="1331" y="1702"/>
                    <a:pt x="1405" y="1739"/>
                    <a:pt x="1590" y="1849"/>
                  </a:cubicBezTo>
                  <a:cubicBezTo>
                    <a:pt x="1664" y="1872"/>
                    <a:pt x="1742" y="1881"/>
                    <a:pt x="1820" y="1881"/>
                  </a:cubicBezTo>
                  <a:cubicBezTo>
                    <a:pt x="2133" y="1881"/>
                    <a:pt x="2440" y="1739"/>
                    <a:pt x="2440" y="1739"/>
                  </a:cubicBezTo>
                  <a:lnTo>
                    <a:pt x="2995" y="1184"/>
                  </a:lnTo>
                  <a:cubicBezTo>
                    <a:pt x="2329" y="1036"/>
                    <a:pt x="1849" y="925"/>
                    <a:pt x="1405" y="777"/>
                  </a:cubicBezTo>
                  <a:cubicBezTo>
                    <a:pt x="999" y="592"/>
                    <a:pt x="555" y="37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84;p51">
              <a:extLst>
                <a:ext uri="{FF2B5EF4-FFF2-40B4-BE49-F238E27FC236}">
                  <a16:creationId xmlns:a16="http://schemas.microsoft.com/office/drawing/2014/main" id="{CC7479F7-E249-F057-F156-18D96FC9B0DE}"/>
                </a:ext>
              </a:extLst>
            </p:cNvPr>
            <p:cNvSpPr/>
            <p:nvPr/>
          </p:nvSpPr>
          <p:spPr>
            <a:xfrm>
              <a:off x="3594175" y="708350"/>
              <a:ext cx="125725" cy="140300"/>
            </a:xfrm>
            <a:custGeom>
              <a:avLst/>
              <a:gdLst/>
              <a:ahLst/>
              <a:cxnLst/>
              <a:rect l="l" t="t" r="r" b="b"/>
              <a:pathLst>
                <a:path w="5029" h="5612" extrusionOk="0">
                  <a:moveTo>
                    <a:pt x="2729" y="1"/>
                  </a:moveTo>
                  <a:cubicBezTo>
                    <a:pt x="2157" y="1"/>
                    <a:pt x="1358" y="207"/>
                    <a:pt x="629" y="1081"/>
                  </a:cubicBezTo>
                  <a:cubicBezTo>
                    <a:pt x="0" y="1821"/>
                    <a:pt x="37" y="2634"/>
                    <a:pt x="111" y="3189"/>
                  </a:cubicBezTo>
                  <a:cubicBezTo>
                    <a:pt x="222" y="3743"/>
                    <a:pt x="925" y="5407"/>
                    <a:pt x="1331" y="5592"/>
                  </a:cubicBezTo>
                  <a:cubicBezTo>
                    <a:pt x="1331" y="5481"/>
                    <a:pt x="703" y="2412"/>
                    <a:pt x="999" y="1932"/>
                  </a:cubicBezTo>
                  <a:cubicBezTo>
                    <a:pt x="1106" y="1771"/>
                    <a:pt x="1334" y="1717"/>
                    <a:pt x="1596" y="1717"/>
                  </a:cubicBezTo>
                  <a:cubicBezTo>
                    <a:pt x="2057" y="1717"/>
                    <a:pt x="2621" y="1884"/>
                    <a:pt x="2810" y="1932"/>
                  </a:cubicBezTo>
                  <a:cubicBezTo>
                    <a:pt x="3069" y="2042"/>
                    <a:pt x="4252" y="2634"/>
                    <a:pt x="4104" y="3152"/>
                  </a:cubicBezTo>
                  <a:cubicBezTo>
                    <a:pt x="3956" y="3706"/>
                    <a:pt x="1405" y="5555"/>
                    <a:pt x="1331" y="5592"/>
                  </a:cubicBezTo>
                  <a:cubicBezTo>
                    <a:pt x="1369" y="5605"/>
                    <a:pt x="1418" y="5612"/>
                    <a:pt x="1475" y="5612"/>
                  </a:cubicBezTo>
                  <a:cubicBezTo>
                    <a:pt x="2037" y="5612"/>
                    <a:pt x="3446" y="5003"/>
                    <a:pt x="3882" y="4667"/>
                  </a:cubicBezTo>
                  <a:cubicBezTo>
                    <a:pt x="4326" y="4335"/>
                    <a:pt x="4880" y="3743"/>
                    <a:pt x="4917" y="2782"/>
                  </a:cubicBezTo>
                  <a:cubicBezTo>
                    <a:pt x="5028" y="785"/>
                    <a:pt x="3550" y="157"/>
                    <a:pt x="3513" y="157"/>
                  </a:cubicBezTo>
                  <a:cubicBezTo>
                    <a:pt x="3480" y="125"/>
                    <a:pt x="3173" y="1"/>
                    <a:pt x="27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085;p51">
              <a:extLst>
                <a:ext uri="{FF2B5EF4-FFF2-40B4-BE49-F238E27FC236}">
                  <a16:creationId xmlns:a16="http://schemas.microsoft.com/office/drawing/2014/main" id="{1FFDCCD3-3AA6-9A3C-9104-531A37E2F24D}"/>
                </a:ext>
              </a:extLst>
            </p:cNvPr>
            <p:cNvSpPr/>
            <p:nvPr/>
          </p:nvSpPr>
          <p:spPr>
            <a:xfrm>
              <a:off x="3668125" y="857950"/>
              <a:ext cx="120175" cy="161800"/>
            </a:xfrm>
            <a:custGeom>
              <a:avLst/>
              <a:gdLst/>
              <a:ahLst/>
              <a:cxnLst/>
              <a:rect l="l" t="t" r="r" b="b"/>
              <a:pathLst>
                <a:path w="4807" h="6472" extrusionOk="0">
                  <a:moveTo>
                    <a:pt x="1820" y="0"/>
                  </a:moveTo>
                  <a:cubicBezTo>
                    <a:pt x="1055" y="0"/>
                    <a:pt x="74" y="2245"/>
                    <a:pt x="74" y="2528"/>
                  </a:cubicBezTo>
                  <a:cubicBezTo>
                    <a:pt x="0" y="3785"/>
                    <a:pt x="370" y="6299"/>
                    <a:pt x="813" y="6447"/>
                  </a:cubicBezTo>
                  <a:cubicBezTo>
                    <a:pt x="876" y="6464"/>
                    <a:pt x="942" y="6472"/>
                    <a:pt x="1011" y="6472"/>
                  </a:cubicBezTo>
                  <a:cubicBezTo>
                    <a:pt x="2336" y="6472"/>
                    <a:pt x="4806" y="3601"/>
                    <a:pt x="4806" y="3601"/>
                  </a:cubicBezTo>
                  <a:lnTo>
                    <a:pt x="4141" y="2602"/>
                  </a:lnTo>
                  <a:cubicBezTo>
                    <a:pt x="4141" y="2602"/>
                    <a:pt x="2107" y="4266"/>
                    <a:pt x="1886" y="4377"/>
                  </a:cubicBezTo>
                  <a:cubicBezTo>
                    <a:pt x="1884" y="4378"/>
                    <a:pt x="1882" y="4379"/>
                    <a:pt x="1881" y="4379"/>
                  </a:cubicBezTo>
                  <a:cubicBezTo>
                    <a:pt x="1780" y="4379"/>
                    <a:pt x="1961" y="1996"/>
                    <a:pt x="2070" y="1013"/>
                  </a:cubicBezTo>
                  <a:cubicBezTo>
                    <a:pt x="2144" y="273"/>
                    <a:pt x="1922" y="14"/>
                    <a:pt x="1922" y="14"/>
                  </a:cubicBezTo>
                  <a:cubicBezTo>
                    <a:pt x="1889" y="5"/>
                    <a:pt x="1855" y="0"/>
                    <a:pt x="1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86;p51">
              <a:extLst>
                <a:ext uri="{FF2B5EF4-FFF2-40B4-BE49-F238E27FC236}">
                  <a16:creationId xmlns:a16="http://schemas.microsoft.com/office/drawing/2014/main" id="{504051F5-584D-475B-6C48-E998E117B0D5}"/>
                </a:ext>
              </a:extLst>
            </p:cNvPr>
            <p:cNvSpPr/>
            <p:nvPr/>
          </p:nvSpPr>
          <p:spPr>
            <a:xfrm>
              <a:off x="3007250" y="492275"/>
              <a:ext cx="525025" cy="872550"/>
            </a:xfrm>
            <a:custGeom>
              <a:avLst/>
              <a:gdLst/>
              <a:ahLst/>
              <a:cxnLst/>
              <a:rect l="l" t="t" r="r" b="b"/>
              <a:pathLst>
                <a:path w="21001" h="34902" extrusionOk="0">
                  <a:moveTo>
                    <a:pt x="851" y="1"/>
                  </a:moveTo>
                  <a:cubicBezTo>
                    <a:pt x="371" y="1"/>
                    <a:pt x="1" y="408"/>
                    <a:pt x="1" y="888"/>
                  </a:cubicBezTo>
                  <a:lnTo>
                    <a:pt x="1" y="34014"/>
                  </a:lnTo>
                  <a:cubicBezTo>
                    <a:pt x="1" y="34532"/>
                    <a:pt x="371" y="34901"/>
                    <a:pt x="851" y="34901"/>
                  </a:cubicBezTo>
                  <a:lnTo>
                    <a:pt x="20150" y="34901"/>
                  </a:lnTo>
                  <a:cubicBezTo>
                    <a:pt x="20631" y="34901"/>
                    <a:pt x="21000" y="34495"/>
                    <a:pt x="21000" y="34014"/>
                  </a:cubicBezTo>
                  <a:lnTo>
                    <a:pt x="21000" y="888"/>
                  </a:lnTo>
                  <a:cubicBezTo>
                    <a:pt x="21000" y="371"/>
                    <a:pt x="20594" y="1"/>
                    <a:pt x="201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87;p51">
              <a:extLst>
                <a:ext uri="{FF2B5EF4-FFF2-40B4-BE49-F238E27FC236}">
                  <a16:creationId xmlns:a16="http://schemas.microsoft.com/office/drawing/2014/main" id="{ED138069-DB64-2666-3285-4AF329A03D27}"/>
                </a:ext>
              </a:extLst>
            </p:cNvPr>
            <p:cNvSpPr/>
            <p:nvPr/>
          </p:nvSpPr>
          <p:spPr>
            <a:xfrm>
              <a:off x="3047000" y="528325"/>
              <a:ext cx="451075" cy="764400"/>
            </a:xfrm>
            <a:custGeom>
              <a:avLst/>
              <a:gdLst/>
              <a:ahLst/>
              <a:cxnLst/>
              <a:rect l="l" t="t" r="r" b="b"/>
              <a:pathLst>
                <a:path w="18043" h="30576" extrusionOk="0">
                  <a:moveTo>
                    <a:pt x="1" y="1"/>
                  </a:moveTo>
                  <a:lnTo>
                    <a:pt x="1" y="30576"/>
                  </a:lnTo>
                  <a:lnTo>
                    <a:pt x="18042" y="30576"/>
                  </a:lnTo>
                  <a:lnTo>
                    <a:pt x="180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88;p51">
              <a:extLst>
                <a:ext uri="{FF2B5EF4-FFF2-40B4-BE49-F238E27FC236}">
                  <a16:creationId xmlns:a16="http://schemas.microsoft.com/office/drawing/2014/main" id="{733C6680-5A20-1B8A-B62A-2450F98B8E28}"/>
                </a:ext>
              </a:extLst>
            </p:cNvPr>
            <p:cNvSpPr/>
            <p:nvPr/>
          </p:nvSpPr>
          <p:spPr>
            <a:xfrm>
              <a:off x="3254975" y="1312100"/>
              <a:ext cx="27750" cy="27775"/>
            </a:xfrm>
            <a:custGeom>
              <a:avLst/>
              <a:gdLst/>
              <a:ahLst/>
              <a:cxnLst/>
              <a:rect l="l" t="t" r="r" b="b"/>
              <a:pathLst>
                <a:path w="1110" h="1111" extrusionOk="0">
                  <a:moveTo>
                    <a:pt x="555" y="1"/>
                  </a:moveTo>
                  <a:cubicBezTo>
                    <a:pt x="259" y="1"/>
                    <a:pt x="0" y="260"/>
                    <a:pt x="0" y="556"/>
                  </a:cubicBezTo>
                  <a:cubicBezTo>
                    <a:pt x="0" y="888"/>
                    <a:pt x="259" y="1110"/>
                    <a:pt x="555" y="1110"/>
                  </a:cubicBezTo>
                  <a:cubicBezTo>
                    <a:pt x="887" y="1110"/>
                    <a:pt x="1109" y="888"/>
                    <a:pt x="1109" y="556"/>
                  </a:cubicBezTo>
                  <a:cubicBezTo>
                    <a:pt x="1109" y="260"/>
                    <a:pt x="887" y="1"/>
                    <a:pt x="5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089;p51">
              <a:extLst>
                <a:ext uri="{FF2B5EF4-FFF2-40B4-BE49-F238E27FC236}">
                  <a16:creationId xmlns:a16="http://schemas.microsoft.com/office/drawing/2014/main" id="{E0E17510-4B11-E7C1-B8FF-4B90DB3E3013}"/>
                </a:ext>
              </a:extLst>
            </p:cNvPr>
            <p:cNvSpPr/>
            <p:nvPr/>
          </p:nvSpPr>
          <p:spPr>
            <a:xfrm>
              <a:off x="3253125" y="528325"/>
              <a:ext cx="6475" cy="544425"/>
            </a:xfrm>
            <a:custGeom>
              <a:avLst/>
              <a:gdLst/>
              <a:ahLst/>
              <a:cxnLst/>
              <a:rect l="l" t="t" r="r" b="b"/>
              <a:pathLst>
                <a:path w="259" h="21777" extrusionOk="0">
                  <a:moveTo>
                    <a:pt x="0" y="1"/>
                  </a:moveTo>
                  <a:lnTo>
                    <a:pt x="0" y="21703"/>
                  </a:lnTo>
                  <a:cubicBezTo>
                    <a:pt x="74" y="21703"/>
                    <a:pt x="185" y="21703"/>
                    <a:pt x="259" y="21777"/>
                  </a:cubicBezTo>
                  <a:lnTo>
                    <a:pt x="2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90;p51">
              <a:extLst>
                <a:ext uri="{FF2B5EF4-FFF2-40B4-BE49-F238E27FC236}">
                  <a16:creationId xmlns:a16="http://schemas.microsoft.com/office/drawing/2014/main" id="{0012EDE5-8EBB-7CBA-73EA-B65D48748D10}"/>
                </a:ext>
              </a:extLst>
            </p:cNvPr>
            <p:cNvSpPr/>
            <p:nvPr/>
          </p:nvSpPr>
          <p:spPr>
            <a:xfrm>
              <a:off x="3253125" y="1229850"/>
              <a:ext cx="6475" cy="62875"/>
            </a:xfrm>
            <a:custGeom>
              <a:avLst/>
              <a:gdLst/>
              <a:ahLst/>
              <a:cxnLst/>
              <a:rect l="l" t="t" r="r" b="b"/>
              <a:pathLst>
                <a:path w="259" h="2515" extrusionOk="0">
                  <a:moveTo>
                    <a:pt x="259" y="1"/>
                  </a:moveTo>
                  <a:cubicBezTo>
                    <a:pt x="185" y="38"/>
                    <a:pt x="74" y="38"/>
                    <a:pt x="0" y="75"/>
                  </a:cubicBezTo>
                  <a:lnTo>
                    <a:pt x="0" y="2515"/>
                  </a:lnTo>
                  <a:lnTo>
                    <a:pt x="259" y="2515"/>
                  </a:lnTo>
                  <a:lnTo>
                    <a:pt x="2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91;p51">
              <a:extLst>
                <a:ext uri="{FF2B5EF4-FFF2-40B4-BE49-F238E27FC236}">
                  <a16:creationId xmlns:a16="http://schemas.microsoft.com/office/drawing/2014/main" id="{C09A0DCF-80D5-8680-3C92-A6822457A263}"/>
                </a:ext>
              </a:extLst>
            </p:cNvPr>
            <p:cNvSpPr/>
            <p:nvPr/>
          </p:nvSpPr>
          <p:spPr>
            <a:xfrm>
              <a:off x="3090450" y="528325"/>
              <a:ext cx="407625" cy="706175"/>
            </a:xfrm>
            <a:custGeom>
              <a:avLst/>
              <a:gdLst/>
              <a:ahLst/>
              <a:cxnLst/>
              <a:rect l="l" t="t" r="r" b="b"/>
              <a:pathLst>
                <a:path w="16305" h="28247" extrusionOk="0">
                  <a:moveTo>
                    <a:pt x="0" y="1"/>
                  </a:moveTo>
                  <a:lnTo>
                    <a:pt x="16304" y="28246"/>
                  </a:lnTo>
                  <a:lnTo>
                    <a:pt x="16304" y="27692"/>
                  </a:lnTo>
                  <a:lnTo>
                    <a:pt x="2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92;p51">
              <a:extLst>
                <a:ext uri="{FF2B5EF4-FFF2-40B4-BE49-F238E27FC236}">
                  <a16:creationId xmlns:a16="http://schemas.microsoft.com/office/drawing/2014/main" id="{71FC42A1-5DC3-8423-9046-33956A93C9B9}"/>
                </a:ext>
              </a:extLst>
            </p:cNvPr>
            <p:cNvSpPr/>
            <p:nvPr/>
          </p:nvSpPr>
          <p:spPr>
            <a:xfrm>
              <a:off x="3047000" y="682675"/>
              <a:ext cx="451075" cy="269925"/>
            </a:xfrm>
            <a:custGeom>
              <a:avLst/>
              <a:gdLst/>
              <a:ahLst/>
              <a:cxnLst/>
              <a:rect l="l" t="t" r="r" b="b"/>
              <a:pathLst>
                <a:path w="18043" h="10797" extrusionOk="0">
                  <a:moveTo>
                    <a:pt x="1" y="1"/>
                  </a:moveTo>
                  <a:lnTo>
                    <a:pt x="1" y="371"/>
                  </a:lnTo>
                  <a:lnTo>
                    <a:pt x="18042" y="10796"/>
                  </a:lnTo>
                  <a:lnTo>
                    <a:pt x="18042" y="10464"/>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93;p51">
              <a:extLst>
                <a:ext uri="{FF2B5EF4-FFF2-40B4-BE49-F238E27FC236}">
                  <a16:creationId xmlns:a16="http://schemas.microsoft.com/office/drawing/2014/main" id="{BD3AEA97-BF06-6F72-8509-5A01994FC81D}"/>
                </a:ext>
              </a:extLst>
            </p:cNvPr>
            <p:cNvSpPr/>
            <p:nvPr/>
          </p:nvSpPr>
          <p:spPr>
            <a:xfrm>
              <a:off x="3047000" y="805625"/>
              <a:ext cx="451075" cy="6475"/>
            </a:xfrm>
            <a:custGeom>
              <a:avLst/>
              <a:gdLst/>
              <a:ahLst/>
              <a:cxnLst/>
              <a:rect l="l" t="t" r="r" b="b"/>
              <a:pathLst>
                <a:path w="18043" h="259" extrusionOk="0">
                  <a:moveTo>
                    <a:pt x="1" y="0"/>
                  </a:moveTo>
                  <a:lnTo>
                    <a:pt x="1" y="259"/>
                  </a:lnTo>
                  <a:lnTo>
                    <a:pt x="18042" y="259"/>
                  </a:lnTo>
                  <a:lnTo>
                    <a:pt x="180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094;p51">
              <a:extLst>
                <a:ext uri="{FF2B5EF4-FFF2-40B4-BE49-F238E27FC236}">
                  <a16:creationId xmlns:a16="http://schemas.microsoft.com/office/drawing/2014/main" id="{7C190025-36E5-3DBC-5D28-4FF3F7B3058F}"/>
                </a:ext>
              </a:extLst>
            </p:cNvPr>
            <p:cNvSpPr/>
            <p:nvPr/>
          </p:nvSpPr>
          <p:spPr>
            <a:xfrm>
              <a:off x="3047000" y="664200"/>
              <a:ext cx="451075" cy="269900"/>
            </a:xfrm>
            <a:custGeom>
              <a:avLst/>
              <a:gdLst/>
              <a:ahLst/>
              <a:cxnLst/>
              <a:rect l="l" t="t" r="r" b="b"/>
              <a:pathLst>
                <a:path w="18043" h="10796" extrusionOk="0">
                  <a:moveTo>
                    <a:pt x="18042" y="0"/>
                  </a:moveTo>
                  <a:lnTo>
                    <a:pt x="1" y="10463"/>
                  </a:lnTo>
                  <a:lnTo>
                    <a:pt x="1" y="10796"/>
                  </a:lnTo>
                  <a:lnTo>
                    <a:pt x="18042" y="370"/>
                  </a:lnTo>
                  <a:lnTo>
                    <a:pt x="180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95;p51">
              <a:extLst>
                <a:ext uri="{FF2B5EF4-FFF2-40B4-BE49-F238E27FC236}">
                  <a16:creationId xmlns:a16="http://schemas.microsoft.com/office/drawing/2014/main" id="{19B3E06A-6A81-3E3C-21B5-8FB3AD942E2B}"/>
                </a:ext>
              </a:extLst>
            </p:cNvPr>
            <p:cNvSpPr/>
            <p:nvPr/>
          </p:nvSpPr>
          <p:spPr>
            <a:xfrm>
              <a:off x="3047000" y="528325"/>
              <a:ext cx="374350" cy="650725"/>
            </a:xfrm>
            <a:custGeom>
              <a:avLst/>
              <a:gdLst/>
              <a:ahLst/>
              <a:cxnLst/>
              <a:rect l="l" t="t" r="r" b="b"/>
              <a:pathLst>
                <a:path w="14974" h="26029" extrusionOk="0">
                  <a:moveTo>
                    <a:pt x="14678" y="1"/>
                  </a:moveTo>
                  <a:lnTo>
                    <a:pt x="1" y="25474"/>
                  </a:lnTo>
                  <a:lnTo>
                    <a:pt x="1" y="26028"/>
                  </a:lnTo>
                  <a:lnTo>
                    <a:pt x="149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96;p51">
              <a:extLst>
                <a:ext uri="{FF2B5EF4-FFF2-40B4-BE49-F238E27FC236}">
                  <a16:creationId xmlns:a16="http://schemas.microsoft.com/office/drawing/2014/main" id="{6BA544B6-065D-AC01-4058-8A014AF5E999}"/>
                </a:ext>
              </a:extLst>
            </p:cNvPr>
            <p:cNvSpPr/>
            <p:nvPr/>
          </p:nvSpPr>
          <p:spPr>
            <a:xfrm>
              <a:off x="3112625" y="668825"/>
              <a:ext cx="287475" cy="280075"/>
            </a:xfrm>
            <a:custGeom>
              <a:avLst/>
              <a:gdLst/>
              <a:ahLst/>
              <a:cxnLst/>
              <a:rect l="l" t="t" r="r" b="b"/>
              <a:pathLst>
                <a:path w="11499" h="11203" extrusionOk="0">
                  <a:moveTo>
                    <a:pt x="5879" y="222"/>
                  </a:moveTo>
                  <a:cubicBezTo>
                    <a:pt x="6175" y="703"/>
                    <a:pt x="6544" y="1036"/>
                    <a:pt x="6988" y="1109"/>
                  </a:cubicBezTo>
                  <a:cubicBezTo>
                    <a:pt x="7173" y="1146"/>
                    <a:pt x="7358" y="1220"/>
                    <a:pt x="7543" y="1220"/>
                  </a:cubicBezTo>
                  <a:cubicBezTo>
                    <a:pt x="7949" y="1220"/>
                    <a:pt x="8319" y="1073"/>
                    <a:pt x="8504" y="999"/>
                  </a:cubicBezTo>
                  <a:cubicBezTo>
                    <a:pt x="8578" y="1294"/>
                    <a:pt x="8689" y="1960"/>
                    <a:pt x="9169" y="2366"/>
                  </a:cubicBezTo>
                  <a:cubicBezTo>
                    <a:pt x="9502" y="2699"/>
                    <a:pt x="9946" y="2847"/>
                    <a:pt x="10463" y="2884"/>
                  </a:cubicBezTo>
                  <a:cubicBezTo>
                    <a:pt x="10352" y="3032"/>
                    <a:pt x="10315" y="3291"/>
                    <a:pt x="10278" y="3587"/>
                  </a:cubicBezTo>
                  <a:cubicBezTo>
                    <a:pt x="10278" y="3697"/>
                    <a:pt x="10242" y="3808"/>
                    <a:pt x="10242" y="3956"/>
                  </a:cubicBezTo>
                  <a:lnTo>
                    <a:pt x="10242" y="4030"/>
                  </a:lnTo>
                  <a:lnTo>
                    <a:pt x="10242" y="4067"/>
                  </a:lnTo>
                  <a:cubicBezTo>
                    <a:pt x="10242" y="4215"/>
                    <a:pt x="10278" y="4326"/>
                    <a:pt x="10278" y="4437"/>
                  </a:cubicBezTo>
                  <a:cubicBezTo>
                    <a:pt x="10352" y="4807"/>
                    <a:pt x="10611" y="5102"/>
                    <a:pt x="10870" y="5324"/>
                  </a:cubicBezTo>
                  <a:cubicBezTo>
                    <a:pt x="10981" y="5435"/>
                    <a:pt x="11055" y="5472"/>
                    <a:pt x="11092" y="5509"/>
                  </a:cubicBezTo>
                  <a:cubicBezTo>
                    <a:pt x="10981" y="5620"/>
                    <a:pt x="10796" y="5805"/>
                    <a:pt x="10611" y="6027"/>
                  </a:cubicBezTo>
                  <a:cubicBezTo>
                    <a:pt x="10500" y="6101"/>
                    <a:pt x="10463" y="6211"/>
                    <a:pt x="10352" y="6359"/>
                  </a:cubicBezTo>
                  <a:lnTo>
                    <a:pt x="10315" y="6396"/>
                  </a:lnTo>
                  <a:cubicBezTo>
                    <a:pt x="10315" y="6396"/>
                    <a:pt x="10315" y="6433"/>
                    <a:pt x="10278" y="6433"/>
                  </a:cubicBezTo>
                  <a:cubicBezTo>
                    <a:pt x="10242" y="6544"/>
                    <a:pt x="10205" y="6655"/>
                    <a:pt x="10131" y="6803"/>
                  </a:cubicBezTo>
                  <a:cubicBezTo>
                    <a:pt x="10057" y="7173"/>
                    <a:pt x="10094" y="7542"/>
                    <a:pt x="10242" y="7875"/>
                  </a:cubicBezTo>
                  <a:cubicBezTo>
                    <a:pt x="10278" y="7986"/>
                    <a:pt x="10315" y="8097"/>
                    <a:pt x="10352" y="8208"/>
                  </a:cubicBezTo>
                  <a:cubicBezTo>
                    <a:pt x="9835" y="8282"/>
                    <a:pt x="9391" y="8430"/>
                    <a:pt x="9095" y="8762"/>
                  </a:cubicBezTo>
                  <a:cubicBezTo>
                    <a:pt x="8615" y="9206"/>
                    <a:pt x="8467" y="9798"/>
                    <a:pt x="8430" y="10130"/>
                  </a:cubicBezTo>
                  <a:cubicBezTo>
                    <a:pt x="8197" y="10027"/>
                    <a:pt x="7837" y="9905"/>
                    <a:pt x="7438" y="9905"/>
                  </a:cubicBezTo>
                  <a:cubicBezTo>
                    <a:pt x="7268" y="9905"/>
                    <a:pt x="7091" y="9927"/>
                    <a:pt x="6914" y="9982"/>
                  </a:cubicBezTo>
                  <a:cubicBezTo>
                    <a:pt x="6434" y="10130"/>
                    <a:pt x="6064" y="10463"/>
                    <a:pt x="5805" y="10907"/>
                  </a:cubicBezTo>
                  <a:cubicBezTo>
                    <a:pt x="5509" y="10463"/>
                    <a:pt x="5140" y="10130"/>
                    <a:pt x="4696" y="10056"/>
                  </a:cubicBezTo>
                  <a:cubicBezTo>
                    <a:pt x="4503" y="10000"/>
                    <a:pt x="4311" y="9978"/>
                    <a:pt x="4128" y="9978"/>
                  </a:cubicBezTo>
                  <a:cubicBezTo>
                    <a:pt x="3714" y="9978"/>
                    <a:pt x="3348" y="10090"/>
                    <a:pt x="3143" y="10167"/>
                  </a:cubicBezTo>
                  <a:cubicBezTo>
                    <a:pt x="3106" y="9872"/>
                    <a:pt x="2958" y="9206"/>
                    <a:pt x="2515" y="8799"/>
                  </a:cubicBezTo>
                  <a:cubicBezTo>
                    <a:pt x="2182" y="8467"/>
                    <a:pt x="1738" y="8319"/>
                    <a:pt x="1221" y="8282"/>
                  </a:cubicBezTo>
                  <a:cubicBezTo>
                    <a:pt x="1295" y="8134"/>
                    <a:pt x="1369" y="7875"/>
                    <a:pt x="1406" y="7579"/>
                  </a:cubicBezTo>
                  <a:cubicBezTo>
                    <a:pt x="1406" y="7468"/>
                    <a:pt x="1442" y="7358"/>
                    <a:pt x="1442" y="7210"/>
                  </a:cubicBezTo>
                  <a:lnTo>
                    <a:pt x="1442" y="7136"/>
                  </a:lnTo>
                  <a:lnTo>
                    <a:pt x="1442" y="7099"/>
                  </a:lnTo>
                  <a:cubicBezTo>
                    <a:pt x="1442" y="6951"/>
                    <a:pt x="1406" y="6840"/>
                    <a:pt x="1406" y="6729"/>
                  </a:cubicBezTo>
                  <a:cubicBezTo>
                    <a:pt x="1295" y="6359"/>
                    <a:pt x="1073" y="6064"/>
                    <a:pt x="814" y="5842"/>
                  </a:cubicBezTo>
                  <a:cubicBezTo>
                    <a:pt x="703" y="5731"/>
                    <a:pt x="629" y="5694"/>
                    <a:pt x="555" y="5657"/>
                  </a:cubicBezTo>
                  <a:cubicBezTo>
                    <a:pt x="703" y="5546"/>
                    <a:pt x="888" y="5361"/>
                    <a:pt x="1073" y="5139"/>
                  </a:cubicBezTo>
                  <a:cubicBezTo>
                    <a:pt x="1184" y="5065"/>
                    <a:pt x="1221" y="4954"/>
                    <a:pt x="1295" y="4807"/>
                  </a:cubicBezTo>
                  <a:cubicBezTo>
                    <a:pt x="1295" y="4770"/>
                    <a:pt x="1369" y="4770"/>
                    <a:pt x="1369" y="4733"/>
                  </a:cubicBezTo>
                  <a:lnTo>
                    <a:pt x="1369" y="4696"/>
                  </a:lnTo>
                  <a:cubicBezTo>
                    <a:pt x="1406" y="4585"/>
                    <a:pt x="1442" y="4437"/>
                    <a:pt x="1479" y="4326"/>
                  </a:cubicBezTo>
                  <a:cubicBezTo>
                    <a:pt x="1590" y="3956"/>
                    <a:pt x="1553" y="3587"/>
                    <a:pt x="1406" y="3254"/>
                  </a:cubicBezTo>
                  <a:cubicBezTo>
                    <a:pt x="1369" y="3106"/>
                    <a:pt x="1295" y="3032"/>
                    <a:pt x="1258" y="2921"/>
                  </a:cubicBezTo>
                  <a:cubicBezTo>
                    <a:pt x="1775" y="2921"/>
                    <a:pt x="2219" y="2736"/>
                    <a:pt x="2552" y="2403"/>
                  </a:cubicBezTo>
                  <a:cubicBezTo>
                    <a:pt x="3032" y="1960"/>
                    <a:pt x="3143" y="1368"/>
                    <a:pt x="3217" y="1036"/>
                  </a:cubicBezTo>
                  <a:cubicBezTo>
                    <a:pt x="3439" y="1109"/>
                    <a:pt x="3809" y="1257"/>
                    <a:pt x="4215" y="1257"/>
                  </a:cubicBezTo>
                  <a:cubicBezTo>
                    <a:pt x="4400" y="1257"/>
                    <a:pt x="4585" y="1257"/>
                    <a:pt x="4770" y="1146"/>
                  </a:cubicBezTo>
                  <a:cubicBezTo>
                    <a:pt x="5250" y="1036"/>
                    <a:pt x="5620" y="703"/>
                    <a:pt x="5879" y="222"/>
                  </a:cubicBezTo>
                  <a:close/>
                  <a:moveTo>
                    <a:pt x="5620" y="0"/>
                  </a:moveTo>
                  <a:cubicBezTo>
                    <a:pt x="5324" y="518"/>
                    <a:pt x="4992" y="851"/>
                    <a:pt x="4548" y="962"/>
                  </a:cubicBezTo>
                  <a:cubicBezTo>
                    <a:pt x="4383" y="1016"/>
                    <a:pt x="4220" y="1038"/>
                    <a:pt x="4065" y="1038"/>
                  </a:cubicBezTo>
                  <a:cubicBezTo>
                    <a:pt x="3488" y="1038"/>
                    <a:pt x="3017" y="740"/>
                    <a:pt x="2958" y="740"/>
                  </a:cubicBezTo>
                  <a:lnTo>
                    <a:pt x="2921" y="851"/>
                  </a:lnTo>
                  <a:lnTo>
                    <a:pt x="2847" y="851"/>
                  </a:lnTo>
                  <a:cubicBezTo>
                    <a:pt x="2847" y="851"/>
                    <a:pt x="2847" y="1775"/>
                    <a:pt x="2219" y="2293"/>
                  </a:cubicBezTo>
                  <a:cubicBezTo>
                    <a:pt x="1953" y="2558"/>
                    <a:pt x="1538" y="2705"/>
                    <a:pt x="1027" y="2705"/>
                  </a:cubicBezTo>
                  <a:cubicBezTo>
                    <a:pt x="969" y="2705"/>
                    <a:pt x="911" y="2703"/>
                    <a:pt x="851" y="2699"/>
                  </a:cubicBezTo>
                  <a:lnTo>
                    <a:pt x="851" y="2810"/>
                  </a:lnTo>
                  <a:lnTo>
                    <a:pt x="740" y="2884"/>
                  </a:lnTo>
                  <a:cubicBezTo>
                    <a:pt x="851" y="2995"/>
                    <a:pt x="925" y="3143"/>
                    <a:pt x="999" y="3328"/>
                  </a:cubicBezTo>
                  <a:cubicBezTo>
                    <a:pt x="1073" y="3623"/>
                    <a:pt x="1110" y="4030"/>
                    <a:pt x="1036" y="4437"/>
                  </a:cubicBezTo>
                  <a:cubicBezTo>
                    <a:pt x="1036" y="4474"/>
                    <a:pt x="999" y="4548"/>
                    <a:pt x="999" y="4585"/>
                  </a:cubicBezTo>
                  <a:lnTo>
                    <a:pt x="703" y="4991"/>
                  </a:lnTo>
                  <a:cubicBezTo>
                    <a:pt x="703" y="4991"/>
                    <a:pt x="703" y="5028"/>
                    <a:pt x="666" y="5028"/>
                  </a:cubicBezTo>
                  <a:cubicBezTo>
                    <a:pt x="481" y="5213"/>
                    <a:pt x="296" y="5361"/>
                    <a:pt x="1" y="5509"/>
                  </a:cubicBezTo>
                  <a:lnTo>
                    <a:pt x="75" y="5657"/>
                  </a:lnTo>
                  <a:lnTo>
                    <a:pt x="1" y="5731"/>
                  </a:lnTo>
                  <a:cubicBezTo>
                    <a:pt x="185" y="5842"/>
                    <a:pt x="333" y="5916"/>
                    <a:pt x="444" y="6027"/>
                  </a:cubicBezTo>
                  <a:cubicBezTo>
                    <a:pt x="666" y="6248"/>
                    <a:pt x="888" y="6507"/>
                    <a:pt x="1036" y="6951"/>
                  </a:cubicBezTo>
                  <a:cubicBezTo>
                    <a:pt x="1036" y="6988"/>
                    <a:pt x="1036" y="7025"/>
                    <a:pt x="1073" y="7062"/>
                  </a:cubicBezTo>
                  <a:lnTo>
                    <a:pt x="1073" y="7542"/>
                  </a:lnTo>
                  <a:lnTo>
                    <a:pt x="1073" y="7579"/>
                  </a:lnTo>
                  <a:cubicBezTo>
                    <a:pt x="1036" y="7801"/>
                    <a:pt x="925" y="8060"/>
                    <a:pt x="777" y="8319"/>
                  </a:cubicBezTo>
                  <a:lnTo>
                    <a:pt x="888" y="8430"/>
                  </a:lnTo>
                  <a:lnTo>
                    <a:pt x="888" y="8504"/>
                  </a:lnTo>
                  <a:cubicBezTo>
                    <a:pt x="951" y="8500"/>
                    <a:pt x="1013" y="8498"/>
                    <a:pt x="1073" y="8498"/>
                  </a:cubicBezTo>
                  <a:cubicBezTo>
                    <a:pt x="1605" y="8498"/>
                    <a:pt x="1994" y="8644"/>
                    <a:pt x="2293" y="8910"/>
                  </a:cubicBezTo>
                  <a:cubicBezTo>
                    <a:pt x="2884" y="9502"/>
                    <a:pt x="2884" y="10352"/>
                    <a:pt x="2884" y="10352"/>
                  </a:cubicBezTo>
                  <a:lnTo>
                    <a:pt x="2995" y="10352"/>
                  </a:lnTo>
                  <a:lnTo>
                    <a:pt x="3032" y="10463"/>
                  </a:lnTo>
                  <a:cubicBezTo>
                    <a:pt x="3032" y="10463"/>
                    <a:pt x="3514" y="10165"/>
                    <a:pt x="4098" y="10165"/>
                  </a:cubicBezTo>
                  <a:cubicBezTo>
                    <a:pt x="4256" y="10165"/>
                    <a:pt x="4420" y="10186"/>
                    <a:pt x="4585" y="10241"/>
                  </a:cubicBezTo>
                  <a:cubicBezTo>
                    <a:pt x="5066" y="10352"/>
                    <a:pt x="5398" y="10685"/>
                    <a:pt x="5657" y="11202"/>
                  </a:cubicBezTo>
                  <a:lnTo>
                    <a:pt x="5805" y="11166"/>
                  </a:lnTo>
                  <a:lnTo>
                    <a:pt x="5879" y="11202"/>
                  </a:lnTo>
                  <a:cubicBezTo>
                    <a:pt x="6175" y="10685"/>
                    <a:pt x="6507" y="10352"/>
                    <a:pt x="6951" y="10241"/>
                  </a:cubicBezTo>
                  <a:cubicBezTo>
                    <a:pt x="7116" y="10186"/>
                    <a:pt x="7279" y="10165"/>
                    <a:pt x="7434" y="10165"/>
                  </a:cubicBezTo>
                  <a:cubicBezTo>
                    <a:pt x="8011" y="10165"/>
                    <a:pt x="8483" y="10463"/>
                    <a:pt x="8541" y="10463"/>
                  </a:cubicBezTo>
                  <a:lnTo>
                    <a:pt x="8578" y="10352"/>
                  </a:lnTo>
                  <a:lnTo>
                    <a:pt x="8652" y="10352"/>
                  </a:lnTo>
                  <a:cubicBezTo>
                    <a:pt x="8652" y="10352"/>
                    <a:pt x="8652" y="9428"/>
                    <a:pt x="9280" y="8910"/>
                  </a:cubicBezTo>
                  <a:cubicBezTo>
                    <a:pt x="9546" y="8644"/>
                    <a:pt x="9961" y="8498"/>
                    <a:pt x="10472" y="8498"/>
                  </a:cubicBezTo>
                  <a:cubicBezTo>
                    <a:pt x="10530" y="8498"/>
                    <a:pt x="10588" y="8500"/>
                    <a:pt x="10648" y="8504"/>
                  </a:cubicBezTo>
                  <a:lnTo>
                    <a:pt x="10648" y="8393"/>
                  </a:lnTo>
                  <a:lnTo>
                    <a:pt x="10759" y="8319"/>
                  </a:lnTo>
                  <a:cubicBezTo>
                    <a:pt x="10648" y="8134"/>
                    <a:pt x="10574" y="8023"/>
                    <a:pt x="10500" y="7875"/>
                  </a:cubicBezTo>
                  <a:cubicBezTo>
                    <a:pt x="10426" y="7579"/>
                    <a:pt x="10389" y="7173"/>
                    <a:pt x="10463" y="6766"/>
                  </a:cubicBezTo>
                  <a:cubicBezTo>
                    <a:pt x="10463" y="6729"/>
                    <a:pt x="10500" y="6655"/>
                    <a:pt x="10500" y="6618"/>
                  </a:cubicBezTo>
                  <a:lnTo>
                    <a:pt x="10796" y="6211"/>
                  </a:lnTo>
                  <a:lnTo>
                    <a:pt x="10833" y="6174"/>
                  </a:lnTo>
                  <a:cubicBezTo>
                    <a:pt x="11018" y="5990"/>
                    <a:pt x="11203" y="5842"/>
                    <a:pt x="11499" y="5694"/>
                  </a:cubicBezTo>
                  <a:lnTo>
                    <a:pt x="11425" y="5546"/>
                  </a:lnTo>
                  <a:lnTo>
                    <a:pt x="11499" y="5472"/>
                  </a:lnTo>
                  <a:cubicBezTo>
                    <a:pt x="11314" y="5361"/>
                    <a:pt x="11166" y="5287"/>
                    <a:pt x="11055" y="5176"/>
                  </a:cubicBezTo>
                  <a:cubicBezTo>
                    <a:pt x="10833" y="4954"/>
                    <a:pt x="10611" y="4696"/>
                    <a:pt x="10463" y="4252"/>
                  </a:cubicBezTo>
                  <a:cubicBezTo>
                    <a:pt x="10463" y="4215"/>
                    <a:pt x="10463" y="4178"/>
                    <a:pt x="10426" y="4141"/>
                  </a:cubicBezTo>
                  <a:lnTo>
                    <a:pt x="10426" y="3660"/>
                  </a:lnTo>
                  <a:lnTo>
                    <a:pt x="10426" y="3623"/>
                  </a:lnTo>
                  <a:cubicBezTo>
                    <a:pt x="10463" y="3402"/>
                    <a:pt x="10574" y="3143"/>
                    <a:pt x="10722" y="2884"/>
                  </a:cubicBezTo>
                  <a:lnTo>
                    <a:pt x="10611" y="2773"/>
                  </a:lnTo>
                  <a:lnTo>
                    <a:pt x="10611" y="2699"/>
                  </a:lnTo>
                  <a:cubicBezTo>
                    <a:pt x="10548" y="2703"/>
                    <a:pt x="10486" y="2705"/>
                    <a:pt x="10426" y="2705"/>
                  </a:cubicBezTo>
                  <a:cubicBezTo>
                    <a:pt x="9894" y="2705"/>
                    <a:pt x="9505" y="2558"/>
                    <a:pt x="9206" y="2293"/>
                  </a:cubicBezTo>
                  <a:cubicBezTo>
                    <a:pt x="8615" y="1701"/>
                    <a:pt x="8615" y="851"/>
                    <a:pt x="8615" y="851"/>
                  </a:cubicBezTo>
                  <a:lnTo>
                    <a:pt x="8504" y="851"/>
                  </a:lnTo>
                  <a:lnTo>
                    <a:pt x="8467" y="740"/>
                  </a:lnTo>
                  <a:cubicBezTo>
                    <a:pt x="8467" y="740"/>
                    <a:pt x="7985" y="1038"/>
                    <a:pt x="7401" y="1038"/>
                  </a:cubicBezTo>
                  <a:cubicBezTo>
                    <a:pt x="7244" y="1038"/>
                    <a:pt x="7079" y="1016"/>
                    <a:pt x="6914" y="962"/>
                  </a:cubicBezTo>
                  <a:cubicBezTo>
                    <a:pt x="6434" y="851"/>
                    <a:pt x="6101" y="518"/>
                    <a:pt x="5842" y="0"/>
                  </a:cubicBezTo>
                  <a:lnTo>
                    <a:pt x="5694" y="37"/>
                  </a:lnTo>
                  <a:lnTo>
                    <a:pt x="56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97;p51">
              <a:extLst>
                <a:ext uri="{FF2B5EF4-FFF2-40B4-BE49-F238E27FC236}">
                  <a16:creationId xmlns:a16="http://schemas.microsoft.com/office/drawing/2014/main" id="{484A2A1E-A2DE-F4D0-5ED5-A5E57BF96C57}"/>
                </a:ext>
              </a:extLst>
            </p:cNvPr>
            <p:cNvSpPr/>
            <p:nvPr/>
          </p:nvSpPr>
          <p:spPr>
            <a:xfrm>
              <a:off x="3052550" y="606900"/>
              <a:ext cx="409475" cy="406700"/>
            </a:xfrm>
            <a:custGeom>
              <a:avLst/>
              <a:gdLst/>
              <a:ahLst/>
              <a:cxnLst/>
              <a:rect l="l" t="t" r="r" b="b"/>
              <a:pathLst>
                <a:path w="16379" h="16268" extrusionOk="0">
                  <a:moveTo>
                    <a:pt x="8208" y="444"/>
                  </a:moveTo>
                  <a:cubicBezTo>
                    <a:pt x="8615" y="1109"/>
                    <a:pt x="9132" y="1553"/>
                    <a:pt x="9761" y="1738"/>
                  </a:cubicBezTo>
                  <a:cubicBezTo>
                    <a:pt x="10057" y="1849"/>
                    <a:pt x="10278" y="1849"/>
                    <a:pt x="10537" y="1849"/>
                  </a:cubicBezTo>
                  <a:cubicBezTo>
                    <a:pt x="11166" y="1849"/>
                    <a:pt x="11646" y="1664"/>
                    <a:pt x="11979" y="1516"/>
                  </a:cubicBezTo>
                  <a:cubicBezTo>
                    <a:pt x="12016" y="1960"/>
                    <a:pt x="12201" y="2884"/>
                    <a:pt x="12903" y="3550"/>
                  </a:cubicBezTo>
                  <a:cubicBezTo>
                    <a:pt x="13384" y="3993"/>
                    <a:pt x="14012" y="4252"/>
                    <a:pt x="14752" y="4252"/>
                  </a:cubicBezTo>
                  <a:cubicBezTo>
                    <a:pt x="14678" y="4474"/>
                    <a:pt x="14530" y="4843"/>
                    <a:pt x="14493" y="5250"/>
                  </a:cubicBezTo>
                  <a:cubicBezTo>
                    <a:pt x="14419" y="5435"/>
                    <a:pt x="14419" y="5620"/>
                    <a:pt x="14419" y="5805"/>
                  </a:cubicBezTo>
                  <a:lnTo>
                    <a:pt x="14419" y="5916"/>
                  </a:lnTo>
                  <a:lnTo>
                    <a:pt x="14419" y="5990"/>
                  </a:lnTo>
                  <a:cubicBezTo>
                    <a:pt x="14419" y="6174"/>
                    <a:pt x="14493" y="6322"/>
                    <a:pt x="14530" y="6507"/>
                  </a:cubicBezTo>
                  <a:cubicBezTo>
                    <a:pt x="14678" y="7025"/>
                    <a:pt x="14974" y="7431"/>
                    <a:pt x="15417" y="7801"/>
                  </a:cubicBezTo>
                  <a:cubicBezTo>
                    <a:pt x="15528" y="7912"/>
                    <a:pt x="15639" y="8023"/>
                    <a:pt x="15713" y="8097"/>
                  </a:cubicBezTo>
                  <a:cubicBezTo>
                    <a:pt x="15528" y="8208"/>
                    <a:pt x="15269" y="8467"/>
                    <a:pt x="14974" y="8762"/>
                  </a:cubicBezTo>
                  <a:cubicBezTo>
                    <a:pt x="14863" y="8910"/>
                    <a:pt x="14752" y="9058"/>
                    <a:pt x="14678" y="9243"/>
                  </a:cubicBezTo>
                  <a:cubicBezTo>
                    <a:pt x="14678" y="9280"/>
                    <a:pt x="14604" y="9280"/>
                    <a:pt x="14604" y="9317"/>
                  </a:cubicBezTo>
                  <a:lnTo>
                    <a:pt x="14567" y="9391"/>
                  </a:lnTo>
                  <a:cubicBezTo>
                    <a:pt x="14493" y="9502"/>
                    <a:pt x="14419" y="9687"/>
                    <a:pt x="14382" y="9871"/>
                  </a:cubicBezTo>
                  <a:cubicBezTo>
                    <a:pt x="14234" y="10389"/>
                    <a:pt x="14308" y="10907"/>
                    <a:pt x="14530" y="11461"/>
                  </a:cubicBezTo>
                  <a:cubicBezTo>
                    <a:pt x="14567" y="11646"/>
                    <a:pt x="14678" y="11831"/>
                    <a:pt x="14715" y="11905"/>
                  </a:cubicBezTo>
                  <a:cubicBezTo>
                    <a:pt x="14012" y="11905"/>
                    <a:pt x="13384" y="12164"/>
                    <a:pt x="12903" y="12607"/>
                  </a:cubicBezTo>
                  <a:cubicBezTo>
                    <a:pt x="12238" y="13273"/>
                    <a:pt x="12053" y="14123"/>
                    <a:pt x="11979" y="14604"/>
                  </a:cubicBezTo>
                  <a:cubicBezTo>
                    <a:pt x="11671" y="14475"/>
                    <a:pt x="11149" y="14293"/>
                    <a:pt x="10561" y="14293"/>
                  </a:cubicBezTo>
                  <a:cubicBezTo>
                    <a:pt x="10303" y="14293"/>
                    <a:pt x="10032" y="14329"/>
                    <a:pt x="9761" y="14419"/>
                  </a:cubicBezTo>
                  <a:cubicBezTo>
                    <a:pt x="9132" y="14604"/>
                    <a:pt x="8615" y="15047"/>
                    <a:pt x="8208" y="15713"/>
                  </a:cubicBezTo>
                  <a:cubicBezTo>
                    <a:pt x="7801" y="15047"/>
                    <a:pt x="7284" y="14604"/>
                    <a:pt x="6618" y="14419"/>
                  </a:cubicBezTo>
                  <a:cubicBezTo>
                    <a:pt x="6347" y="14329"/>
                    <a:pt x="6080" y="14293"/>
                    <a:pt x="5825" y="14293"/>
                  </a:cubicBezTo>
                  <a:cubicBezTo>
                    <a:pt x="5246" y="14293"/>
                    <a:pt x="4734" y="14475"/>
                    <a:pt x="4400" y="14604"/>
                  </a:cubicBezTo>
                  <a:cubicBezTo>
                    <a:pt x="4363" y="14123"/>
                    <a:pt x="4178" y="13199"/>
                    <a:pt x="3476" y="12570"/>
                  </a:cubicBezTo>
                  <a:cubicBezTo>
                    <a:pt x="3032" y="12090"/>
                    <a:pt x="2367" y="11868"/>
                    <a:pt x="1627" y="11868"/>
                  </a:cubicBezTo>
                  <a:cubicBezTo>
                    <a:pt x="1738" y="11646"/>
                    <a:pt x="1849" y="11276"/>
                    <a:pt x="1923" y="10870"/>
                  </a:cubicBezTo>
                  <a:cubicBezTo>
                    <a:pt x="1960" y="10685"/>
                    <a:pt x="1960" y="10500"/>
                    <a:pt x="1960" y="10315"/>
                  </a:cubicBezTo>
                  <a:lnTo>
                    <a:pt x="1960" y="10204"/>
                  </a:lnTo>
                  <a:lnTo>
                    <a:pt x="1960" y="10130"/>
                  </a:lnTo>
                  <a:cubicBezTo>
                    <a:pt x="1960" y="9945"/>
                    <a:pt x="1923" y="9798"/>
                    <a:pt x="1849" y="9613"/>
                  </a:cubicBezTo>
                  <a:cubicBezTo>
                    <a:pt x="1738" y="9095"/>
                    <a:pt x="1405" y="8688"/>
                    <a:pt x="999" y="8319"/>
                  </a:cubicBezTo>
                  <a:cubicBezTo>
                    <a:pt x="851" y="8208"/>
                    <a:pt x="740" y="8097"/>
                    <a:pt x="666" y="8023"/>
                  </a:cubicBezTo>
                  <a:cubicBezTo>
                    <a:pt x="851" y="7912"/>
                    <a:pt x="1110" y="7653"/>
                    <a:pt x="1405" y="7357"/>
                  </a:cubicBezTo>
                  <a:cubicBezTo>
                    <a:pt x="1553" y="7210"/>
                    <a:pt x="1627" y="7062"/>
                    <a:pt x="1664" y="6877"/>
                  </a:cubicBezTo>
                  <a:cubicBezTo>
                    <a:pt x="1664" y="6840"/>
                    <a:pt x="1738" y="6766"/>
                    <a:pt x="1738" y="6766"/>
                  </a:cubicBezTo>
                  <a:cubicBezTo>
                    <a:pt x="1738" y="6766"/>
                    <a:pt x="1738" y="6729"/>
                    <a:pt x="1775" y="6729"/>
                  </a:cubicBezTo>
                  <a:cubicBezTo>
                    <a:pt x="1849" y="6618"/>
                    <a:pt x="1923" y="6396"/>
                    <a:pt x="1960" y="6211"/>
                  </a:cubicBezTo>
                  <a:cubicBezTo>
                    <a:pt x="2108" y="5731"/>
                    <a:pt x="2034" y="5213"/>
                    <a:pt x="1812" y="4659"/>
                  </a:cubicBezTo>
                  <a:cubicBezTo>
                    <a:pt x="1775" y="4474"/>
                    <a:pt x="1664" y="4289"/>
                    <a:pt x="1627" y="4178"/>
                  </a:cubicBezTo>
                  <a:cubicBezTo>
                    <a:pt x="2367" y="4141"/>
                    <a:pt x="3032" y="3919"/>
                    <a:pt x="3476" y="3513"/>
                  </a:cubicBezTo>
                  <a:cubicBezTo>
                    <a:pt x="4178" y="2847"/>
                    <a:pt x="4363" y="1960"/>
                    <a:pt x="4400" y="1516"/>
                  </a:cubicBezTo>
                  <a:cubicBezTo>
                    <a:pt x="4733" y="1664"/>
                    <a:pt x="5250" y="1849"/>
                    <a:pt x="5842" y="1849"/>
                  </a:cubicBezTo>
                  <a:cubicBezTo>
                    <a:pt x="6064" y="1849"/>
                    <a:pt x="6359" y="1775"/>
                    <a:pt x="6618" y="1738"/>
                  </a:cubicBezTo>
                  <a:cubicBezTo>
                    <a:pt x="7284" y="1553"/>
                    <a:pt x="7764" y="1109"/>
                    <a:pt x="8208" y="444"/>
                  </a:cubicBezTo>
                  <a:close/>
                  <a:moveTo>
                    <a:pt x="8023" y="0"/>
                  </a:moveTo>
                  <a:cubicBezTo>
                    <a:pt x="7653" y="740"/>
                    <a:pt x="7136" y="1183"/>
                    <a:pt x="6470" y="1442"/>
                  </a:cubicBezTo>
                  <a:cubicBezTo>
                    <a:pt x="6259" y="1499"/>
                    <a:pt x="6048" y="1521"/>
                    <a:pt x="5844" y="1521"/>
                  </a:cubicBezTo>
                  <a:cubicBezTo>
                    <a:pt x="4979" y="1521"/>
                    <a:pt x="4252" y="1109"/>
                    <a:pt x="4252" y="1109"/>
                  </a:cubicBezTo>
                  <a:lnTo>
                    <a:pt x="4178" y="1257"/>
                  </a:lnTo>
                  <a:lnTo>
                    <a:pt x="4030" y="1257"/>
                  </a:lnTo>
                  <a:cubicBezTo>
                    <a:pt x="4030" y="1257"/>
                    <a:pt x="4030" y="2551"/>
                    <a:pt x="3217" y="3328"/>
                  </a:cubicBezTo>
                  <a:cubicBezTo>
                    <a:pt x="2776" y="3735"/>
                    <a:pt x="2149" y="3924"/>
                    <a:pt x="1420" y="3924"/>
                  </a:cubicBezTo>
                  <a:cubicBezTo>
                    <a:pt x="1354" y="3924"/>
                    <a:pt x="1288" y="3922"/>
                    <a:pt x="1221" y="3919"/>
                  </a:cubicBezTo>
                  <a:lnTo>
                    <a:pt x="1221" y="4104"/>
                  </a:lnTo>
                  <a:lnTo>
                    <a:pt x="1073" y="4215"/>
                  </a:lnTo>
                  <a:cubicBezTo>
                    <a:pt x="1221" y="4437"/>
                    <a:pt x="1295" y="4622"/>
                    <a:pt x="1405" y="4843"/>
                  </a:cubicBezTo>
                  <a:cubicBezTo>
                    <a:pt x="1553" y="5250"/>
                    <a:pt x="1627" y="5879"/>
                    <a:pt x="1442" y="6433"/>
                  </a:cubicBezTo>
                  <a:cubicBezTo>
                    <a:pt x="1442" y="6507"/>
                    <a:pt x="1405" y="6544"/>
                    <a:pt x="1368" y="6655"/>
                  </a:cubicBezTo>
                  <a:cubicBezTo>
                    <a:pt x="1258" y="6877"/>
                    <a:pt x="1110" y="7062"/>
                    <a:pt x="999" y="7247"/>
                  </a:cubicBezTo>
                  <a:lnTo>
                    <a:pt x="925" y="7284"/>
                  </a:lnTo>
                  <a:cubicBezTo>
                    <a:pt x="703" y="7542"/>
                    <a:pt x="370" y="7801"/>
                    <a:pt x="1" y="7986"/>
                  </a:cubicBezTo>
                  <a:lnTo>
                    <a:pt x="148" y="8171"/>
                  </a:lnTo>
                  <a:lnTo>
                    <a:pt x="1" y="8319"/>
                  </a:lnTo>
                  <a:cubicBezTo>
                    <a:pt x="259" y="8430"/>
                    <a:pt x="518" y="8578"/>
                    <a:pt x="703" y="8725"/>
                  </a:cubicBezTo>
                  <a:cubicBezTo>
                    <a:pt x="1036" y="9058"/>
                    <a:pt x="1405" y="9465"/>
                    <a:pt x="1553" y="10056"/>
                  </a:cubicBezTo>
                  <a:cubicBezTo>
                    <a:pt x="1553" y="10167"/>
                    <a:pt x="1590" y="10204"/>
                    <a:pt x="1590" y="10278"/>
                  </a:cubicBezTo>
                  <a:cubicBezTo>
                    <a:pt x="1590" y="10537"/>
                    <a:pt x="1590" y="10759"/>
                    <a:pt x="1553" y="10981"/>
                  </a:cubicBezTo>
                  <a:lnTo>
                    <a:pt x="1553" y="11018"/>
                  </a:lnTo>
                  <a:cubicBezTo>
                    <a:pt x="1442" y="11350"/>
                    <a:pt x="1295" y="11720"/>
                    <a:pt x="1073" y="12053"/>
                  </a:cubicBezTo>
                  <a:lnTo>
                    <a:pt x="1258" y="12164"/>
                  </a:lnTo>
                  <a:lnTo>
                    <a:pt x="1221" y="12312"/>
                  </a:lnTo>
                  <a:cubicBezTo>
                    <a:pt x="1287" y="12309"/>
                    <a:pt x="1354" y="12307"/>
                    <a:pt x="1420" y="12307"/>
                  </a:cubicBezTo>
                  <a:cubicBezTo>
                    <a:pt x="2154" y="12307"/>
                    <a:pt x="2813" y="12499"/>
                    <a:pt x="3254" y="12940"/>
                  </a:cubicBezTo>
                  <a:cubicBezTo>
                    <a:pt x="4067" y="13716"/>
                    <a:pt x="4067" y="15010"/>
                    <a:pt x="4067" y="15010"/>
                  </a:cubicBezTo>
                  <a:lnTo>
                    <a:pt x="4215" y="15010"/>
                  </a:lnTo>
                  <a:lnTo>
                    <a:pt x="4326" y="15158"/>
                  </a:lnTo>
                  <a:cubicBezTo>
                    <a:pt x="4326" y="15158"/>
                    <a:pt x="5036" y="14732"/>
                    <a:pt x="5888" y="14732"/>
                  </a:cubicBezTo>
                  <a:cubicBezTo>
                    <a:pt x="6101" y="14732"/>
                    <a:pt x="6323" y="14759"/>
                    <a:pt x="6544" y="14826"/>
                  </a:cubicBezTo>
                  <a:cubicBezTo>
                    <a:pt x="7173" y="15010"/>
                    <a:pt x="7690" y="15454"/>
                    <a:pt x="8060" y="16267"/>
                  </a:cubicBezTo>
                  <a:lnTo>
                    <a:pt x="8245" y="16157"/>
                  </a:lnTo>
                  <a:lnTo>
                    <a:pt x="8319" y="16267"/>
                  </a:lnTo>
                  <a:cubicBezTo>
                    <a:pt x="8689" y="15528"/>
                    <a:pt x="9243" y="15010"/>
                    <a:pt x="9909" y="14826"/>
                  </a:cubicBezTo>
                  <a:cubicBezTo>
                    <a:pt x="10131" y="14759"/>
                    <a:pt x="10352" y="14732"/>
                    <a:pt x="10565" y="14732"/>
                  </a:cubicBezTo>
                  <a:cubicBezTo>
                    <a:pt x="11417" y="14732"/>
                    <a:pt x="12127" y="15158"/>
                    <a:pt x="12127" y="15158"/>
                  </a:cubicBezTo>
                  <a:lnTo>
                    <a:pt x="12201" y="15010"/>
                  </a:lnTo>
                  <a:lnTo>
                    <a:pt x="12349" y="15010"/>
                  </a:lnTo>
                  <a:cubicBezTo>
                    <a:pt x="12349" y="15010"/>
                    <a:pt x="12349" y="13716"/>
                    <a:pt x="13199" y="12940"/>
                  </a:cubicBezTo>
                  <a:cubicBezTo>
                    <a:pt x="13606" y="12499"/>
                    <a:pt x="14231" y="12307"/>
                    <a:pt x="14989" y="12307"/>
                  </a:cubicBezTo>
                  <a:cubicBezTo>
                    <a:pt x="15057" y="12307"/>
                    <a:pt x="15126" y="12309"/>
                    <a:pt x="15195" y="12312"/>
                  </a:cubicBezTo>
                  <a:lnTo>
                    <a:pt x="15195" y="12127"/>
                  </a:lnTo>
                  <a:lnTo>
                    <a:pt x="15306" y="12127"/>
                  </a:lnTo>
                  <a:cubicBezTo>
                    <a:pt x="15122" y="11831"/>
                    <a:pt x="15048" y="11535"/>
                    <a:pt x="14937" y="11313"/>
                  </a:cubicBezTo>
                  <a:cubicBezTo>
                    <a:pt x="14826" y="10907"/>
                    <a:pt x="14715" y="10315"/>
                    <a:pt x="14900" y="9761"/>
                  </a:cubicBezTo>
                  <a:cubicBezTo>
                    <a:pt x="14900" y="9650"/>
                    <a:pt x="14937" y="9613"/>
                    <a:pt x="15011" y="9502"/>
                  </a:cubicBezTo>
                  <a:cubicBezTo>
                    <a:pt x="15085" y="9280"/>
                    <a:pt x="15232" y="9095"/>
                    <a:pt x="15380" y="8910"/>
                  </a:cubicBezTo>
                  <a:lnTo>
                    <a:pt x="15417" y="8873"/>
                  </a:lnTo>
                  <a:cubicBezTo>
                    <a:pt x="15639" y="8651"/>
                    <a:pt x="15972" y="8393"/>
                    <a:pt x="16342" y="8208"/>
                  </a:cubicBezTo>
                  <a:lnTo>
                    <a:pt x="16231" y="8023"/>
                  </a:lnTo>
                  <a:lnTo>
                    <a:pt x="16379" y="7949"/>
                  </a:lnTo>
                  <a:cubicBezTo>
                    <a:pt x="16157" y="7801"/>
                    <a:pt x="15861" y="7653"/>
                    <a:pt x="15676" y="7542"/>
                  </a:cubicBezTo>
                  <a:cubicBezTo>
                    <a:pt x="15380" y="7210"/>
                    <a:pt x="15011" y="6803"/>
                    <a:pt x="14863" y="6174"/>
                  </a:cubicBezTo>
                  <a:cubicBezTo>
                    <a:pt x="14863" y="6100"/>
                    <a:pt x="14826" y="6064"/>
                    <a:pt x="14826" y="5953"/>
                  </a:cubicBezTo>
                  <a:cubicBezTo>
                    <a:pt x="14826" y="5731"/>
                    <a:pt x="14826" y="5509"/>
                    <a:pt x="14863" y="5250"/>
                  </a:cubicBezTo>
                  <a:lnTo>
                    <a:pt x="14863" y="5213"/>
                  </a:lnTo>
                  <a:cubicBezTo>
                    <a:pt x="14937" y="4880"/>
                    <a:pt x="15085" y="4511"/>
                    <a:pt x="15306" y="4215"/>
                  </a:cubicBezTo>
                  <a:lnTo>
                    <a:pt x="15122" y="4104"/>
                  </a:lnTo>
                  <a:lnTo>
                    <a:pt x="15195" y="3919"/>
                  </a:lnTo>
                  <a:lnTo>
                    <a:pt x="15195" y="3919"/>
                  </a:lnTo>
                  <a:cubicBezTo>
                    <a:pt x="15125" y="3922"/>
                    <a:pt x="15056" y="3924"/>
                    <a:pt x="14987" y="3924"/>
                  </a:cubicBezTo>
                  <a:cubicBezTo>
                    <a:pt x="14230" y="3924"/>
                    <a:pt x="13603" y="3735"/>
                    <a:pt x="13162" y="3328"/>
                  </a:cubicBezTo>
                  <a:cubicBezTo>
                    <a:pt x="12312" y="2551"/>
                    <a:pt x="12312" y="1257"/>
                    <a:pt x="12312" y="1257"/>
                  </a:cubicBezTo>
                  <a:lnTo>
                    <a:pt x="12164" y="1257"/>
                  </a:lnTo>
                  <a:lnTo>
                    <a:pt x="12090" y="1109"/>
                  </a:lnTo>
                  <a:cubicBezTo>
                    <a:pt x="12090" y="1109"/>
                    <a:pt x="11363" y="1521"/>
                    <a:pt x="10498" y="1521"/>
                  </a:cubicBezTo>
                  <a:cubicBezTo>
                    <a:pt x="10294" y="1521"/>
                    <a:pt x="10083" y="1499"/>
                    <a:pt x="9872" y="1442"/>
                  </a:cubicBezTo>
                  <a:cubicBezTo>
                    <a:pt x="9206" y="1257"/>
                    <a:pt x="8726" y="777"/>
                    <a:pt x="8319" y="0"/>
                  </a:cubicBezTo>
                  <a:lnTo>
                    <a:pt x="8134" y="74"/>
                  </a:lnTo>
                  <a:lnTo>
                    <a:pt x="80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98;p51">
              <a:extLst>
                <a:ext uri="{FF2B5EF4-FFF2-40B4-BE49-F238E27FC236}">
                  <a16:creationId xmlns:a16="http://schemas.microsoft.com/office/drawing/2014/main" id="{7AC10758-98A3-80D7-F7B7-9A67012C8697}"/>
                </a:ext>
              </a:extLst>
            </p:cNvPr>
            <p:cNvSpPr/>
            <p:nvPr/>
          </p:nvSpPr>
          <p:spPr>
            <a:xfrm>
              <a:off x="3046075" y="992325"/>
              <a:ext cx="174725" cy="119250"/>
            </a:xfrm>
            <a:custGeom>
              <a:avLst/>
              <a:gdLst/>
              <a:ahLst/>
              <a:cxnLst/>
              <a:rect l="l" t="t" r="r" b="b"/>
              <a:pathLst>
                <a:path w="6989" h="4770" extrusionOk="0">
                  <a:moveTo>
                    <a:pt x="1" y="0"/>
                  </a:moveTo>
                  <a:lnTo>
                    <a:pt x="1" y="850"/>
                  </a:lnTo>
                  <a:cubicBezTo>
                    <a:pt x="1406" y="2181"/>
                    <a:pt x="1406" y="4289"/>
                    <a:pt x="1406" y="4363"/>
                  </a:cubicBezTo>
                  <a:lnTo>
                    <a:pt x="1627" y="4363"/>
                  </a:lnTo>
                  <a:lnTo>
                    <a:pt x="1775" y="4584"/>
                  </a:lnTo>
                  <a:cubicBezTo>
                    <a:pt x="1775" y="4584"/>
                    <a:pt x="2966" y="3908"/>
                    <a:pt x="4400" y="3908"/>
                  </a:cubicBezTo>
                  <a:cubicBezTo>
                    <a:pt x="4771" y="3908"/>
                    <a:pt x="5159" y="3953"/>
                    <a:pt x="5546" y="4067"/>
                  </a:cubicBezTo>
                  <a:cubicBezTo>
                    <a:pt x="6027" y="4215"/>
                    <a:pt x="6434" y="4437"/>
                    <a:pt x="6803" y="4769"/>
                  </a:cubicBezTo>
                  <a:cubicBezTo>
                    <a:pt x="6877" y="4511"/>
                    <a:pt x="6951" y="4289"/>
                    <a:pt x="6988" y="4067"/>
                  </a:cubicBezTo>
                  <a:cubicBezTo>
                    <a:pt x="6618" y="3734"/>
                    <a:pt x="6212" y="3586"/>
                    <a:pt x="5731" y="3438"/>
                  </a:cubicBezTo>
                  <a:cubicBezTo>
                    <a:pt x="5268" y="3291"/>
                    <a:pt x="4811" y="3234"/>
                    <a:pt x="4379" y="3234"/>
                  </a:cubicBezTo>
                  <a:cubicBezTo>
                    <a:pt x="3396" y="3234"/>
                    <a:pt x="2536" y="3529"/>
                    <a:pt x="1997" y="3734"/>
                  </a:cubicBezTo>
                  <a:cubicBezTo>
                    <a:pt x="1886" y="2921"/>
                    <a:pt x="1590" y="1405"/>
                    <a:pt x="407" y="333"/>
                  </a:cubicBezTo>
                  <a:cubicBezTo>
                    <a:pt x="297" y="185"/>
                    <a:pt x="149" y="11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099;p51">
              <a:extLst>
                <a:ext uri="{FF2B5EF4-FFF2-40B4-BE49-F238E27FC236}">
                  <a16:creationId xmlns:a16="http://schemas.microsoft.com/office/drawing/2014/main" id="{17164510-6C68-B4C7-631C-D12FD35DF252}"/>
                </a:ext>
              </a:extLst>
            </p:cNvPr>
            <p:cNvSpPr/>
            <p:nvPr/>
          </p:nvSpPr>
          <p:spPr>
            <a:xfrm>
              <a:off x="3294700" y="977525"/>
              <a:ext cx="204300" cy="128500"/>
            </a:xfrm>
            <a:custGeom>
              <a:avLst/>
              <a:gdLst/>
              <a:ahLst/>
              <a:cxnLst/>
              <a:rect l="l" t="t" r="r" b="b"/>
              <a:pathLst>
                <a:path w="8172" h="5140" extrusionOk="0">
                  <a:moveTo>
                    <a:pt x="8171" y="1"/>
                  </a:moveTo>
                  <a:cubicBezTo>
                    <a:pt x="7469" y="185"/>
                    <a:pt x="6988" y="518"/>
                    <a:pt x="6508" y="925"/>
                  </a:cubicBezTo>
                  <a:cubicBezTo>
                    <a:pt x="5362" y="1997"/>
                    <a:pt x="5029" y="3513"/>
                    <a:pt x="4955" y="4363"/>
                  </a:cubicBezTo>
                  <a:cubicBezTo>
                    <a:pt x="4440" y="4131"/>
                    <a:pt x="3565" y="3827"/>
                    <a:pt x="2556" y="3827"/>
                  </a:cubicBezTo>
                  <a:cubicBezTo>
                    <a:pt x="2118" y="3827"/>
                    <a:pt x="1654" y="3885"/>
                    <a:pt x="1184" y="4030"/>
                  </a:cubicBezTo>
                  <a:cubicBezTo>
                    <a:pt x="777" y="4178"/>
                    <a:pt x="371" y="4363"/>
                    <a:pt x="1" y="4585"/>
                  </a:cubicBezTo>
                  <a:cubicBezTo>
                    <a:pt x="186" y="4733"/>
                    <a:pt x="260" y="4918"/>
                    <a:pt x="371" y="5103"/>
                  </a:cubicBezTo>
                  <a:cubicBezTo>
                    <a:pt x="703" y="4881"/>
                    <a:pt x="999" y="4733"/>
                    <a:pt x="1332" y="4622"/>
                  </a:cubicBezTo>
                  <a:cubicBezTo>
                    <a:pt x="1712" y="4508"/>
                    <a:pt x="2093" y="4463"/>
                    <a:pt x="2460" y="4463"/>
                  </a:cubicBezTo>
                  <a:cubicBezTo>
                    <a:pt x="3879" y="4463"/>
                    <a:pt x="5081" y="5140"/>
                    <a:pt x="5140" y="5140"/>
                  </a:cubicBezTo>
                  <a:lnTo>
                    <a:pt x="5251" y="4955"/>
                  </a:lnTo>
                  <a:lnTo>
                    <a:pt x="5546" y="4955"/>
                  </a:lnTo>
                  <a:cubicBezTo>
                    <a:pt x="5546" y="4955"/>
                    <a:pt x="5546" y="2736"/>
                    <a:pt x="6988" y="1442"/>
                  </a:cubicBezTo>
                  <a:cubicBezTo>
                    <a:pt x="7284" y="1110"/>
                    <a:pt x="7728" y="888"/>
                    <a:pt x="8171" y="703"/>
                  </a:cubicBezTo>
                  <a:lnTo>
                    <a:pt x="8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00;p51">
              <a:extLst>
                <a:ext uri="{FF2B5EF4-FFF2-40B4-BE49-F238E27FC236}">
                  <a16:creationId xmlns:a16="http://schemas.microsoft.com/office/drawing/2014/main" id="{8D1FC9CE-9220-AC51-2605-747C659764E4}"/>
                </a:ext>
              </a:extLst>
            </p:cNvPr>
            <p:cNvSpPr/>
            <p:nvPr/>
          </p:nvSpPr>
          <p:spPr>
            <a:xfrm>
              <a:off x="3200425" y="777200"/>
              <a:ext cx="137750" cy="148350"/>
            </a:xfrm>
            <a:custGeom>
              <a:avLst/>
              <a:gdLst/>
              <a:ahLst/>
              <a:cxnLst/>
              <a:rect l="l" t="t" r="r" b="b"/>
              <a:pathLst>
                <a:path w="5510" h="5934" extrusionOk="0">
                  <a:moveTo>
                    <a:pt x="3043" y="1"/>
                  </a:moveTo>
                  <a:cubicBezTo>
                    <a:pt x="1908" y="1"/>
                    <a:pt x="798" y="936"/>
                    <a:pt x="444" y="2320"/>
                  </a:cubicBezTo>
                  <a:cubicBezTo>
                    <a:pt x="1" y="3910"/>
                    <a:pt x="666" y="5500"/>
                    <a:pt x="1960" y="5869"/>
                  </a:cubicBezTo>
                  <a:cubicBezTo>
                    <a:pt x="2123" y="5912"/>
                    <a:pt x="2289" y="5933"/>
                    <a:pt x="2454" y="5933"/>
                  </a:cubicBezTo>
                  <a:cubicBezTo>
                    <a:pt x="3565" y="5933"/>
                    <a:pt x="4680" y="4998"/>
                    <a:pt x="5066" y="3614"/>
                  </a:cubicBezTo>
                  <a:cubicBezTo>
                    <a:pt x="5509" y="1987"/>
                    <a:pt x="4807" y="398"/>
                    <a:pt x="3550" y="65"/>
                  </a:cubicBezTo>
                  <a:cubicBezTo>
                    <a:pt x="3382" y="22"/>
                    <a:pt x="3213" y="1"/>
                    <a:pt x="30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01;p51">
              <a:extLst>
                <a:ext uri="{FF2B5EF4-FFF2-40B4-BE49-F238E27FC236}">
                  <a16:creationId xmlns:a16="http://schemas.microsoft.com/office/drawing/2014/main" id="{0DF5BD4E-599D-2E15-DC15-59ED0FDBC388}"/>
                </a:ext>
              </a:extLst>
            </p:cNvPr>
            <p:cNvSpPr/>
            <p:nvPr/>
          </p:nvSpPr>
          <p:spPr>
            <a:xfrm>
              <a:off x="3253125" y="740325"/>
              <a:ext cx="73950" cy="62800"/>
            </a:xfrm>
            <a:custGeom>
              <a:avLst/>
              <a:gdLst/>
              <a:ahLst/>
              <a:cxnLst/>
              <a:rect l="l" t="t" r="r" b="b"/>
              <a:pathLst>
                <a:path w="2958" h="2512" extrusionOk="0">
                  <a:moveTo>
                    <a:pt x="1418" y="0"/>
                  </a:moveTo>
                  <a:cubicBezTo>
                    <a:pt x="852" y="0"/>
                    <a:pt x="335" y="370"/>
                    <a:pt x="185" y="911"/>
                  </a:cubicBezTo>
                  <a:cubicBezTo>
                    <a:pt x="0" y="1577"/>
                    <a:pt x="444" y="2279"/>
                    <a:pt x="1146" y="2464"/>
                  </a:cubicBezTo>
                  <a:cubicBezTo>
                    <a:pt x="1275" y="2496"/>
                    <a:pt x="1402" y="2512"/>
                    <a:pt x="1526" y="2512"/>
                  </a:cubicBezTo>
                  <a:cubicBezTo>
                    <a:pt x="2114" y="2512"/>
                    <a:pt x="2620" y="2164"/>
                    <a:pt x="2773" y="1614"/>
                  </a:cubicBezTo>
                  <a:cubicBezTo>
                    <a:pt x="2958" y="948"/>
                    <a:pt x="2551" y="246"/>
                    <a:pt x="1812" y="61"/>
                  </a:cubicBezTo>
                  <a:cubicBezTo>
                    <a:pt x="1681" y="20"/>
                    <a:pt x="1548" y="0"/>
                    <a:pt x="14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02;p51">
              <a:extLst>
                <a:ext uri="{FF2B5EF4-FFF2-40B4-BE49-F238E27FC236}">
                  <a16:creationId xmlns:a16="http://schemas.microsoft.com/office/drawing/2014/main" id="{B957B846-3B5A-DFC4-ECDA-AF48F7093B67}"/>
                </a:ext>
              </a:extLst>
            </p:cNvPr>
            <p:cNvSpPr/>
            <p:nvPr/>
          </p:nvSpPr>
          <p:spPr>
            <a:xfrm>
              <a:off x="3293775" y="777525"/>
              <a:ext cx="110950" cy="57450"/>
            </a:xfrm>
            <a:custGeom>
              <a:avLst/>
              <a:gdLst/>
              <a:ahLst/>
              <a:cxnLst/>
              <a:rect l="l" t="t" r="r" b="b"/>
              <a:pathLst>
                <a:path w="4438" h="2298" extrusionOk="0">
                  <a:moveTo>
                    <a:pt x="4081" y="0"/>
                  </a:moveTo>
                  <a:cubicBezTo>
                    <a:pt x="3998" y="0"/>
                    <a:pt x="3924" y="28"/>
                    <a:pt x="3883" y="89"/>
                  </a:cubicBezTo>
                  <a:cubicBezTo>
                    <a:pt x="3818" y="154"/>
                    <a:pt x="2574" y="1656"/>
                    <a:pt x="1039" y="1656"/>
                  </a:cubicBezTo>
                  <a:cubicBezTo>
                    <a:pt x="833" y="1656"/>
                    <a:pt x="622" y="1629"/>
                    <a:pt x="408" y="1568"/>
                  </a:cubicBezTo>
                  <a:cubicBezTo>
                    <a:pt x="392" y="1564"/>
                    <a:pt x="376" y="1562"/>
                    <a:pt x="360" y="1562"/>
                  </a:cubicBezTo>
                  <a:cubicBezTo>
                    <a:pt x="222" y="1562"/>
                    <a:pt x="71" y="1694"/>
                    <a:pt x="38" y="1826"/>
                  </a:cubicBezTo>
                  <a:cubicBezTo>
                    <a:pt x="1" y="1937"/>
                    <a:pt x="112" y="2122"/>
                    <a:pt x="260" y="2196"/>
                  </a:cubicBezTo>
                  <a:cubicBezTo>
                    <a:pt x="519" y="2267"/>
                    <a:pt x="774" y="2298"/>
                    <a:pt x="1021" y="2298"/>
                  </a:cubicBezTo>
                  <a:cubicBezTo>
                    <a:pt x="2855" y="2298"/>
                    <a:pt x="4294" y="589"/>
                    <a:pt x="4326" y="459"/>
                  </a:cubicBezTo>
                  <a:cubicBezTo>
                    <a:pt x="4437" y="348"/>
                    <a:pt x="4437" y="163"/>
                    <a:pt x="4289" y="52"/>
                  </a:cubicBezTo>
                  <a:cubicBezTo>
                    <a:pt x="4223" y="19"/>
                    <a:pt x="4149" y="0"/>
                    <a:pt x="40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03;p51">
              <a:extLst>
                <a:ext uri="{FF2B5EF4-FFF2-40B4-BE49-F238E27FC236}">
                  <a16:creationId xmlns:a16="http://schemas.microsoft.com/office/drawing/2014/main" id="{A68A31C7-F459-98DE-AE59-B2982C187CDD}"/>
                </a:ext>
              </a:extLst>
            </p:cNvPr>
            <p:cNvSpPr/>
            <p:nvPr/>
          </p:nvSpPr>
          <p:spPr>
            <a:xfrm>
              <a:off x="3266975" y="886025"/>
              <a:ext cx="85075" cy="95225"/>
            </a:xfrm>
            <a:custGeom>
              <a:avLst/>
              <a:gdLst/>
              <a:ahLst/>
              <a:cxnLst/>
              <a:rect l="l" t="t" r="r" b="b"/>
              <a:pathLst>
                <a:path w="3403" h="3809" extrusionOk="0">
                  <a:moveTo>
                    <a:pt x="333" y="0"/>
                  </a:moveTo>
                  <a:cubicBezTo>
                    <a:pt x="186" y="0"/>
                    <a:pt x="1" y="111"/>
                    <a:pt x="1" y="296"/>
                  </a:cubicBezTo>
                  <a:cubicBezTo>
                    <a:pt x="1" y="444"/>
                    <a:pt x="75" y="629"/>
                    <a:pt x="260" y="629"/>
                  </a:cubicBezTo>
                  <a:cubicBezTo>
                    <a:pt x="333" y="666"/>
                    <a:pt x="2182" y="888"/>
                    <a:pt x="2811" y="3587"/>
                  </a:cubicBezTo>
                  <a:cubicBezTo>
                    <a:pt x="2847" y="3698"/>
                    <a:pt x="2958" y="3771"/>
                    <a:pt x="3032" y="3808"/>
                  </a:cubicBezTo>
                  <a:lnTo>
                    <a:pt x="3143" y="3808"/>
                  </a:lnTo>
                  <a:cubicBezTo>
                    <a:pt x="3328" y="3735"/>
                    <a:pt x="3402" y="3624"/>
                    <a:pt x="3365" y="3439"/>
                  </a:cubicBezTo>
                  <a:cubicBezTo>
                    <a:pt x="2626" y="296"/>
                    <a:pt x="407" y="0"/>
                    <a:pt x="3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04;p51">
              <a:extLst>
                <a:ext uri="{FF2B5EF4-FFF2-40B4-BE49-F238E27FC236}">
                  <a16:creationId xmlns:a16="http://schemas.microsoft.com/office/drawing/2014/main" id="{8D8C9F8A-D723-3251-9F20-8194BF0FB619}"/>
                </a:ext>
              </a:extLst>
            </p:cNvPr>
            <p:cNvSpPr/>
            <p:nvPr/>
          </p:nvSpPr>
          <p:spPr>
            <a:xfrm>
              <a:off x="3254050" y="841175"/>
              <a:ext cx="151600" cy="52500"/>
            </a:xfrm>
            <a:custGeom>
              <a:avLst/>
              <a:gdLst/>
              <a:ahLst/>
              <a:cxnLst/>
              <a:rect l="l" t="t" r="r" b="b"/>
              <a:pathLst>
                <a:path w="6064" h="2100" extrusionOk="0">
                  <a:moveTo>
                    <a:pt x="339" y="0"/>
                  </a:moveTo>
                  <a:cubicBezTo>
                    <a:pt x="232" y="0"/>
                    <a:pt x="97" y="121"/>
                    <a:pt x="37" y="242"/>
                  </a:cubicBezTo>
                  <a:cubicBezTo>
                    <a:pt x="0" y="390"/>
                    <a:pt x="148" y="574"/>
                    <a:pt x="296" y="611"/>
                  </a:cubicBezTo>
                  <a:lnTo>
                    <a:pt x="5657" y="2090"/>
                  </a:lnTo>
                  <a:cubicBezTo>
                    <a:pt x="5687" y="2096"/>
                    <a:pt x="5716" y="2099"/>
                    <a:pt x="5743" y="2099"/>
                  </a:cubicBezTo>
                  <a:cubicBezTo>
                    <a:pt x="5877" y="2099"/>
                    <a:pt x="5965" y="2022"/>
                    <a:pt x="6026" y="1868"/>
                  </a:cubicBezTo>
                  <a:cubicBezTo>
                    <a:pt x="6063" y="1721"/>
                    <a:pt x="5952" y="1536"/>
                    <a:pt x="5768" y="1499"/>
                  </a:cubicBezTo>
                  <a:lnTo>
                    <a:pt x="407" y="20"/>
                  </a:lnTo>
                  <a:cubicBezTo>
                    <a:pt x="386" y="6"/>
                    <a:pt x="364" y="0"/>
                    <a:pt x="3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05;p51">
              <a:extLst>
                <a:ext uri="{FF2B5EF4-FFF2-40B4-BE49-F238E27FC236}">
                  <a16:creationId xmlns:a16="http://schemas.microsoft.com/office/drawing/2014/main" id="{7349DBE2-B86B-5A54-4C13-4F6B423F923B}"/>
                </a:ext>
              </a:extLst>
            </p:cNvPr>
            <p:cNvSpPr/>
            <p:nvPr/>
          </p:nvSpPr>
          <p:spPr>
            <a:xfrm>
              <a:off x="3183800" y="721025"/>
              <a:ext cx="78575" cy="97725"/>
            </a:xfrm>
            <a:custGeom>
              <a:avLst/>
              <a:gdLst/>
              <a:ahLst/>
              <a:cxnLst/>
              <a:rect l="l" t="t" r="r" b="b"/>
              <a:pathLst>
                <a:path w="3143" h="3909" extrusionOk="0">
                  <a:moveTo>
                    <a:pt x="357" y="0"/>
                  </a:moveTo>
                  <a:cubicBezTo>
                    <a:pt x="326" y="0"/>
                    <a:pt x="293" y="6"/>
                    <a:pt x="259" y="20"/>
                  </a:cubicBezTo>
                  <a:cubicBezTo>
                    <a:pt x="111" y="57"/>
                    <a:pt x="0" y="205"/>
                    <a:pt x="37" y="389"/>
                  </a:cubicBezTo>
                  <a:cubicBezTo>
                    <a:pt x="74" y="500"/>
                    <a:pt x="555" y="3273"/>
                    <a:pt x="2736" y="3902"/>
                  </a:cubicBezTo>
                  <a:cubicBezTo>
                    <a:pt x="2750" y="3906"/>
                    <a:pt x="2766" y="3909"/>
                    <a:pt x="2782" y="3909"/>
                  </a:cubicBezTo>
                  <a:cubicBezTo>
                    <a:pt x="2892" y="3909"/>
                    <a:pt x="3041" y="3799"/>
                    <a:pt x="3106" y="3606"/>
                  </a:cubicBezTo>
                  <a:cubicBezTo>
                    <a:pt x="3143" y="3458"/>
                    <a:pt x="2995" y="3273"/>
                    <a:pt x="2847" y="3236"/>
                  </a:cubicBezTo>
                  <a:cubicBezTo>
                    <a:pt x="1073" y="2792"/>
                    <a:pt x="629" y="278"/>
                    <a:pt x="629" y="242"/>
                  </a:cubicBezTo>
                  <a:cubicBezTo>
                    <a:pt x="599" y="121"/>
                    <a:pt x="495" y="0"/>
                    <a:pt x="3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06;p51">
              <a:extLst>
                <a:ext uri="{FF2B5EF4-FFF2-40B4-BE49-F238E27FC236}">
                  <a16:creationId xmlns:a16="http://schemas.microsoft.com/office/drawing/2014/main" id="{C71161CF-3A8A-3B43-8343-803BC212B172}"/>
                </a:ext>
              </a:extLst>
            </p:cNvPr>
            <p:cNvSpPr/>
            <p:nvPr/>
          </p:nvSpPr>
          <p:spPr>
            <a:xfrm>
              <a:off x="3132950" y="871875"/>
              <a:ext cx="117425" cy="53350"/>
            </a:xfrm>
            <a:custGeom>
              <a:avLst/>
              <a:gdLst/>
              <a:ahLst/>
              <a:cxnLst/>
              <a:rect l="l" t="t" r="r" b="b"/>
              <a:pathLst>
                <a:path w="4697" h="2134" extrusionOk="0">
                  <a:moveTo>
                    <a:pt x="3379" y="1"/>
                  </a:moveTo>
                  <a:cubicBezTo>
                    <a:pt x="2568" y="1"/>
                    <a:pt x="1394" y="295"/>
                    <a:pt x="149" y="1602"/>
                  </a:cubicBezTo>
                  <a:cubicBezTo>
                    <a:pt x="1" y="1676"/>
                    <a:pt x="1" y="1860"/>
                    <a:pt x="149" y="2008"/>
                  </a:cubicBezTo>
                  <a:cubicBezTo>
                    <a:pt x="186" y="2045"/>
                    <a:pt x="223" y="2119"/>
                    <a:pt x="260" y="2119"/>
                  </a:cubicBezTo>
                  <a:cubicBezTo>
                    <a:pt x="288" y="2128"/>
                    <a:pt x="313" y="2133"/>
                    <a:pt x="337" y="2133"/>
                  </a:cubicBezTo>
                  <a:cubicBezTo>
                    <a:pt x="410" y="2133"/>
                    <a:pt x="472" y="2092"/>
                    <a:pt x="556" y="2008"/>
                  </a:cubicBezTo>
                  <a:cubicBezTo>
                    <a:pt x="1646" y="854"/>
                    <a:pt x="2662" y="602"/>
                    <a:pt x="3347" y="602"/>
                  </a:cubicBezTo>
                  <a:cubicBezTo>
                    <a:pt x="3846" y="602"/>
                    <a:pt x="4169" y="736"/>
                    <a:pt x="4216" y="751"/>
                  </a:cubicBezTo>
                  <a:cubicBezTo>
                    <a:pt x="4270" y="784"/>
                    <a:pt x="4324" y="797"/>
                    <a:pt x="4374" y="797"/>
                  </a:cubicBezTo>
                  <a:cubicBezTo>
                    <a:pt x="4496" y="797"/>
                    <a:pt x="4596" y="719"/>
                    <a:pt x="4622" y="640"/>
                  </a:cubicBezTo>
                  <a:cubicBezTo>
                    <a:pt x="4696" y="456"/>
                    <a:pt x="4622" y="271"/>
                    <a:pt x="4474" y="197"/>
                  </a:cubicBezTo>
                  <a:cubicBezTo>
                    <a:pt x="4426" y="181"/>
                    <a:pt x="4014" y="1"/>
                    <a:pt x="33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1107;p51">
              <a:extLst>
                <a:ext uri="{FF2B5EF4-FFF2-40B4-BE49-F238E27FC236}">
                  <a16:creationId xmlns:a16="http://schemas.microsoft.com/office/drawing/2014/main" id="{42733183-30B6-3277-A073-6A7983EF7048}"/>
                </a:ext>
              </a:extLst>
            </p:cNvPr>
            <p:cNvSpPr/>
            <p:nvPr/>
          </p:nvSpPr>
          <p:spPr>
            <a:xfrm>
              <a:off x="3132050" y="807325"/>
              <a:ext cx="150675" cy="53025"/>
            </a:xfrm>
            <a:custGeom>
              <a:avLst/>
              <a:gdLst/>
              <a:ahLst/>
              <a:cxnLst/>
              <a:rect l="l" t="t" r="r" b="b"/>
              <a:pathLst>
                <a:path w="6027" h="2121" extrusionOk="0">
                  <a:moveTo>
                    <a:pt x="359" y="0"/>
                  </a:moveTo>
                  <a:cubicBezTo>
                    <a:pt x="221" y="0"/>
                    <a:pt x="70" y="132"/>
                    <a:pt x="37" y="265"/>
                  </a:cubicBezTo>
                  <a:cubicBezTo>
                    <a:pt x="0" y="376"/>
                    <a:pt x="111" y="561"/>
                    <a:pt x="259" y="597"/>
                  </a:cubicBezTo>
                  <a:lnTo>
                    <a:pt x="5620" y="2113"/>
                  </a:lnTo>
                  <a:cubicBezTo>
                    <a:pt x="5643" y="2118"/>
                    <a:pt x="5667" y="2120"/>
                    <a:pt x="5691" y="2120"/>
                  </a:cubicBezTo>
                  <a:cubicBezTo>
                    <a:pt x="5849" y="2120"/>
                    <a:pt x="5989" y="2015"/>
                    <a:pt x="5989" y="1854"/>
                  </a:cubicBezTo>
                  <a:cubicBezTo>
                    <a:pt x="6026" y="1744"/>
                    <a:pt x="5915" y="1559"/>
                    <a:pt x="5767" y="1485"/>
                  </a:cubicBezTo>
                  <a:lnTo>
                    <a:pt x="407" y="6"/>
                  </a:lnTo>
                  <a:cubicBezTo>
                    <a:pt x="391" y="2"/>
                    <a:pt x="375" y="0"/>
                    <a:pt x="3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1108;p51">
              <a:extLst>
                <a:ext uri="{FF2B5EF4-FFF2-40B4-BE49-F238E27FC236}">
                  <a16:creationId xmlns:a16="http://schemas.microsoft.com/office/drawing/2014/main" id="{A2771861-9EBC-2319-ABC7-277A6C0CF36F}"/>
                </a:ext>
              </a:extLst>
            </p:cNvPr>
            <p:cNvSpPr/>
            <p:nvPr/>
          </p:nvSpPr>
          <p:spPr>
            <a:xfrm>
              <a:off x="3270675" y="732000"/>
              <a:ext cx="52700" cy="29625"/>
            </a:xfrm>
            <a:custGeom>
              <a:avLst/>
              <a:gdLst/>
              <a:ahLst/>
              <a:cxnLst/>
              <a:rect l="l" t="t" r="r" b="b"/>
              <a:pathLst>
                <a:path w="2108" h="1185" extrusionOk="0">
                  <a:moveTo>
                    <a:pt x="1891" y="0"/>
                  </a:moveTo>
                  <a:cubicBezTo>
                    <a:pt x="1838" y="0"/>
                    <a:pt x="1782" y="18"/>
                    <a:pt x="1738" y="61"/>
                  </a:cubicBezTo>
                  <a:cubicBezTo>
                    <a:pt x="1738" y="61"/>
                    <a:pt x="1132" y="789"/>
                    <a:pt x="468" y="789"/>
                  </a:cubicBezTo>
                  <a:cubicBezTo>
                    <a:pt x="399" y="789"/>
                    <a:pt x="329" y="781"/>
                    <a:pt x="259" y="764"/>
                  </a:cubicBezTo>
                  <a:cubicBezTo>
                    <a:pt x="246" y="757"/>
                    <a:pt x="232" y="754"/>
                    <a:pt x="217" y="754"/>
                  </a:cubicBezTo>
                  <a:cubicBezTo>
                    <a:pt x="148" y="754"/>
                    <a:pt x="68" y="820"/>
                    <a:pt x="38" y="912"/>
                  </a:cubicBezTo>
                  <a:cubicBezTo>
                    <a:pt x="1" y="986"/>
                    <a:pt x="75" y="1096"/>
                    <a:pt x="185" y="1133"/>
                  </a:cubicBezTo>
                  <a:cubicBezTo>
                    <a:pt x="302" y="1169"/>
                    <a:pt x="417" y="1185"/>
                    <a:pt x="530" y="1185"/>
                  </a:cubicBezTo>
                  <a:cubicBezTo>
                    <a:pt x="1349" y="1185"/>
                    <a:pt x="2038" y="353"/>
                    <a:pt x="2071" y="320"/>
                  </a:cubicBezTo>
                  <a:cubicBezTo>
                    <a:pt x="2108" y="209"/>
                    <a:pt x="2108" y="135"/>
                    <a:pt x="1997" y="24"/>
                  </a:cubicBezTo>
                  <a:cubicBezTo>
                    <a:pt x="1966" y="9"/>
                    <a:pt x="1929" y="0"/>
                    <a:pt x="18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1109;p51">
              <a:extLst>
                <a:ext uri="{FF2B5EF4-FFF2-40B4-BE49-F238E27FC236}">
                  <a16:creationId xmlns:a16="http://schemas.microsoft.com/office/drawing/2014/main" id="{50E0B972-CA7C-D837-F046-00B37A69F53F}"/>
                </a:ext>
              </a:extLst>
            </p:cNvPr>
            <p:cNvSpPr/>
            <p:nvPr/>
          </p:nvSpPr>
          <p:spPr>
            <a:xfrm>
              <a:off x="3279925" y="723350"/>
              <a:ext cx="37925" cy="47175"/>
            </a:xfrm>
            <a:custGeom>
              <a:avLst/>
              <a:gdLst/>
              <a:ahLst/>
              <a:cxnLst/>
              <a:rect l="l" t="t" r="r" b="b"/>
              <a:pathLst>
                <a:path w="1517" h="1887" extrusionOk="0">
                  <a:moveTo>
                    <a:pt x="185" y="1"/>
                  </a:moveTo>
                  <a:cubicBezTo>
                    <a:pt x="37" y="1"/>
                    <a:pt x="0" y="149"/>
                    <a:pt x="0" y="222"/>
                  </a:cubicBezTo>
                  <a:cubicBezTo>
                    <a:pt x="0" y="296"/>
                    <a:pt x="222" y="1627"/>
                    <a:pt x="1183" y="1886"/>
                  </a:cubicBezTo>
                  <a:cubicBezTo>
                    <a:pt x="1294" y="1886"/>
                    <a:pt x="1405" y="1849"/>
                    <a:pt x="1479" y="1775"/>
                  </a:cubicBezTo>
                  <a:cubicBezTo>
                    <a:pt x="1516" y="1664"/>
                    <a:pt x="1405" y="1590"/>
                    <a:pt x="1331" y="1516"/>
                  </a:cubicBezTo>
                  <a:cubicBezTo>
                    <a:pt x="592" y="1332"/>
                    <a:pt x="407" y="185"/>
                    <a:pt x="407" y="185"/>
                  </a:cubicBezTo>
                  <a:cubicBezTo>
                    <a:pt x="407" y="38"/>
                    <a:pt x="259" y="1"/>
                    <a:pt x="1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1110;p51">
              <a:extLst>
                <a:ext uri="{FF2B5EF4-FFF2-40B4-BE49-F238E27FC236}">
                  <a16:creationId xmlns:a16="http://schemas.microsoft.com/office/drawing/2014/main" id="{269756F4-15A8-30BB-0EB4-70D76936718A}"/>
                </a:ext>
              </a:extLst>
            </p:cNvPr>
            <p:cNvSpPr/>
            <p:nvPr/>
          </p:nvSpPr>
          <p:spPr>
            <a:xfrm>
              <a:off x="3275300" y="750850"/>
              <a:ext cx="11125" cy="9500"/>
            </a:xfrm>
            <a:custGeom>
              <a:avLst/>
              <a:gdLst/>
              <a:ahLst/>
              <a:cxnLst/>
              <a:rect l="l" t="t" r="r" b="b"/>
              <a:pathLst>
                <a:path w="445" h="380" extrusionOk="0">
                  <a:moveTo>
                    <a:pt x="217" y="0"/>
                  </a:moveTo>
                  <a:cubicBezTo>
                    <a:pt x="148" y="0"/>
                    <a:pt x="68" y="66"/>
                    <a:pt x="37" y="158"/>
                  </a:cubicBezTo>
                  <a:cubicBezTo>
                    <a:pt x="0" y="232"/>
                    <a:pt x="74" y="342"/>
                    <a:pt x="185" y="379"/>
                  </a:cubicBezTo>
                  <a:cubicBezTo>
                    <a:pt x="259" y="379"/>
                    <a:pt x="370" y="342"/>
                    <a:pt x="407" y="232"/>
                  </a:cubicBezTo>
                  <a:cubicBezTo>
                    <a:pt x="444" y="158"/>
                    <a:pt x="370" y="47"/>
                    <a:pt x="259" y="10"/>
                  </a:cubicBezTo>
                  <a:cubicBezTo>
                    <a:pt x="246" y="3"/>
                    <a:pt x="232" y="0"/>
                    <a:pt x="2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1111;p51">
              <a:extLst>
                <a:ext uri="{FF2B5EF4-FFF2-40B4-BE49-F238E27FC236}">
                  <a16:creationId xmlns:a16="http://schemas.microsoft.com/office/drawing/2014/main" id="{404100F4-EBB9-4BCD-0CAB-C425C65B57A7}"/>
                </a:ext>
              </a:extLst>
            </p:cNvPr>
            <p:cNvSpPr/>
            <p:nvPr/>
          </p:nvSpPr>
          <p:spPr>
            <a:xfrm>
              <a:off x="3301175" y="758125"/>
              <a:ext cx="10200" cy="8950"/>
            </a:xfrm>
            <a:custGeom>
              <a:avLst/>
              <a:gdLst/>
              <a:ahLst/>
              <a:cxnLst/>
              <a:rect l="l" t="t" r="r" b="b"/>
              <a:pathLst>
                <a:path w="408" h="358" extrusionOk="0">
                  <a:moveTo>
                    <a:pt x="178" y="1"/>
                  </a:moveTo>
                  <a:cubicBezTo>
                    <a:pt x="100" y="1"/>
                    <a:pt x="38" y="42"/>
                    <a:pt x="38" y="125"/>
                  </a:cubicBezTo>
                  <a:cubicBezTo>
                    <a:pt x="1" y="236"/>
                    <a:pt x="75" y="347"/>
                    <a:pt x="149" y="347"/>
                  </a:cubicBezTo>
                  <a:cubicBezTo>
                    <a:pt x="169" y="354"/>
                    <a:pt x="189" y="357"/>
                    <a:pt x="209" y="357"/>
                  </a:cubicBezTo>
                  <a:cubicBezTo>
                    <a:pt x="296" y="357"/>
                    <a:pt x="370" y="297"/>
                    <a:pt x="370" y="236"/>
                  </a:cubicBezTo>
                  <a:cubicBezTo>
                    <a:pt x="407" y="125"/>
                    <a:pt x="370" y="15"/>
                    <a:pt x="259" y="15"/>
                  </a:cubicBezTo>
                  <a:cubicBezTo>
                    <a:pt x="232" y="5"/>
                    <a:pt x="204" y="1"/>
                    <a:pt x="1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1112;p51">
              <a:extLst>
                <a:ext uri="{FF2B5EF4-FFF2-40B4-BE49-F238E27FC236}">
                  <a16:creationId xmlns:a16="http://schemas.microsoft.com/office/drawing/2014/main" id="{ECB2D7A2-B294-408F-1FFF-3F94EA27D7CD}"/>
                </a:ext>
              </a:extLst>
            </p:cNvPr>
            <p:cNvSpPr/>
            <p:nvPr/>
          </p:nvSpPr>
          <p:spPr>
            <a:xfrm>
              <a:off x="3199500" y="1062550"/>
              <a:ext cx="168250" cy="170100"/>
            </a:xfrm>
            <a:custGeom>
              <a:avLst/>
              <a:gdLst/>
              <a:ahLst/>
              <a:cxnLst/>
              <a:rect l="l" t="t" r="r" b="b"/>
              <a:pathLst>
                <a:path w="6730" h="6804" extrusionOk="0">
                  <a:moveTo>
                    <a:pt x="1591" y="1"/>
                  </a:moveTo>
                  <a:lnTo>
                    <a:pt x="1" y="6803"/>
                  </a:lnTo>
                  <a:lnTo>
                    <a:pt x="1" y="6803"/>
                  </a:lnTo>
                  <a:lnTo>
                    <a:pt x="6730" y="4733"/>
                  </a:lnTo>
                  <a:lnTo>
                    <a:pt x="15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1113;p51">
              <a:extLst>
                <a:ext uri="{FF2B5EF4-FFF2-40B4-BE49-F238E27FC236}">
                  <a16:creationId xmlns:a16="http://schemas.microsoft.com/office/drawing/2014/main" id="{2C82D4C6-BD74-B7D3-D9CD-663DB6EF3B1B}"/>
                </a:ext>
              </a:extLst>
            </p:cNvPr>
            <p:cNvSpPr/>
            <p:nvPr/>
          </p:nvSpPr>
          <p:spPr>
            <a:xfrm>
              <a:off x="3169925" y="1020050"/>
              <a:ext cx="242200" cy="246800"/>
            </a:xfrm>
            <a:custGeom>
              <a:avLst/>
              <a:gdLst/>
              <a:ahLst/>
              <a:cxnLst/>
              <a:rect l="l" t="t" r="r" b="b"/>
              <a:pathLst>
                <a:path w="9688" h="9872" extrusionOk="0">
                  <a:moveTo>
                    <a:pt x="2774" y="1701"/>
                  </a:moveTo>
                  <a:lnTo>
                    <a:pt x="7913" y="6433"/>
                  </a:lnTo>
                  <a:lnTo>
                    <a:pt x="1184" y="8503"/>
                  </a:lnTo>
                  <a:lnTo>
                    <a:pt x="1184" y="8503"/>
                  </a:lnTo>
                  <a:lnTo>
                    <a:pt x="2774" y="1701"/>
                  </a:lnTo>
                  <a:close/>
                  <a:moveTo>
                    <a:pt x="2256" y="0"/>
                  </a:moveTo>
                  <a:lnTo>
                    <a:pt x="1" y="9871"/>
                  </a:lnTo>
                  <a:lnTo>
                    <a:pt x="1" y="9871"/>
                  </a:lnTo>
                  <a:lnTo>
                    <a:pt x="9687" y="6840"/>
                  </a:lnTo>
                  <a:lnTo>
                    <a:pt x="22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1114;p51">
              <a:extLst>
                <a:ext uri="{FF2B5EF4-FFF2-40B4-BE49-F238E27FC236}">
                  <a16:creationId xmlns:a16="http://schemas.microsoft.com/office/drawing/2014/main" id="{68B80155-8273-DA4A-93C9-AB2122233CFB}"/>
                </a:ext>
              </a:extLst>
            </p:cNvPr>
            <p:cNvSpPr/>
            <p:nvPr/>
          </p:nvSpPr>
          <p:spPr>
            <a:xfrm>
              <a:off x="3242950" y="1112475"/>
              <a:ext cx="48075" cy="85975"/>
            </a:xfrm>
            <a:custGeom>
              <a:avLst/>
              <a:gdLst/>
              <a:ahLst/>
              <a:cxnLst/>
              <a:rect l="l" t="t" r="r" b="b"/>
              <a:pathLst>
                <a:path w="1923" h="3439" extrusionOk="0">
                  <a:moveTo>
                    <a:pt x="1036" y="0"/>
                  </a:moveTo>
                  <a:lnTo>
                    <a:pt x="0" y="333"/>
                  </a:lnTo>
                  <a:lnTo>
                    <a:pt x="851" y="2292"/>
                  </a:lnTo>
                  <a:lnTo>
                    <a:pt x="1405" y="2108"/>
                  </a:lnTo>
                  <a:lnTo>
                    <a:pt x="1036" y="0"/>
                  </a:lnTo>
                  <a:close/>
                  <a:moveTo>
                    <a:pt x="1664" y="2329"/>
                  </a:moveTo>
                  <a:lnTo>
                    <a:pt x="777" y="2588"/>
                  </a:lnTo>
                  <a:lnTo>
                    <a:pt x="1036" y="3439"/>
                  </a:lnTo>
                  <a:lnTo>
                    <a:pt x="1923" y="3143"/>
                  </a:lnTo>
                  <a:lnTo>
                    <a:pt x="1664" y="2329"/>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1115;p51">
              <a:extLst>
                <a:ext uri="{FF2B5EF4-FFF2-40B4-BE49-F238E27FC236}">
                  <a16:creationId xmlns:a16="http://schemas.microsoft.com/office/drawing/2014/main" id="{5BE23909-49B7-6ABA-FD68-634D811593A6}"/>
                </a:ext>
              </a:extLst>
            </p:cNvPr>
            <p:cNvSpPr/>
            <p:nvPr/>
          </p:nvSpPr>
          <p:spPr>
            <a:xfrm>
              <a:off x="3771625" y="905675"/>
              <a:ext cx="96150" cy="101950"/>
            </a:xfrm>
            <a:custGeom>
              <a:avLst/>
              <a:gdLst/>
              <a:ahLst/>
              <a:cxnLst/>
              <a:rect l="l" t="t" r="r" b="b"/>
              <a:pathLst>
                <a:path w="3846" h="4078" extrusionOk="0">
                  <a:moveTo>
                    <a:pt x="1386" y="1"/>
                  </a:moveTo>
                  <a:cubicBezTo>
                    <a:pt x="1258" y="1"/>
                    <a:pt x="1139" y="22"/>
                    <a:pt x="1036" y="65"/>
                  </a:cubicBezTo>
                  <a:cubicBezTo>
                    <a:pt x="1036" y="65"/>
                    <a:pt x="592" y="324"/>
                    <a:pt x="333" y="767"/>
                  </a:cubicBezTo>
                  <a:cubicBezTo>
                    <a:pt x="38" y="1137"/>
                    <a:pt x="1" y="2098"/>
                    <a:pt x="149" y="2690"/>
                  </a:cubicBezTo>
                  <a:cubicBezTo>
                    <a:pt x="296" y="3281"/>
                    <a:pt x="296" y="3799"/>
                    <a:pt x="592" y="3984"/>
                  </a:cubicBezTo>
                  <a:cubicBezTo>
                    <a:pt x="693" y="4051"/>
                    <a:pt x="832" y="4078"/>
                    <a:pt x="993" y="4078"/>
                  </a:cubicBezTo>
                  <a:cubicBezTo>
                    <a:pt x="1361" y="4078"/>
                    <a:pt x="1844" y="3939"/>
                    <a:pt x="2256" y="3836"/>
                  </a:cubicBezTo>
                  <a:cubicBezTo>
                    <a:pt x="2884" y="3725"/>
                    <a:pt x="3661" y="3244"/>
                    <a:pt x="3735" y="2985"/>
                  </a:cubicBezTo>
                  <a:cubicBezTo>
                    <a:pt x="3846" y="2690"/>
                    <a:pt x="3254" y="1137"/>
                    <a:pt x="2737" y="656"/>
                  </a:cubicBezTo>
                  <a:cubicBezTo>
                    <a:pt x="2339" y="231"/>
                    <a:pt x="1811" y="1"/>
                    <a:pt x="13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1116;p51">
              <a:extLst>
                <a:ext uri="{FF2B5EF4-FFF2-40B4-BE49-F238E27FC236}">
                  <a16:creationId xmlns:a16="http://schemas.microsoft.com/office/drawing/2014/main" id="{48A0DC80-8BD6-E5D1-FAE2-7CCAEAA763DF}"/>
                </a:ext>
              </a:extLst>
            </p:cNvPr>
            <p:cNvSpPr/>
            <p:nvPr/>
          </p:nvSpPr>
          <p:spPr>
            <a:xfrm>
              <a:off x="3771625" y="916525"/>
              <a:ext cx="93375" cy="90175"/>
            </a:xfrm>
            <a:custGeom>
              <a:avLst/>
              <a:gdLst/>
              <a:ahLst/>
              <a:cxnLst/>
              <a:rect l="l" t="t" r="r" b="b"/>
              <a:pathLst>
                <a:path w="3735" h="3607" extrusionOk="0">
                  <a:moveTo>
                    <a:pt x="555" y="1"/>
                  </a:moveTo>
                  <a:cubicBezTo>
                    <a:pt x="481" y="74"/>
                    <a:pt x="407" y="185"/>
                    <a:pt x="333" y="259"/>
                  </a:cubicBezTo>
                  <a:cubicBezTo>
                    <a:pt x="38" y="629"/>
                    <a:pt x="1" y="1627"/>
                    <a:pt x="149" y="2219"/>
                  </a:cubicBezTo>
                  <a:cubicBezTo>
                    <a:pt x="296" y="2810"/>
                    <a:pt x="296" y="3328"/>
                    <a:pt x="592" y="3513"/>
                  </a:cubicBezTo>
                  <a:cubicBezTo>
                    <a:pt x="693" y="3580"/>
                    <a:pt x="832" y="3607"/>
                    <a:pt x="993" y="3607"/>
                  </a:cubicBezTo>
                  <a:cubicBezTo>
                    <a:pt x="1361" y="3607"/>
                    <a:pt x="1844" y="3468"/>
                    <a:pt x="2256" y="3365"/>
                  </a:cubicBezTo>
                  <a:cubicBezTo>
                    <a:pt x="2884" y="3217"/>
                    <a:pt x="3661" y="2773"/>
                    <a:pt x="3735" y="2478"/>
                  </a:cubicBezTo>
                  <a:lnTo>
                    <a:pt x="3735" y="2219"/>
                  </a:lnTo>
                  <a:cubicBezTo>
                    <a:pt x="3624" y="2478"/>
                    <a:pt x="3365" y="2699"/>
                    <a:pt x="3069" y="2699"/>
                  </a:cubicBezTo>
                  <a:cubicBezTo>
                    <a:pt x="2921" y="2699"/>
                    <a:pt x="2774" y="2699"/>
                    <a:pt x="2626" y="2662"/>
                  </a:cubicBezTo>
                  <a:cubicBezTo>
                    <a:pt x="2496" y="2625"/>
                    <a:pt x="2395" y="2607"/>
                    <a:pt x="2293" y="2607"/>
                  </a:cubicBezTo>
                  <a:cubicBezTo>
                    <a:pt x="2191" y="2607"/>
                    <a:pt x="2090" y="2625"/>
                    <a:pt x="1960" y="2662"/>
                  </a:cubicBezTo>
                  <a:cubicBezTo>
                    <a:pt x="1774" y="2742"/>
                    <a:pt x="1606" y="2803"/>
                    <a:pt x="1431" y="2803"/>
                  </a:cubicBezTo>
                  <a:cubicBezTo>
                    <a:pt x="1362" y="2803"/>
                    <a:pt x="1293" y="2794"/>
                    <a:pt x="1221" y="2773"/>
                  </a:cubicBezTo>
                  <a:cubicBezTo>
                    <a:pt x="962" y="2736"/>
                    <a:pt x="777" y="2478"/>
                    <a:pt x="740" y="2256"/>
                  </a:cubicBezTo>
                  <a:cubicBezTo>
                    <a:pt x="703" y="2071"/>
                    <a:pt x="703" y="1923"/>
                    <a:pt x="777" y="1812"/>
                  </a:cubicBezTo>
                  <a:cubicBezTo>
                    <a:pt x="888" y="1553"/>
                    <a:pt x="851" y="1442"/>
                    <a:pt x="703" y="1184"/>
                  </a:cubicBezTo>
                  <a:cubicBezTo>
                    <a:pt x="555" y="962"/>
                    <a:pt x="481" y="740"/>
                    <a:pt x="407" y="407"/>
                  </a:cubicBezTo>
                  <a:cubicBezTo>
                    <a:pt x="407" y="259"/>
                    <a:pt x="481" y="148"/>
                    <a:pt x="5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1117;p51">
              <a:extLst>
                <a:ext uri="{FF2B5EF4-FFF2-40B4-BE49-F238E27FC236}">
                  <a16:creationId xmlns:a16="http://schemas.microsoft.com/office/drawing/2014/main" id="{CBD2CADC-D330-E74B-014E-E548C083581B}"/>
                </a:ext>
              </a:extLst>
            </p:cNvPr>
            <p:cNvSpPr/>
            <p:nvPr/>
          </p:nvSpPr>
          <p:spPr>
            <a:xfrm>
              <a:off x="3773100" y="884550"/>
              <a:ext cx="40875" cy="26475"/>
            </a:xfrm>
            <a:custGeom>
              <a:avLst/>
              <a:gdLst/>
              <a:ahLst/>
              <a:cxnLst/>
              <a:rect l="l" t="t" r="r" b="b"/>
              <a:pathLst>
                <a:path w="1635" h="1059" extrusionOk="0">
                  <a:moveTo>
                    <a:pt x="1448" y="0"/>
                  </a:moveTo>
                  <a:cubicBezTo>
                    <a:pt x="1418" y="0"/>
                    <a:pt x="1384" y="8"/>
                    <a:pt x="1347" y="23"/>
                  </a:cubicBezTo>
                  <a:cubicBezTo>
                    <a:pt x="1203" y="108"/>
                    <a:pt x="1193" y="194"/>
                    <a:pt x="1127" y="194"/>
                  </a:cubicBezTo>
                  <a:cubicBezTo>
                    <a:pt x="1108" y="194"/>
                    <a:pt x="1084" y="187"/>
                    <a:pt x="1051" y="170"/>
                  </a:cubicBezTo>
                  <a:cubicBezTo>
                    <a:pt x="965" y="106"/>
                    <a:pt x="866" y="66"/>
                    <a:pt x="785" y="66"/>
                  </a:cubicBezTo>
                  <a:cubicBezTo>
                    <a:pt x="726" y="66"/>
                    <a:pt x="675" y="87"/>
                    <a:pt x="644" y="133"/>
                  </a:cubicBezTo>
                  <a:cubicBezTo>
                    <a:pt x="559" y="190"/>
                    <a:pt x="539" y="269"/>
                    <a:pt x="451" y="269"/>
                  </a:cubicBezTo>
                  <a:cubicBezTo>
                    <a:pt x="424" y="269"/>
                    <a:pt x="391" y="262"/>
                    <a:pt x="348" y="244"/>
                  </a:cubicBezTo>
                  <a:cubicBezTo>
                    <a:pt x="333" y="241"/>
                    <a:pt x="317" y="240"/>
                    <a:pt x="302" y="240"/>
                  </a:cubicBezTo>
                  <a:cubicBezTo>
                    <a:pt x="136" y="240"/>
                    <a:pt x="0" y="423"/>
                    <a:pt x="237" y="762"/>
                  </a:cubicBezTo>
                  <a:cubicBezTo>
                    <a:pt x="389" y="1034"/>
                    <a:pt x="787" y="1059"/>
                    <a:pt x="927" y="1059"/>
                  </a:cubicBezTo>
                  <a:cubicBezTo>
                    <a:pt x="959" y="1059"/>
                    <a:pt x="977" y="1058"/>
                    <a:pt x="977" y="1058"/>
                  </a:cubicBezTo>
                  <a:cubicBezTo>
                    <a:pt x="1531" y="799"/>
                    <a:pt x="1531" y="540"/>
                    <a:pt x="1605" y="355"/>
                  </a:cubicBezTo>
                  <a:cubicBezTo>
                    <a:pt x="1635" y="119"/>
                    <a:pt x="1570" y="0"/>
                    <a:pt x="14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1118;p51">
              <a:extLst>
                <a:ext uri="{FF2B5EF4-FFF2-40B4-BE49-F238E27FC236}">
                  <a16:creationId xmlns:a16="http://schemas.microsoft.com/office/drawing/2014/main" id="{386EAA82-6912-0993-8E50-B75723F31E00}"/>
                </a:ext>
              </a:extLst>
            </p:cNvPr>
            <p:cNvSpPr/>
            <p:nvPr/>
          </p:nvSpPr>
          <p:spPr>
            <a:xfrm>
              <a:off x="3775325" y="891575"/>
              <a:ext cx="37000" cy="18575"/>
            </a:xfrm>
            <a:custGeom>
              <a:avLst/>
              <a:gdLst/>
              <a:ahLst/>
              <a:cxnLst/>
              <a:rect l="l" t="t" r="r" b="b"/>
              <a:pathLst>
                <a:path w="1480" h="743" extrusionOk="0">
                  <a:moveTo>
                    <a:pt x="38" y="0"/>
                  </a:moveTo>
                  <a:lnTo>
                    <a:pt x="38" y="0"/>
                  </a:lnTo>
                  <a:cubicBezTo>
                    <a:pt x="1" y="111"/>
                    <a:pt x="1" y="259"/>
                    <a:pt x="148" y="444"/>
                  </a:cubicBezTo>
                  <a:cubicBezTo>
                    <a:pt x="274" y="670"/>
                    <a:pt x="502" y="743"/>
                    <a:pt x="670" y="743"/>
                  </a:cubicBezTo>
                  <a:cubicBezTo>
                    <a:pt x="750" y="743"/>
                    <a:pt x="815" y="726"/>
                    <a:pt x="851" y="703"/>
                  </a:cubicBezTo>
                  <a:lnTo>
                    <a:pt x="925" y="703"/>
                  </a:lnTo>
                  <a:cubicBezTo>
                    <a:pt x="1369" y="518"/>
                    <a:pt x="1479" y="333"/>
                    <a:pt x="1479" y="111"/>
                  </a:cubicBezTo>
                  <a:lnTo>
                    <a:pt x="1479" y="111"/>
                  </a:lnTo>
                  <a:cubicBezTo>
                    <a:pt x="1442" y="148"/>
                    <a:pt x="1369" y="296"/>
                    <a:pt x="1332" y="333"/>
                  </a:cubicBezTo>
                  <a:cubicBezTo>
                    <a:pt x="1303" y="355"/>
                    <a:pt x="1283" y="364"/>
                    <a:pt x="1268" y="364"/>
                  </a:cubicBezTo>
                  <a:cubicBezTo>
                    <a:pt x="1207" y="364"/>
                    <a:pt x="1243" y="208"/>
                    <a:pt x="1184" y="148"/>
                  </a:cubicBezTo>
                  <a:cubicBezTo>
                    <a:pt x="1147" y="148"/>
                    <a:pt x="1147" y="259"/>
                    <a:pt x="1147" y="259"/>
                  </a:cubicBezTo>
                  <a:cubicBezTo>
                    <a:pt x="1147" y="296"/>
                    <a:pt x="1110" y="407"/>
                    <a:pt x="1073" y="407"/>
                  </a:cubicBezTo>
                  <a:cubicBezTo>
                    <a:pt x="1057" y="412"/>
                    <a:pt x="1043" y="414"/>
                    <a:pt x="1030" y="414"/>
                  </a:cubicBezTo>
                  <a:cubicBezTo>
                    <a:pt x="952" y="414"/>
                    <a:pt x="920" y="328"/>
                    <a:pt x="888" y="296"/>
                  </a:cubicBezTo>
                  <a:lnTo>
                    <a:pt x="814" y="296"/>
                  </a:lnTo>
                  <a:cubicBezTo>
                    <a:pt x="814" y="333"/>
                    <a:pt x="888" y="333"/>
                    <a:pt x="814" y="407"/>
                  </a:cubicBezTo>
                  <a:cubicBezTo>
                    <a:pt x="777" y="444"/>
                    <a:pt x="703" y="444"/>
                    <a:pt x="629" y="444"/>
                  </a:cubicBezTo>
                  <a:cubicBezTo>
                    <a:pt x="592" y="444"/>
                    <a:pt x="555" y="333"/>
                    <a:pt x="518" y="333"/>
                  </a:cubicBezTo>
                  <a:lnTo>
                    <a:pt x="518" y="407"/>
                  </a:lnTo>
                  <a:cubicBezTo>
                    <a:pt x="518" y="444"/>
                    <a:pt x="555" y="592"/>
                    <a:pt x="444" y="592"/>
                  </a:cubicBezTo>
                  <a:cubicBezTo>
                    <a:pt x="370" y="592"/>
                    <a:pt x="259" y="481"/>
                    <a:pt x="222" y="444"/>
                  </a:cubicBezTo>
                  <a:cubicBezTo>
                    <a:pt x="185" y="407"/>
                    <a:pt x="148" y="296"/>
                    <a:pt x="75" y="222"/>
                  </a:cubicBezTo>
                  <a:cubicBezTo>
                    <a:pt x="75" y="148"/>
                    <a:pt x="75" y="148"/>
                    <a:pt x="38" y="111"/>
                  </a:cubicBezTo>
                  <a:lnTo>
                    <a:pt x="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1119;p51">
              <a:extLst>
                <a:ext uri="{FF2B5EF4-FFF2-40B4-BE49-F238E27FC236}">
                  <a16:creationId xmlns:a16="http://schemas.microsoft.com/office/drawing/2014/main" id="{8929B2D2-88C1-EFA4-00A9-419B08B1BD14}"/>
                </a:ext>
              </a:extLst>
            </p:cNvPr>
            <p:cNvSpPr/>
            <p:nvPr/>
          </p:nvSpPr>
          <p:spPr>
            <a:xfrm>
              <a:off x="3795650" y="929475"/>
              <a:ext cx="37925" cy="49925"/>
            </a:xfrm>
            <a:custGeom>
              <a:avLst/>
              <a:gdLst/>
              <a:ahLst/>
              <a:cxnLst/>
              <a:rect l="l" t="t" r="r" b="b"/>
              <a:pathLst>
                <a:path w="1517" h="1997" extrusionOk="0">
                  <a:moveTo>
                    <a:pt x="556" y="0"/>
                  </a:moveTo>
                  <a:lnTo>
                    <a:pt x="334" y="74"/>
                  </a:lnTo>
                  <a:lnTo>
                    <a:pt x="445" y="481"/>
                  </a:lnTo>
                  <a:cubicBezTo>
                    <a:pt x="186" y="592"/>
                    <a:pt x="1" y="776"/>
                    <a:pt x="112" y="1035"/>
                  </a:cubicBezTo>
                  <a:cubicBezTo>
                    <a:pt x="171" y="1229"/>
                    <a:pt x="327" y="1278"/>
                    <a:pt x="493" y="1278"/>
                  </a:cubicBezTo>
                  <a:cubicBezTo>
                    <a:pt x="670" y="1278"/>
                    <a:pt x="859" y="1223"/>
                    <a:pt x="962" y="1223"/>
                  </a:cubicBezTo>
                  <a:cubicBezTo>
                    <a:pt x="1003" y="1223"/>
                    <a:pt x="1030" y="1232"/>
                    <a:pt x="1036" y="1257"/>
                  </a:cubicBezTo>
                  <a:cubicBezTo>
                    <a:pt x="1073" y="1368"/>
                    <a:pt x="925" y="1405"/>
                    <a:pt x="888" y="1405"/>
                  </a:cubicBezTo>
                  <a:cubicBezTo>
                    <a:pt x="851" y="1405"/>
                    <a:pt x="703" y="1405"/>
                    <a:pt x="666" y="1331"/>
                  </a:cubicBezTo>
                  <a:lnTo>
                    <a:pt x="260" y="1442"/>
                  </a:lnTo>
                  <a:cubicBezTo>
                    <a:pt x="314" y="1660"/>
                    <a:pt x="490" y="1718"/>
                    <a:pt x="683" y="1718"/>
                  </a:cubicBezTo>
                  <a:cubicBezTo>
                    <a:pt x="751" y="1718"/>
                    <a:pt x="821" y="1710"/>
                    <a:pt x="888" y="1701"/>
                  </a:cubicBezTo>
                  <a:lnTo>
                    <a:pt x="962" y="1997"/>
                  </a:lnTo>
                  <a:lnTo>
                    <a:pt x="1221" y="1923"/>
                  </a:lnTo>
                  <a:lnTo>
                    <a:pt x="1073" y="1590"/>
                  </a:lnTo>
                  <a:cubicBezTo>
                    <a:pt x="1369" y="1442"/>
                    <a:pt x="1517" y="1257"/>
                    <a:pt x="1443" y="998"/>
                  </a:cubicBezTo>
                  <a:cubicBezTo>
                    <a:pt x="1387" y="802"/>
                    <a:pt x="1246" y="749"/>
                    <a:pt x="1090" y="749"/>
                  </a:cubicBezTo>
                  <a:cubicBezTo>
                    <a:pt x="909" y="749"/>
                    <a:pt x="708" y="821"/>
                    <a:pt x="598" y="821"/>
                  </a:cubicBezTo>
                  <a:cubicBezTo>
                    <a:pt x="554" y="821"/>
                    <a:pt x="525" y="810"/>
                    <a:pt x="519" y="776"/>
                  </a:cubicBezTo>
                  <a:cubicBezTo>
                    <a:pt x="519" y="666"/>
                    <a:pt x="629" y="629"/>
                    <a:pt x="666" y="629"/>
                  </a:cubicBezTo>
                  <a:cubicBezTo>
                    <a:pt x="682" y="613"/>
                    <a:pt x="710" y="604"/>
                    <a:pt x="740" y="604"/>
                  </a:cubicBezTo>
                  <a:cubicBezTo>
                    <a:pt x="783" y="604"/>
                    <a:pt x="830" y="622"/>
                    <a:pt x="851" y="666"/>
                  </a:cubicBezTo>
                  <a:lnTo>
                    <a:pt x="1258" y="555"/>
                  </a:lnTo>
                  <a:cubicBezTo>
                    <a:pt x="1203" y="336"/>
                    <a:pt x="1048" y="279"/>
                    <a:pt x="866" y="279"/>
                  </a:cubicBezTo>
                  <a:cubicBezTo>
                    <a:pt x="802" y="279"/>
                    <a:pt x="734" y="286"/>
                    <a:pt x="666" y="296"/>
                  </a:cubicBezTo>
                  <a:lnTo>
                    <a:pt x="5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1120;p51">
              <a:extLst>
                <a:ext uri="{FF2B5EF4-FFF2-40B4-BE49-F238E27FC236}">
                  <a16:creationId xmlns:a16="http://schemas.microsoft.com/office/drawing/2014/main" id="{1C5C627E-CC59-494E-8E75-8DA55777D7BB}"/>
                </a:ext>
              </a:extLst>
            </p:cNvPr>
            <p:cNvSpPr/>
            <p:nvPr/>
          </p:nvSpPr>
          <p:spPr>
            <a:xfrm>
              <a:off x="3785500" y="901725"/>
              <a:ext cx="26825" cy="15425"/>
            </a:xfrm>
            <a:custGeom>
              <a:avLst/>
              <a:gdLst/>
              <a:ahLst/>
              <a:cxnLst/>
              <a:rect l="l" t="t" r="r" b="b"/>
              <a:pathLst>
                <a:path w="1073" h="617" extrusionOk="0">
                  <a:moveTo>
                    <a:pt x="962" y="1"/>
                  </a:moveTo>
                  <a:cubicBezTo>
                    <a:pt x="962" y="1"/>
                    <a:pt x="518" y="260"/>
                    <a:pt x="0" y="297"/>
                  </a:cubicBezTo>
                  <a:lnTo>
                    <a:pt x="37" y="593"/>
                  </a:lnTo>
                  <a:cubicBezTo>
                    <a:pt x="37" y="593"/>
                    <a:pt x="98" y="617"/>
                    <a:pt x="211" y="617"/>
                  </a:cubicBezTo>
                  <a:cubicBezTo>
                    <a:pt x="297" y="617"/>
                    <a:pt x="412" y="603"/>
                    <a:pt x="555" y="556"/>
                  </a:cubicBezTo>
                  <a:cubicBezTo>
                    <a:pt x="925" y="408"/>
                    <a:pt x="1072" y="223"/>
                    <a:pt x="1072" y="223"/>
                  </a:cubicBezTo>
                  <a:lnTo>
                    <a:pt x="9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1121;p51">
              <a:extLst>
                <a:ext uri="{FF2B5EF4-FFF2-40B4-BE49-F238E27FC236}">
                  <a16:creationId xmlns:a16="http://schemas.microsoft.com/office/drawing/2014/main" id="{F4E48F2D-9C28-47E1-06A1-363305A7F715}"/>
                </a:ext>
              </a:extLst>
            </p:cNvPr>
            <p:cNvSpPr/>
            <p:nvPr/>
          </p:nvSpPr>
          <p:spPr>
            <a:xfrm>
              <a:off x="3800275" y="894550"/>
              <a:ext cx="31450" cy="29500"/>
            </a:xfrm>
            <a:custGeom>
              <a:avLst/>
              <a:gdLst/>
              <a:ahLst/>
              <a:cxnLst/>
              <a:rect l="l" t="t" r="r" b="b"/>
              <a:pathLst>
                <a:path w="1258" h="1180" extrusionOk="0">
                  <a:moveTo>
                    <a:pt x="548" y="0"/>
                  </a:moveTo>
                  <a:cubicBezTo>
                    <a:pt x="442" y="0"/>
                    <a:pt x="341" y="69"/>
                    <a:pt x="260" y="177"/>
                  </a:cubicBezTo>
                  <a:cubicBezTo>
                    <a:pt x="112" y="288"/>
                    <a:pt x="1" y="362"/>
                    <a:pt x="1" y="473"/>
                  </a:cubicBezTo>
                  <a:cubicBezTo>
                    <a:pt x="1" y="551"/>
                    <a:pt x="32" y="580"/>
                    <a:pt x="78" y="580"/>
                  </a:cubicBezTo>
                  <a:cubicBezTo>
                    <a:pt x="209" y="580"/>
                    <a:pt x="464" y="352"/>
                    <a:pt x="518" y="325"/>
                  </a:cubicBezTo>
                  <a:lnTo>
                    <a:pt x="518" y="325"/>
                  </a:lnTo>
                  <a:cubicBezTo>
                    <a:pt x="518" y="325"/>
                    <a:pt x="75" y="658"/>
                    <a:pt x="112" y="843"/>
                  </a:cubicBezTo>
                  <a:cubicBezTo>
                    <a:pt x="121" y="914"/>
                    <a:pt x="151" y="943"/>
                    <a:pt x="195" y="943"/>
                  </a:cubicBezTo>
                  <a:cubicBezTo>
                    <a:pt x="269" y="943"/>
                    <a:pt x="380" y="861"/>
                    <a:pt x="484" y="773"/>
                  </a:cubicBezTo>
                  <a:lnTo>
                    <a:pt x="484" y="773"/>
                  </a:lnTo>
                  <a:cubicBezTo>
                    <a:pt x="440" y="822"/>
                    <a:pt x="402" y="864"/>
                    <a:pt x="371" y="880"/>
                  </a:cubicBezTo>
                  <a:cubicBezTo>
                    <a:pt x="297" y="953"/>
                    <a:pt x="371" y="1064"/>
                    <a:pt x="444" y="1064"/>
                  </a:cubicBezTo>
                  <a:cubicBezTo>
                    <a:pt x="455" y="1071"/>
                    <a:pt x="466" y="1074"/>
                    <a:pt x="480" y="1074"/>
                  </a:cubicBezTo>
                  <a:cubicBezTo>
                    <a:pt x="613" y="1074"/>
                    <a:pt x="888" y="769"/>
                    <a:pt x="888" y="769"/>
                  </a:cubicBezTo>
                  <a:lnTo>
                    <a:pt x="888" y="769"/>
                  </a:lnTo>
                  <a:cubicBezTo>
                    <a:pt x="851" y="843"/>
                    <a:pt x="555" y="1027"/>
                    <a:pt x="703" y="1138"/>
                  </a:cubicBezTo>
                  <a:cubicBezTo>
                    <a:pt x="723" y="1169"/>
                    <a:pt x="749" y="1180"/>
                    <a:pt x="777" y="1180"/>
                  </a:cubicBezTo>
                  <a:cubicBezTo>
                    <a:pt x="852" y="1180"/>
                    <a:pt x="945" y="1101"/>
                    <a:pt x="999" y="1101"/>
                  </a:cubicBezTo>
                  <a:cubicBezTo>
                    <a:pt x="1073" y="953"/>
                    <a:pt x="1258" y="843"/>
                    <a:pt x="1258" y="732"/>
                  </a:cubicBezTo>
                  <a:cubicBezTo>
                    <a:pt x="1221" y="399"/>
                    <a:pt x="851" y="140"/>
                    <a:pt x="666" y="29"/>
                  </a:cubicBezTo>
                  <a:cubicBezTo>
                    <a:pt x="627" y="9"/>
                    <a:pt x="587" y="0"/>
                    <a:pt x="548"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1122;p51">
              <a:extLst>
                <a:ext uri="{FF2B5EF4-FFF2-40B4-BE49-F238E27FC236}">
                  <a16:creationId xmlns:a16="http://schemas.microsoft.com/office/drawing/2014/main" id="{D6FAD8E0-8A7C-A513-B1B6-4BF155C0538B}"/>
                </a:ext>
              </a:extLst>
            </p:cNvPr>
            <p:cNvSpPr/>
            <p:nvPr/>
          </p:nvSpPr>
          <p:spPr>
            <a:xfrm>
              <a:off x="2949950" y="739350"/>
              <a:ext cx="30525" cy="71825"/>
            </a:xfrm>
            <a:custGeom>
              <a:avLst/>
              <a:gdLst/>
              <a:ahLst/>
              <a:cxnLst/>
              <a:rect l="l" t="t" r="r" b="b"/>
              <a:pathLst>
                <a:path w="1221" h="2873" extrusionOk="0">
                  <a:moveTo>
                    <a:pt x="280" y="0"/>
                  </a:moveTo>
                  <a:cubicBezTo>
                    <a:pt x="214" y="0"/>
                    <a:pt x="133" y="64"/>
                    <a:pt x="112" y="211"/>
                  </a:cubicBezTo>
                  <a:cubicBezTo>
                    <a:pt x="38" y="322"/>
                    <a:pt x="1" y="581"/>
                    <a:pt x="1" y="802"/>
                  </a:cubicBezTo>
                  <a:cubicBezTo>
                    <a:pt x="1" y="950"/>
                    <a:pt x="38" y="1135"/>
                    <a:pt x="112" y="1320"/>
                  </a:cubicBezTo>
                  <a:cubicBezTo>
                    <a:pt x="149" y="1616"/>
                    <a:pt x="334" y="1949"/>
                    <a:pt x="297" y="2355"/>
                  </a:cubicBezTo>
                  <a:cubicBezTo>
                    <a:pt x="308" y="2354"/>
                    <a:pt x="318" y="2353"/>
                    <a:pt x="327" y="2353"/>
                  </a:cubicBezTo>
                  <a:cubicBezTo>
                    <a:pt x="531" y="2353"/>
                    <a:pt x="271" y="2731"/>
                    <a:pt x="518" y="2873"/>
                  </a:cubicBezTo>
                  <a:cubicBezTo>
                    <a:pt x="555" y="2725"/>
                    <a:pt x="925" y="2355"/>
                    <a:pt x="1221" y="2096"/>
                  </a:cubicBezTo>
                  <a:cubicBezTo>
                    <a:pt x="1036" y="1690"/>
                    <a:pt x="851" y="1209"/>
                    <a:pt x="703" y="766"/>
                  </a:cubicBezTo>
                  <a:cubicBezTo>
                    <a:pt x="703" y="802"/>
                    <a:pt x="592" y="876"/>
                    <a:pt x="518" y="876"/>
                  </a:cubicBezTo>
                  <a:cubicBezTo>
                    <a:pt x="334" y="876"/>
                    <a:pt x="407" y="618"/>
                    <a:pt x="407" y="507"/>
                  </a:cubicBezTo>
                  <a:cubicBezTo>
                    <a:pt x="481" y="322"/>
                    <a:pt x="370" y="137"/>
                    <a:pt x="370" y="100"/>
                  </a:cubicBezTo>
                  <a:cubicBezTo>
                    <a:pt x="370" y="36"/>
                    <a:pt x="329" y="0"/>
                    <a:pt x="280"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1123;p51">
              <a:extLst>
                <a:ext uri="{FF2B5EF4-FFF2-40B4-BE49-F238E27FC236}">
                  <a16:creationId xmlns:a16="http://schemas.microsoft.com/office/drawing/2014/main" id="{64A222A7-347D-914A-366B-01A853BA3D65}"/>
                </a:ext>
              </a:extLst>
            </p:cNvPr>
            <p:cNvSpPr/>
            <p:nvPr/>
          </p:nvSpPr>
          <p:spPr>
            <a:xfrm>
              <a:off x="2847375" y="772350"/>
              <a:ext cx="193175" cy="157700"/>
            </a:xfrm>
            <a:custGeom>
              <a:avLst/>
              <a:gdLst/>
              <a:ahLst/>
              <a:cxnLst/>
              <a:rect l="l" t="t" r="r" b="b"/>
              <a:pathLst>
                <a:path w="7727" h="6308" extrusionOk="0">
                  <a:moveTo>
                    <a:pt x="5213" y="0"/>
                  </a:moveTo>
                  <a:lnTo>
                    <a:pt x="4104" y="592"/>
                  </a:lnTo>
                  <a:cubicBezTo>
                    <a:pt x="4104" y="592"/>
                    <a:pt x="5361" y="3586"/>
                    <a:pt x="5287" y="3956"/>
                  </a:cubicBezTo>
                  <a:cubicBezTo>
                    <a:pt x="5287" y="3962"/>
                    <a:pt x="5283" y="3965"/>
                    <a:pt x="5277" y="3965"/>
                  </a:cubicBezTo>
                  <a:cubicBezTo>
                    <a:pt x="5124" y="3965"/>
                    <a:pt x="3252" y="2361"/>
                    <a:pt x="2366" y="1368"/>
                  </a:cubicBezTo>
                  <a:cubicBezTo>
                    <a:pt x="2255" y="1250"/>
                    <a:pt x="2115" y="1202"/>
                    <a:pt x="1961" y="1202"/>
                  </a:cubicBezTo>
                  <a:cubicBezTo>
                    <a:pt x="1346" y="1202"/>
                    <a:pt x="518" y="1960"/>
                    <a:pt x="518" y="1960"/>
                  </a:cubicBezTo>
                  <a:cubicBezTo>
                    <a:pt x="0" y="2773"/>
                    <a:pt x="2255" y="4511"/>
                    <a:pt x="2551" y="4695"/>
                  </a:cubicBezTo>
                  <a:cubicBezTo>
                    <a:pt x="3559" y="5395"/>
                    <a:pt x="5521" y="6307"/>
                    <a:pt x="6559" y="6307"/>
                  </a:cubicBezTo>
                  <a:cubicBezTo>
                    <a:pt x="6891" y="6307"/>
                    <a:pt x="7129" y="6214"/>
                    <a:pt x="7209" y="5989"/>
                  </a:cubicBezTo>
                  <a:cubicBezTo>
                    <a:pt x="7727" y="4658"/>
                    <a:pt x="5213" y="0"/>
                    <a:pt x="52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1124;p51">
              <a:extLst>
                <a:ext uri="{FF2B5EF4-FFF2-40B4-BE49-F238E27FC236}">
                  <a16:creationId xmlns:a16="http://schemas.microsoft.com/office/drawing/2014/main" id="{22F4684A-0E29-A389-E62C-E11706AED5F1}"/>
                </a:ext>
              </a:extLst>
            </p:cNvPr>
            <p:cNvSpPr/>
            <p:nvPr/>
          </p:nvSpPr>
          <p:spPr>
            <a:xfrm>
              <a:off x="2900975" y="838875"/>
              <a:ext cx="129425" cy="92100"/>
            </a:xfrm>
            <a:custGeom>
              <a:avLst/>
              <a:gdLst/>
              <a:ahLst/>
              <a:cxnLst/>
              <a:rect l="l" t="t" r="r" b="b"/>
              <a:pathLst>
                <a:path w="5177" h="3684" extrusionOk="0">
                  <a:moveTo>
                    <a:pt x="592" y="1"/>
                  </a:moveTo>
                  <a:cubicBezTo>
                    <a:pt x="592" y="149"/>
                    <a:pt x="592" y="334"/>
                    <a:pt x="555" y="482"/>
                  </a:cubicBezTo>
                  <a:cubicBezTo>
                    <a:pt x="444" y="888"/>
                    <a:pt x="296" y="1406"/>
                    <a:pt x="0" y="1702"/>
                  </a:cubicBezTo>
                  <a:cubicBezTo>
                    <a:pt x="222" y="1886"/>
                    <a:pt x="370" y="2034"/>
                    <a:pt x="444" y="2071"/>
                  </a:cubicBezTo>
                  <a:cubicBezTo>
                    <a:pt x="1452" y="2771"/>
                    <a:pt x="3435" y="3683"/>
                    <a:pt x="4467" y="3683"/>
                  </a:cubicBezTo>
                  <a:cubicBezTo>
                    <a:pt x="4798" y="3683"/>
                    <a:pt x="5031" y="3590"/>
                    <a:pt x="5102" y="3365"/>
                  </a:cubicBezTo>
                  <a:cubicBezTo>
                    <a:pt x="5102" y="3328"/>
                    <a:pt x="5176" y="3254"/>
                    <a:pt x="5176" y="3180"/>
                  </a:cubicBezTo>
                  <a:lnTo>
                    <a:pt x="5176" y="3180"/>
                  </a:lnTo>
                  <a:cubicBezTo>
                    <a:pt x="4979" y="3273"/>
                    <a:pt x="4762" y="3318"/>
                    <a:pt x="4544" y="3318"/>
                  </a:cubicBezTo>
                  <a:cubicBezTo>
                    <a:pt x="4149" y="3318"/>
                    <a:pt x="3748" y="3170"/>
                    <a:pt x="3439" y="2885"/>
                  </a:cubicBezTo>
                  <a:cubicBezTo>
                    <a:pt x="3402" y="2811"/>
                    <a:pt x="1368" y="1036"/>
                    <a:pt x="5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1125;p51">
              <a:extLst>
                <a:ext uri="{FF2B5EF4-FFF2-40B4-BE49-F238E27FC236}">
                  <a16:creationId xmlns:a16="http://schemas.microsoft.com/office/drawing/2014/main" id="{67ABFCAA-5917-00AA-D8FF-E300D4DB8E25}"/>
                </a:ext>
              </a:extLst>
            </p:cNvPr>
            <p:cNvSpPr/>
            <p:nvPr/>
          </p:nvSpPr>
          <p:spPr>
            <a:xfrm>
              <a:off x="2963825" y="716575"/>
              <a:ext cx="26600" cy="28975"/>
            </a:xfrm>
            <a:custGeom>
              <a:avLst/>
              <a:gdLst/>
              <a:ahLst/>
              <a:cxnLst/>
              <a:rect l="l" t="t" r="r" b="b"/>
              <a:pathLst>
                <a:path w="1064" h="1159" extrusionOk="0">
                  <a:moveTo>
                    <a:pt x="929" y="0"/>
                  </a:moveTo>
                  <a:cubicBezTo>
                    <a:pt x="904" y="0"/>
                    <a:pt x="877" y="14"/>
                    <a:pt x="851" y="50"/>
                  </a:cubicBezTo>
                  <a:cubicBezTo>
                    <a:pt x="777" y="87"/>
                    <a:pt x="740" y="198"/>
                    <a:pt x="703" y="198"/>
                  </a:cubicBezTo>
                  <a:lnTo>
                    <a:pt x="0" y="1011"/>
                  </a:lnTo>
                  <a:cubicBezTo>
                    <a:pt x="74" y="1048"/>
                    <a:pt x="148" y="1159"/>
                    <a:pt x="185" y="1159"/>
                  </a:cubicBezTo>
                  <a:lnTo>
                    <a:pt x="222" y="1159"/>
                  </a:lnTo>
                  <a:lnTo>
                    <a:pt x="925" y="309"/>
                  </a:lnTo>
                  <a:cubicBezTo>
                    <a:pt x="962" y="272"/>
                    <a:pt x="1036" y="235"/>
                    <a:pt x="1036" y="198"/>
                  </a:cubicBezTo>
                  <a:cubicBezTo>
                    <a:pt x="1064" y="142"/>
                    <a:pt x="1006" y="0"/>
                    <a:pt x="9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1126;p51">
              <a:extLst>
                <a:ext uri="{FF2B5EF4-FFF2-40B4-BE49-F238E27FC236}">
                  <a16:creationId xmlns:a16="http://schemas.microsoft.com/office/drawing/2014/main" id="{FD61C497-B01C-06AF-407F-98D89968B2E5}"/>
                </a:ext>
              </a:extLst>
            </p:cNvPr>
            <p:cNvSpPr/>
            <p:nvPr/>
          </p:nvSpPr>
          <p:spPr>
            <a:xfrm>
              <a:off x="2923150" y="730850"/>
              <a:ext cx="62875" cy="66550"/>
            </a:xfrm>
            <a:custGeom>
              <a:avLst/>
              <a:gdLst/>
              <a:ahLst/>
              <a:cxnLst/>
              <a:rect l="l" t="t" r="r" b="b"/>
              <a:pathLst>
                <a:path w="2515" h="2662" extrusionOk="0">
                  <a:moveTo>
                    <a:pt x="2073" y="0"/>
                  </a:moveTo>
                  <a:cubicBezTo>
                    <a:pt x="1989" y="0"/>
                    <a:pt x="1923" y="33"/>
                    <a:pt x="1923" y="33"/>
                  </a:cubicBezTo>
                  <a:cubicBezTo>
                    <a:pt x="1903" y="27"/>
                    <a:pt x="1883" y="24"/>
                    <a:pt x="1861" y="24"/>
                  </a:cubicBezTo>
                  <a:cubicBezTo>
                    <a:pt x="1762" y="24"/>
                    <a:pt x="1651" y="90"/>
                    <a:pt x="1590" y="181"/>
                  </a:cubicBezTo>
                  <a:lnTo>
                    <a:pt x="259" y="1586"/>
                  </a:lnTo>
                  <a:cubicBezTo>
                    <a:pt x="112" y="1771"/>
                    <a:pt x="1" y="1956"/>
                    <a:pt x="75" y="2067"/>
                  </a:cubicBezTo>
                  <a:lnTo>
                    <a:pt x="185" y="2584"/>
                  </a:lnTo>
                  <a:cubicBezTo>
                    <a:pt x="231" y="2630"/>
                    <a:pt x="347" y="2662"/>
                    <a:pt x="465" y="2662"/>
                  </a:cubicBezTo>
                  <a:cubicBezTo>
                    <a:pt x="537" y="2662"/>
                    <a:pt x="610" y="2650"/>
                    <a:pt x="666" y="2621"/>
                  </a:cubicBezTo>
                  <a:lnTo>
                    <a:pt x="814" y="2473"/>
                  </a:lnTo>
                  <a:lnTo>
                    <a:pt x="2256" y="736"/>
                  </a:lnTo>
                  <a:cubicBezTo>
                    <a:pt x="2293" y="662"/>
                    <a:pt x="2515" y="366"/>
                    <a:pt x="2293" y="107"/>
                  </a:cubicBezTo>
                  <a:cubicBezTo>
                    <a:pt x="2226" y="23"/>
                    <a:pt x="2143" y="0"/>
                    <a:pt x="20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1127;p51">
              <a:extLst>
                <a:ext uri="{FF2B5EF4-FFF2-40B4-BE49-F238E27FC236}">
                  <a16:creationId xmlns:a16="http://schemas.microsoft.com/office/drawing/2014/main" id="{0A68EF6A-307F-E17A-65C0-B28E28C25628}"/>
                </a:ext>
              </a:extLst>
            </p:cNvPr>
            <p:cNvSpPr/>
            <p:nvPr/>
          </p:nvSpPr>
          <p:spPr>
            <a:xfrm>
              <a:off x="2921300" y="727725"/>
              <a:ext cx="59175" cy="68125"/>
            </a:xfrm>
            <a:custGeom>
              <a:avLst/>
              <a:gdLst/>
              <a:ahLst/>
              <a:cxnLst/>
              <a:rect l="l" t="t" r="r" b="b"/>
              <a:pathLst>
                <a:path w="2367" h="2725" extrusionOk="0">
                  <a:moveTo>
                    <a:pt x="1750" y="1"/>
                  </a:moveTo>
                  <a:cubicBezTo>
                    <a:pt x="1651" y="1"/>
                    <a:pt x="1540" y="67"/>
                    <a:pt x="1480" y="158"/>
                  </a:cubicBezTo>
                  <a:lnTo>
                    <a:pt x="223" y="1822"/>
                  </a:lnTo>
                  <a:cubicBezTo>
                    <a:pt x="75" y="2007"/>
                    <a:pt x="1" y="2192"/>
                    <a:pt x="38" y="2266"/>
                  </a:cubicBezTo>
                  <a:lnTo>
                    <a:pt x="223" y="2635"/>
                  </a:lnTo>
                  <a:cubicBezTo>
                    <a:pt x="267" y="2695"/>
                    <a:pt x="323" y="2724"/>
                    <a:pt x="382" y="2724"/>
                  </a:cubicBezTo>
                  <a:cubicBezTo>
                    <a:pt x="469" y="2724"/>
                    <a:pt x="563" y="2658"/>
                    <a:pt x="629" y="2524"/>
                  </a:cubicBezTo>
                  <a:lnTo>
                    <a:pt x="2256" y="528"/>
                  </a:lnTo>
                  <a:cubicBezTo>
                    <a:pt x="2367" y="380"/>
                    <a:pt x="2367" y="232"/>
                    <a:pt x="2256" y="195"/>
                  </a:cubicBezTo>
                  <a:lnTo>
                    <a:pt x="1812" y="10"/>
                  </a:lnTo>
                  <a:cubicBezTo>
                    <a:pt x="1793" y="4"/>
                    <a:pt x="1772" y="1"/>
                    <a:pt x="17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1128;p51">
              <a:extLst>
                <a:ext uri="{FF2B5EF4-FFF2-40B4-BE49-F238E27FC236}">
                  <a16:creationId xmlns:a16="http://schemas.microsoft.com/office/drawing/2014/main" id="{0AB73FFE-E81F-E465-1494-5BE1FB223D35}"/>
                </a:ext>
              </a:extLst>
            </p:cNvPr>
            <p:cNvSpPr/>
            <p:nvPr/>
          </p:nvSpPr>
          <p:spPr>
            <a:xfrm>
              <a:off x="2945325" y="737225"/>
              <a:ext cx="38850" cy="36075"/>
            </a:xfrm>
            <a:custGeom>
              <a:avLst/>
              <a:gdLst/>
              <a:ahLst/>
              <a:cxnLst/>
              <a:rect l="l" t="t" r="r" b="b"/>
              <a:pathLst>
                <a:path w="1554" h="1443" extrusionOk="0">
                  <a:moveTo>
                    <a:pt x="740" y="0"/>
                  </a:moveTo>
                  <a:cubicBezTo>
                    <a:pt x="371" y="111"/>
                    <a:pt x="925" y="518"/>
                    <a:pt x="1036" y="629"/>
                  </a:cubicBezTo>
                  <a:cubicBezTo>
                    <a:pt x="1036" y="629"/>
                    <a:pt x="590" y="214"/>
                    <a:pt x="378" y="214"/>
                  </a:cubicBezTo>
                  <a:cubicBezTo>
                    <a:pt x="362" y="214"/>
                    <a:pt x="347" y="217"/>
                    <a:pt x="334" y="222"/>
                  </a:cubicBezTo>
                  <a:cubicBezTo>
                    <a:pt x="160" y="299"/>
                    <a:pt x="228" y="437"/>
                    <a:pt x="354" y="572"/>
                  </a:cubicBezTo>
                  <a:lnTo>
                    <a:pt x="354" y="572"/>
                  </a:lnTo>
                  <a:cubicBezTo>
                    <a:pt x="330" y="561"/>
                    <a:pt x="310" y="555"/>
                    <a:pt x="297" y="555"/>
                  </a:cubicBezTo>
                  <a:cubicBezTo>
                    <a:pt x="266" y="524"/>
                    <a:pt x="239" y="513"/>
                    <a:pt x="215" y="513"/>
                  </a:cubicBezTo>
                  <a:cubicBezTo>
                    <a:pt x="151" y="513"/>
                    <a:pt x="112" y="592"/>
                    <a:pt x="112" y="592"/>
                  </a:cubicBezTo>
                  <a:cubicBezTo>
                    <a:pt x="93" y="666"/>
                    <a:pt x="196" y="786"/>
                    <a:pt x="302" y="888"/>
                  </a:cubicBezTo>
                  <a:lnTo>
                    <a:pt x="302" y="888"/>
                  </a:lnTo>
                  <a:cubicBezTo>
                    <a:pt x="259" y="861"/>
                    <a:pt x="217" y="843"/>
                    <a:pt x="182" y="843"/>
                  </a:cubicBezTo>
                  <a:cubicBezTo>
                    <a:pt x="152" y="843"/>
                    <a:pt x="128" y="856"/>
                    <a:pt x="112" y="887"/>
                  </a:cubicBezTo>
                  <a:cubicBezTo>
                    <a:pt x="1" y="998"/>
                    <a:pt x="149" y="1109"/>
                    <a:pt x="186" y="1146"/>
                  </a:cubicBezTo>
                  <a:cubicBezTo>
                    <a:pt x="297" y="1331"/>
                    <a:pt x="445" y="1442"/>
                    <a:pt x="519" y="1442"/>
                  </a:cubicBezTo>
                  <a:cubicBezTo>
                    <a:pt x="925" y="1442"/>
                    <a:pt x="1295" y="1072"/>
                    <a:pt x="1443" y="777"/>
                  </a:cubicBezTo>
                  <a:cubicBezTo>
                    <a:pt x="1554" y="555"/>
                    <a:pt x="1406" y="481"/>
                    <a:pt x="1184" y="222"/>
                  </a:cubicBezTo>
                  <a:cubicBezTo>
                    <a:pt x="1036" y="111"/>
                    <a:pt x="851" y="0"/>
                    <a:pt x="740"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1129;p51">
              <a:extLst>
                <a:ext uri="{FF2B5EF4-FFF2-40B4-BE49-F238E27FC236}">
                  <a16:creationId xmlns:a16="http://schemas.microsoft.com/office/drawing/2014/main" id="{EA70F79A-9EB9-66AC-A00F-A52E83430C09}"/>
                </a:ext>
              </a:extLst>
            </p:cNvPr>
            <p:cNvSpPr/>
            <p:nvPr/>
          </p:nvSpPr>
          <p:spPr>
            <a:xfrm>
              <a:off x="2945325" y="1371275"/>
              <a:ext cx="109100" cy="54950"/>
            </a:xfrm>
            <a:custGeom>
              <a:avLst/>
              <a:gdLst/>
              <a:ahLst/>
              <a:cxnLst/>
              <a:rect l="l" t="t" r="r" b="b"/>
              <a:pathLst>
                <a:path w="4364" h="2198" extrusionOk="0">
                  <a:moveTo>
                    <a:pt x="1665" y="0"/>
                  </a:moveTo>
                  <a:lnTo>
                    <a:pt x="149" y="185"/>
                  </a:lnTo>
                  <a:cubicBezTo>
                    <a:pt x="149" y="185"/>
                    <a:pt x="1" y="740"/>
                    <a:pt x="75" y="1183"/>
                  </a:cubicBezTo>
                  <a:cubicBezTo>
                    <a:pt x="112" y="1590"/>
                    <a:pt x="186" y="2033"/>
                    <a:pt x="334" y="2144"/>
                  </a:cubicBezTo>
                  <a:cubicBezTo>
                    <a:pt x="392" y="2181"/>
                    <a:pt x="567" y="2197"/>
                    <a:pt x="812" y="2197"/>
                  </a:cubicBezTo>
                  <a:cubicBezTo>
                    <a:pt x="1802" y="2197"/>
                    <a:pt x="3934" y="1931"/>
                    <a:pt x="4142" y="1664"/>
                  </a:cubicBezTo>
                  <a:cubicBezTo>
                    <a:pt x="4363" y="1331"/>
                    <a:pt x="4142" y="887"/>
                    <a:pt x="3439" y="776"/>
                  </a:cubicBezTo>
                  <a:cubicBezTo>
                    <a:pt x="2700" y="703"/>
                    <a:pt x="2589" y="776"/>
                    <a:pt x="2071" y="666"/>
                  </a:cubicBezTo>
                  <a:cubicBezTo>
                    <a:pt x="1628" y="518"/>
                    <a:pt x="1665" y="0"/>
                    <a:pt x="16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1130;p51">
              <a:extLst>
                <a:ext uri="{FF2B5EF4-FFF2-40B4-BE49-F238E27FC236}">
                  <a16:creationId xmlns:a16="http://schemas.microsoft.com/office/drawing/2014/main" id="{57D139E1-3257-D53B-1064-251679116DF8}"/>
                </a:ext>
              </a:extLst>
            </p:cNvPr>
            <p:cNvSpPr/>
            <p:nvPr/>
          </p:nvSpPr>
          <p:spPr>
            <a:xfrm>
              <a:off x="2559000" y="1281600"/>
              <a:ext cx="67850" cy="107675"/>
            </a:xfrm>
            <a:custGeom>
              <a:avLst/>
              <a:gdLst/>
              <a:ahLst/>
              <a:cxnLst/>
              <a:rect l="l" t="t" r="r" b="b"/>
              <a:pathLst>
                <a:path w="2714" h="4307" extrusionOk="0">
                  <a:moveTo>
                    <a:pt x="1738" y="1"/>
                  </a:moveTo>
                  <a:cubicBezTo>
                    <a:pt x="1738" y="1"/>
                    <a:pt x="1183" y="149"/>
                    <a:pt x="814" y="334"/>
                  </a:cubicBezTo>
                  <a:cubicBezTo>
                    <a:pt x="444" y="555"/>
                    <a:pt x="74" y="777"/>
                    <a:pt x="37" y="962"/>
                  </a:cubicBezTo>
                  <a:cubicBezTo>
                    <a:pt x="0" y="1295"/>
                    <a:pt x="1590" y="4216"/>
                    <a:pt x="2034" y="4290"/>
                  </a:cubicBezTo>
                  <a:cubicBezTo>
                    <a:pt x="2076" y="4301"/>
                    <a:pt x="2116" y="4307"/>
                    <a:pt x="2155" y="4307"/>
                  </a:cubicBezTo>
                  <a:cubicBezTo>
                    <a:pt x="2496" y="4307"/>
                    <a:pt x="2713" y="3888"/>
                    <a:pt x="2514" y="3291"/>
                  </a:cubicBezTo>
                  <a:cubicBezTo>
                    <a:pt x="2292" y="2552"/>
                    <a:pt x="2181" y="2478"/>
                    <a:pt x="2108" y="1997"/>
                  </a:cubicBezTo>
                  <a:cubicBezTo>
                    <a:pt x="1997" y="1480"/>
                    <a:pt x="2514" y="1295"/>
                    <a:pt x="2514" y="1295"/>
                  </a:cubicBezTo>
                  <a:lnTo>
                    <a:pt x="1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1131;p51">
              <a:extLst>
                <a:ext uri="{FF2B5EF4-FFF2-40B4-BE49-F238E27FC236}">
                  <a16:creationId xmlns:a16="http://schemas.microsoft.com/office/drawing/2014/main" id="{C6A78D8F-65E2-575B-A1BF-39B316B0A359}"/>
                </a:ext>
              </a:extLst>
            </p:cNvPr>
            <p:cNvSpPr/>
            <p:nvPr/>
          </p:nvSpPr>
          <p:spPr>
            <a:xfrm>
              <a:off x="2772500" y="1019125"/>
              <a:ext cx="219075" cy="368800"/>
            </a:xfrm>
            <a:custGeom>
              <a:avLst/>
              <a:gdLst/>
              <a:ahLst/>
              <a:cxnLst/>
              <a:rect l="l" t="t" r="r" b="b"/>
              <a:pathLst>
                <a:path w="8763" h="14752" extrusionOk="0">
                  <a:moveTo>
                    <a:pt x="4622" y="0"/>
                  </a:moveTo>
                  <a:lnTo>
                    <a:pt x="0" y="1109"/>
                  </a:lnTo>
                  <a:cubicBezTo>
                    <a:pt x="0" y="1109"/>
                    <a:pt x="5768" y="7247"/>
                    <a:pt x="6175" y="8245"/>
                  </a:cubicBezTo>
                  <a:cubicBezTo>
                    <a:pt x="6618" y="9206"/>
                    <a:pt x="6803" y="14752"/>
                    <a:pt x="6803" y="14752"/>
                  </a:cubicBezTo>
                  <a:lnTo>
                    <a:pt x="8762" y="14530"/>
                  </a:lnTo>
                  <a:cubicBezTo>
                    <a:pt x="8762" y="14530"/>
                    <a:pt x="8504" y="7986"/>
                    <a:pt x="8356" y="7542"/>
                  </a:cubicBezTo>
                  <a:cubicBezTo>
                    <a:pt x="8208" y="7025"/>
                    <a:pt x="4622" y="0"/>
                    <a:pt x="4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1132;p51">
              <a:extLst>
                <a:ext uri="{FF2B5EF4-FFF2-40B4-BE49-F238E27FC236}">
                  <a16:creationId xmlns:a16="http://schemas.microsoft.com/office/drawing/2014/main" id="{CB7F8B07-509B-3C77-3BC7-0E0011C2E1D2}"/>
                </a:ext>
              </a:extLst>
            </p:cNvPr>
            <p:cNvSpPr/>
            <p:nvPr/>
          </p:nvSpPr>
          <p:spPr>
            <a:xfrm>
              <a:off x="2594125" y="1021900"/>
              <a:ext cx="289300" cy="301325"/>
            </a:xfrm>
            <a:custGeom>
              <a:avLst/>
              <a:gdLst/>
              <a:ahLst/>
              <a:cxnLst/>
              <a:rect l="l" t="t" r="r" b="b"/>
              <a:pathLst>
                <a:path w="11572" h="12053" extrusionOk="0">
                  <a:moveTo>
                    <a:pt x="6803" y="0"/>
                  </a:moveTo>
                  <a:cubicBezTo>
                    <a:pt x="6803" y="0"/>
                    <a:pt x="5694" y="1220"/>
                    <a:pt x="5546" y="2477"/>
                  </a:cubicBezTo>
                  <a:cubicBezTo>
                    <a:pt x="5435" y="3697"/>
                    <a:pt x="5250" y="7246"/>
                    <a:pt x="5065" y="7653"/>
                  </a:cubicBezTo>
                  <a:cubicBezTo>
                    <a:pt x="4954" y="7875"/>
                    <a:pt x="1479" y="9502"/>
                    <a:pt x="0" y="10167"/>
                  </a:cubicBezTo>
                  <a:lnTo>
                    <a:pt x="887" y="12053"/>
                  </a:lnTo>
                  <a:cubicBezTo>
                    <a:pt x="887" y="12053"/>
                    <a:pt x="6618" y="9871"/>
                    <a:pt x="7025" y="9465"/>
                  </a:cubicBezTo>
                  <a:cubicBezTo>
                    <a:pt x="7838" y="8725"/>
                    <a:pt x="7727" y="6396"/>
                    <a:pt x="9021" y="4732"/>
                  </a:cubicBezTo>
                  <a:cubicBezTo>
                    <a:pt x="10426" y="2958"/>
                    <a:pt x="11572" y="1775"/>
                    <a:pt x="11572" y="1775"/>
                  </a:cubicBezTo>
                  <a:lnTo>
                    <a:pt x="68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1133;p51">
              <a:extLst>
                <a:ext uri="{FF2B5EF4-FFF2-40B4-BE49-F238E27FC236}">
                  <a16:creationId xmlns:a16="http://schemas.microsoft.com/office/drawing/2014/main" id="{8F5687B3-C5C8-6332-6B5C-3F1630FF5A98}"/>
                </a:ext>
              </a:extLst>
            </p:cNvPr>
            <p:cNvSpPr/>
            <p:nvPr/>
          </p:nvSpPr>
          <p:spPr>
            <a:xfrm>
              <a:off x="2841825" y="750150"/>
              <a:ext cx="58250" cy="73975"/>
            </a:xfrm>
            <a:custGeom>
              <a:avLst/>
              <a:gdLst/>
              <a:ahLst/>
              <a:cxnLst/>
              <a:rect l="l" t="t" r="r" b="b"/>
              <a:pathLst>
                <a:path w="2330" h="2959" extrusionOk="0">
                  <a:moveTo>
                    <a:pt x="740" y="1"/>
                  </a:moveTo>
                  <a:cubicBezTo>
                    <a:pt x="629" y="518"/>
                    <a:pt x="444" y="1480"/>
                    <a:pt x="0" y="1886"/>
                  </a:cubicBezTo>
                  <a:cubicBezTo>
                    <a:pt x="0" y="1886"/>
                    <a:pt x="0" y="2663"/>
                    <a:pt x="1072" y="2848"/>
                  </a:cubicBezTo>
                  <a:cubicBezTo>
                    <a:pt x="1331" y="2958"/>
                    <a:pt x="1516" y="2958"/>
                    <a:pt x="1664" y="2958"/>
                  </a:cubicBezTo>
                  <a:cubicBezTo>
                    <a:pt x="1701" y="2921"/>
                    <a:pt x="1701" y="2848"/>
                    <a:pt x="1738" y="2811"/>
                  </a:cubicBezTo>
                  <a:cubicBezTo>
                    <a:pt x="1738" y="2774"/>
                    <a:pt x="1812" y="2774"/>
                    <a:pt x="1812" y="2774"/>
                  </a:cubicBezTo>
                  <a:lnTo>
                    <a:pt x="1812" y="2737"/>
                  </a:lnTo>
                  <a:cubicBezTo>
                    <a:pt x="1849" y="2663"/>
                    <a:pt x="1849" y="2626"/>
                    <a:pt x="1886" y="2589"/>
                  </a:cubicBezTo>
                  <a:cubicBezTo>
                    <a:pt x="2034" y="2404"/>
                    <a:pt x="2145" y="2182"/>
                    <a:pt x="2329" y="1997"/>
                  </a:cubicBezTo>
                  <a:cubicBezTo>
                    <a:pt x="2292" y="1554"/>
                    <a:pt x="2292" y="814"/>
                    <a:pt x="2329" y="370"/>
                  </a:cubicBezTo>
                  <a:cubicBezTo>
                    <a:pt x="1923" y="370"/>
                    <a:pt x="1516" y="334"/>
                    <a:pt x="1146" y="186"/>
                  </a:cubicBezTo>
                  <a:cubicBezTo>
                    <a:pt x="998" y="149"/>
                    <a:pt x="888" y="75"/>
                    <a:pt x="740" y="1"/>
                  </a:cubicBezTo>
                  <a:close/>
                </a:path>
              </a:pathLst>
            </a:custGeom>
            <a:solidFill>
              <a:srgbClr val="E45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1134;p51">
              <a:extLst>
                <a:ext uri="{FF2B5EF4-FFF2-40B4-BE49-F238E27FC236}">
                  <a16:creationId xmlns:a16="http://schemas.microsoft.com/office/drawing/2014/main" id="{43C30379-B585-F0EA-DCAD-1F10B44CC363}"/>
                </a:ext>
              </a:extLst>
            </p:cNvPr>
            <p:cNvSpPr/>
            <p:nvPr/>
          </p:nvSpPr>
          <p:spPr>
            <a:xfrm>
              <a:off x="2842750" y="679425"/>
              <a:ext cx="86900" cy="104425"/>
            </a:xfrm>
            <a:custGeom>
              <a:avLst/>
              <a:gdLst/>
              <a:ahLst/>
              <a:cxnLst/>
              <a:rect l="l" t="t" r="r" b="b"/>
              <a:pathLst>
                <a:path w="3476" h="4177" extrusionOk="0">
                  <a:moveTo>
                    <a:pt x="1578" y="0"/>
                  </a:moveTo>
                  <a:cubicBezTo>
                    <a:pt x="1270" y="0"/>
                    <a:pt x="1035" y="20"/>
                    <a:pt x="1035" y="20"/>
                  </a:cubicBezTo>
                  <a:cubicBezTo>
                    <a:pt x="555" y="131"/>
                    <a:pt x="0" y="1721"/>
                    <a:pt x="222" y="2534"/>
                  </a:cubicBezTo>
                  <a:cubicBezTo>
                    <a:pt x="462" y="3323"/>
                    <a:pt x="1754" y="4176"/>
                    <a:pt x="2174" y="4176"/>
                  </a:cubicBezTo>
                  <a:cubicBezTo>
                    <a:pt x="2207" y="4176"/>
                    <a:pt x="2234" y="4171"/>
                    <a:pt x="2255" y="4161"/>
                  </a:cubicBezTo>
                  <a:cubicBezTo>
                    <a:pt x="2588" y="4013"/>
                    <a:pt x="2995" y="3089"/>
                    <a:pt x="3069" y="3015"/>
                  </a:cubicBezTo>
                  <a:cubicBezTo>
                    <a:pt x="3106" y="2904"/>
                    <a:pt x="3475" y="2793"/>
                    <a:pt x="3475" y="2645"/>
                  </a:cubicBezTo>
                  <a:cubicBezTo>
                    <a:pt x="3475" y="2534"/>
                    <a:pt x="3106" y="2127"/>
                    <a:pt x="3069" y="1795"/>
                  </a:cubicBezTo>
                  <a:cubicBezTo>
                    <a:pt x="2995" y="1499"/>
                    <a:pt x="3180" y="833"/>
                    <a:pt x="2995" y="390"/>
                  </a:cubicBezTo>
                  <a:cubicBezTo>
                    <a:pt x="2877" y="60"/>
                    <a:pt x="2116" y="0"/>
                    <a:pt x="1578"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1135;p51">
              <a:extLst>
                <a:ext uri="{FF2B5EF4-FFF2-40B4-BE49-F238E27FC236}">
                  <a16:creationId xmlns:a16="http://schemas.microsoft.com/office/drawing/2014/main" id="{A76538B9-8D69-2D6A-2F8E-D9B5A39DF44D}"/>
                </a:ext>
              </a:extLst>
            </p:cNvPr>
            <p:cNvSpPr/>
            <p:nvPr/>
          </p:nvSpPr>
          <p:spPr>
            <a:xfrm>
              <a:off x="2755850" y="800075"/>
              <a:ext cx="162700" cy="254000"/>
            </a:xfrm>
            <a:custGeom>
              <a:avLst/>
              <a:gdLst/>
              <a:ahLst/>
              <a:cxnLst/>
              <a:rect l="l" t="t" r="r" b="b"/>
              <a:pathLst>
                <a:path w="6508" h="10160" extrusionOk="0">
                  <a:moveTo>
                    <a:pt x="3624" y="0"/>
                  </a:moveTo>
                  <a:cubicBezTo>
                    <a:pt x="3624" y="0"/>
                    <a:pt x="1221" y="370"/>
                    <a:pt x="999" y="407"/>
                  </a:cubicBezTo>
                  <a:cubicBezTo>
                    <a:pt x="814" y="444"/>
                    <a:pt x="1369" y="3032"/>
                    <a:pt x="1073" y="4363"/>
                  </a:cubicBezTo>
                  <a:cubicBezTo>
                    <a:pt x="740" y="5731"/>
                    <a:pt x="1" y="8910"/>
                    <a:pt x="1" y="8910"/>
                  </a:cubicBezTo>
                  <a:cubicBezTo>
                    <a:pt x="1" y="8910"/>
                    <a:pt x="1443" y="10160"/>
                    <a:pt x="4133" y="10160"/>
                  </a:cubicBezTo>
                  <a:cubicBezTo>
                    <a:pt x="4779" y="10160"/>
                    <a:pt x="5498" y="10087"/>
                    <a:pt x="6286" y="9908"/>
                  </a:cubicBezTo>
                  <a:cubicBezTo>
                    <a:pt x="6286" y="9908"/>
                    <a:pt x="6508" y="5398"/>
                    <a:pt x="6434" y="4141"/>
                  </a:cubicBezTo>
                  <a:cubicBezTo>
                    <a:pt x="6360" y="4067"/>
                    <a:pt x="6360" y="3882"/>
                    <a:pt x="6286" y="3734"/>
                  </a:cubicBezTo>
                  <a:cubicBezTo>
                    <a:pt x="6249" y="3697"/>
                    <a:pt x="6212" y="3623"/>
                    <a:pt x="6175" y="3549"/>
                  </a:cubicBezTo>
                  <a:cubicBezTo>
                    <a:pt x="5547" y="2625"/>
                    <a:pt x="5177" y="1516"/>
                    <a:pt x="4918" y="444"/>
                  </a:cubicBezTo>
                  <a:cubicBezTo>
                    <a:pt x="4585" y="407"/>
                    <a:pt x="4179" y="259"/>
                    <a:pt x="36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1136;p51">
              <a:extLst>
                <a:ext uri="{FF2B5EF4-FFF2-40B4-BE49-F238E27FC236}">
                  <a16:creationId xmlns:a16="http://schemas.microsoft.com/office/drawing/2014/main" id="{CA1A1A38-310E-7DAC-BCE8-2A40BADA85E7}"/>
                </a:ext>
              </a:extLst>
            </p:cNvPr>
            <p:cNvSpPr/>
            <p:nvPr/>
          </p:nvSpPr>
          <p:spPr>
            <a:xfrm>
              <a:off x="2765100" y="865700"/>
              <a:ext cx="55475" cy="117400"/>
            </a:xfrm>
            <a:custGeom>
              <a:avLst/>
              <a:gdLst/>
              <a:ahLst/>
              <a:cxnLst/>
              <a:rect l="l" t="t" r="r" b="b"/>
              <a:pathLst>
                <a:path w="2219" h="4696" extrusionOk="0">
                  <a:moveTo>
                    <a:pt x="740" y="0"/>
                  </a:moveTo>
                  <a:lnTo>
                    <a:pt x="740" y="0"/>
                  </a:lnTo>
                  <a:cubicBezTo>
                    <a:pt x="814" y="629"/>
                    <a:pt x="814" y="1331"/>
                    <a:pt x="703" y="1849"/>
                  </a:cubicBezTo>
                  <a:cubicBezTo>
                    <a:pt x="555" y="2551"/>
                    <a:pt x="259" y="3734"/>
                    <a:pt x="1" y="4695"/>
                  </a:cubicBezTo>
                  <a:cubicBezTo>
                    <a:pt x="703" y="4511"/>
                    <a:pt x="1664" y="4289"/>
                    <a:pt x="2219" y="3882"/>
                  </a:cubicBezTo>
                  <a:cubicBezTo>
                    <a:pt x="1886" y="3106"/>
                    <a:pt x="1812" y="2292"/>
                    <a:pt x="1738" y="1627"/>
                  </a:cubicBezTo>
                  <a:cubicBezTo>
                    <a:pt x="1627" y="887"/>
                    <a:pt x="1258" y="444"/>
                    <a:pt x="74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1137;p51">
              <a:extLst>
                <a:ext uri="{FF2B5EF4-FFF2-40B4-BE49-F238E27FC236}">
                  <a16:creationId xmlns:a16="http://schemas.microsoft.com/office/drawing/2014/main" id="{4141E2EB-B789-A84D-12A1-3BDCD39EF016}"/>
                </a:ext>
              </a:extLst>
            </p:cNvPr>
            <p:cNvSpPr/>
            <p:nvPr/>
          </p:nvSpPr>
          <p:spPr>
            <a:xfrm>
              <a:off x="2870475" y="807450"/>
              <a:ext cx="29600" cy="78600"/>
            </a:xfrm>
            <a:custGeom>
              <a:avLst/>
              <a:gdLst/>
              <a:ahLst/>
              <a:cxnLst/>
              <a:rect l="l" t="t" r="r" b="b"/>
              <a:pathLst>
                <a:path w="1184" h="3144" extrusionOk="0">
                  <a:moveTo>
                    <a:pt x="666" y="1"/>
                  </a:moveTo>
                  <a:lnTo>
                    <a:pt x="0" y="186"/>
                  </a:lnTo>
                  <a:lnTo>
                    <a:pt x="555" y="851"/>
                  </a:lnTo>
                  <a:lnTo>
                    <a:pt x="333" y="2219"/>
                  </a:lnTo>
                  <a:cubicBezTo>
                    <a:pt x="555" y="2589"/>
                    <a:pt x="518" y="2885"/>
                    <a:pt x="703" y="3143"/>
                  </a:cubicBezTo>
                  <a:cubicBezTo>
                    <a:pt x="777" y="2626"/>
                    <a:pt x="1072" y="2552"/>
                    <a:pt x="1183" y="2034"/>
                  </a:cubicBezTo>
                  <a:lnTo>
                    <a:pt x="777" y="851"/>
                  </a:lnTo>
                  <a:lnTo>
                    <a:pt x="1109" y="260"/>
                  </a:lnTo>
                  <a:lnTo>
                    <a:pt x="6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1138;p51">
              <a:extLst>
                <a:ext uri="{FF2B5EF4-FFF2-40B4-BE49-F238E27FC236}">
                  <a16:creationId xmlns:a16="http://schemas.microsoft.com/office/drawing/2014/main" id="{B1B386B1-B09D-EC71-FD2F-7F1E52F3EDC4}"/>
                </a:ext>
              </a:extLst>
            </p:cNvPr>
            <p:cNvSpPr/>
            <p:nvPr/>
          </p:nvSpPr>
          <p:spPr>
            <a:xfrm>
              <a:off x="2754925" y="800075"/>
              <a:ext cx="172875" cy="255775"/>
            </a:xfrm>
            <a:custGeom>
              <a:avLst/>
              <a:gdLst/>
              <a:ahLst/>
              <a:cxnLst/>
              <a:rect l="l" t="t" r="r" b="b"/>
              <a:pathLst>
                <a:path w="6915" h="10231" extrusionOk="0">
                  <a:moveTo>
                    <a:pt x="3661" y="0"/>
                  </a:moveTo>
                  <a:cubicBezTo>
                    <a:pt x="3661" y="0"/>
                    <a:pt x="3107" y="74"/>
                    <a:pt x="2515" y="185"/>
                  </a:cubicBezTo>
                  <a:cubicBezTo>
                    <a:pt x="2922" y="1146"/>
                    <a:pt x="2959" y="2292"/>
                    <a:pt x="2589" y="3217"/>
                  </a:cubicBezTo>
                  <a:cubicBezTo>
                    <a:pt x="2383" y="3834"/>
                    <a:pt x="1892" y="4260"/>
                    <a:pt x="1261" y="4260"/>
                  </a:cubicBezTo>
                  <a:cubicBezTo>
                    <a:pt x="1212" y="4260"/>
                    <a:pt x="1161" y="4257"/>
                    <a:pt x="1110" y="4252"/>
                  </a:cubicBezTo>
                  <a:cubicBezTo>
                    <a:pt x="1110" y="4289"/>
                    <a:pt x="1110" y="4326"/>
                    <a:pt x="1073" y="4437"/>
                  </a:cubicBezTo>
                  <a:cubicBezTo>
                    <a:pt x="740" y="5768"/>
                    <a:pt x="1" y="8947"/>
                    <a:pt x="1" y="8947"/>
                  </a:cubicBezTo>
                  <a:cubicBezTo>
                    <a:pt x="1" y="8947"/>
                    <a:pt x="1453" y="10230"/>
                    <a:pt x="4162" y="10230"/>
                  </a:cubicBezTo>
                  <a:cubicBezTo>
                    <a:pt x="4801" y="10230"/>
                    <a:pt x="5510" y="10159"/>
                    <a:pt x="6286" y="9982"/>
                  </a:cubicBezTo>
                  <a:cubicBezTo>
                    <a:pt x="6286" y="9982"/>
                    <a:pt x="6656" y="5472"/>
                    <a:pt x="6545" y="4252"/>
                  </a:cubicBezTo>
                  <a:cubicBezTo>
                    <a:pt x="6471" y="3734"/>
                    <a:pt x="6914" y="1701"/>
                    <a:pt x="5990" y="296"/>
                  </a:cubicBezTo>
                  <a:lnTo>
                    <a:pt x="5990" y="296"/>
                  </a:lnTo>
                  <a:cubicBezTo>
                    <a:pt x="6101" y="629"/>
                    <a:pt x="5990" y="998"/>
                    <a:pt x="5990" y="1331"/>
                  </a:cubicBezTo>
                  <a:cubicBezTo>
                    <a:pt x="5953" y="1886"/>
                    <a:pt x="5731" y="2108"/>
                    <a:pt x="5325" y="2108"/>
                  </a:cubicBezTo>
                  <a:cubicBezTo>
                    <a:pt x="4992" y="2108"/>
                    <a:pt x="4548" y="1886"/>
                    <a:pt x="4290" y="1368"/>
                  </a:cubicBezTo>
                  <a:cubicBezTo>
                    <a:pt x="4142" y="1109"/>
                    <a:pt x="3698" y="0"/>
                    <a:pt x="36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1139;p51">
              <a:extLst>
                <a:ext uri="{FF2B5EF4-FFF2-40B4-BE49-F238E27FC236}">
                  <a16:creationId xmlns:a16="http://schemas.microsoft.com/office/drawing/2014/main" id="{4EA74DD7-7124-E2E0-4EB4-7CA5B2D1A7B4}"/>
                </a:ext>
              </a:extLst>
            </p:cNvPr>
            <p:cNvSpPr/>
            <p:nvPr/>
          </p:nvSpPr>
          <p:spPr>
            <a:xfrm>
              <a:off x="2754925" y="891575"/>
              <a:ext cx="100775" cy="163625"/>
            </a:xfrm>
            <a:custGeom>
              <a:avLst/>
              <a:gdLst/>
              <a:ahLst/>
              <a:cxnLst/>
              <a:rect l="l" t="t" r="r" b="b"/>
              <a:pathLst>
                <a:path w="4031" h="6545" extrusionOk="0">
                  <a:moveTo>
                    <a:pt x="2293" y="0"/>
                  </a:moveTo>
                  <a:cubicBezTo>
                    <a:pt x="2051" y="346"/>
                    <a:pt x="1647" y="595"/>
                    <a:pt x="1171" y="595"/>
                  </a:cubicBezTo>
                  <a:cubicBezTo>
                    <a:pt x="1139" y="595"/>
                    <a:pt x="1106" y="594"/>
                    <a:pt x="1073" y="592"/>
                  </a:cubicBezTo>
                  <a:lnTo>
                    <a:pt x="1073" y="666"/>
                  </a:lnTo>
                  <a:cubicBezTo>
                    <a:pt x="740" y="1997"/>
                    <a:pt x="1" y="5287"/>
                    <a:pt x="1" y="5287"/>
                  </a:cubicBezTo>
                  <a:cubicBezTo>
                    <a:pt x="1" y="5287"/>
                    <a:pt x="1443" y="6470"/>
                    <a:pt x="4031" y="6544"/>
                  </a:cubicBezTo>
                  <a:cubicBezTo>
                    <a:pt x="2996" y="5879"/>
                    <a:pt x="2774" y="5028"/>
                    <a:pt x="2552" y="3808"/>
                  </a:cubicBezTo>
                  <a:cubicBezTo>
                    <a:pt x="2404" y="3069"/>
                    <a:pt x="2293" y="2366"/>
                    <a:pt x="2515" y="1627"/>
                  </a:cubicBezTo>
                  <a:cubicBezTo>
                    <a:pt x="2589" y="1183"/>
                    <a:pt x="2441" y="592"/>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1140;p51">
              <a:extLst>
                <a:ext uri="{FF2B5EF4-FFF2-40B4-BE49-F238E27FC236}">
                  <a16:creationId xmlns:a16="http://schemas.microsoft.com/office/drawing/2014/main" id="{610CD8FD-51D0-50C1-B304-2E52771F8BC0}"/>
                </a:ext>
              </a:extLst>
            </p:cNvPr>
            <p:cNvSpPr/>
            <p:nvPr/>
          </p:nvSpPr>
          <p:spPr>
            <a:xfrm>
              <a:off x="2823325" y="665075"/>
              <a:ext cx="69200" cy="93225"/>
            </a:xfrm>
            <a:custGeom>
              <a:avLst/>
              <a:gdLst/>
              <a:ahLst/>
              <a:cxnLst/>
              <a:rect l="l" t="t" r="r" b="b"/>
              <a:pathLst>
                <a:path w="2768" h="3729" extrusionOk="0">
                  <a:moveTo>
                    <a:pt x="1582" y="1"/>
                  </a:moveTo>
                  <a:cubicBezTo>
                    <a:pt x="1560" y="1"/>
                    <a:pt x="1539" y="1"/>
                    <a:pt x="1517" y="2"/>
                  </a:cubicBezTo>
                  <a:cubicBezTo>
                    <a:pt x="777" y="76"/>
                    <a:pt x="1295" y="372"/>
                    <a:pt x="555" y="853"/>
                  </a:cubicBezTo>
                  <a:cubicBezTo>
                    <a:pt x="1" y="1223"/>
                    <a:pt x="223" y="1814"/>
                    <a:pt x="444" y="2036"/>
                  </a:cubicBezTo>
                  <a:cubicBezTo>
                    <a:pt x="592" y="2184"/>
                    <a:pt x="518" y="2332"/>
                    <a:pt x="371" y="2738"/>
                  </a:cubicBezTo>
                  <a:cubicBezTo>
                    <a:pt x="113" y="3317"/>
                    <a:pt x="751" y="3728"/>
                    <a:pt x="1140" y="3728"/>
                  </a:cubicBezTo>
                  <a:cubicBezTo>
                    <a:pt x="1199" y="3728"/>
                    <a:pt x="1251" y="3719"/>
                    <a:pt x="1295" y="3700"/>
                  </a:cubicBezTo>
                  <a:cubicBezTo>
                    <a:pt x="1295" y="3700"/>
                    <a:pt x="1628" y="3071"/>
                    <a:pt x="1369" y="2886"/>
                  </a:cubicBezTo>
                  <a:cubicBezTo>
                    <a:pt x="1100" y="2647"/>
                    <a:pt x="1218" y="2214"/>
                    <a:pt x="1468" y="2214"/>
                  </a:cubicBezTo>
                  <a:cubicBezTo>
                    <a:pt x="1527" y="2214"/>
                    <a:pt x="1594" y="2238"/>
                    <a:pt x="1664" y="2295"/>
                  </a:cubicBezTo>
                  <a:cubicBezTo>
                    <a:pt x="1738" y="2332"/>
                    <a:pt x="1886" y="2443"/>
                    <a:pt x="1886" y="2553"/>
                  </a:cubicBezTo>
                  <a:cubicBezTo>
                    <a:pt x="1912" y="2807"/>
                    <a:pt x="1989" y="2904"/>
                    <a:pt x="2083" y="2904"/>
                  </a:cubicBezTo>
                  <a:cubicBezTo>
                    <a:pt x="2126" y="2904"/>
                    <a:pt x="2173" y="2884"/>
                    <a:pt x="2219" y="2849"/>
                  </a:cubicBezTo>
                  <a:cubicBezTo>
                    <a:pt x="2404" y="2590"/>
                    <a:pt x="2034" y="1962"/>
                    <a:pt x="2145" y="1777"/>
                  </a:cubicBezTo>
                  <a:cubicBezTo>
                    <a:pt x="2478" y="1370"/>
                    <a:pt x="2552" y="964"/>
                    <a:pt x="2552" y="964"/>
                  </a:cubicBezTo>
                  <a:cubicBezTo>
                    <a:pt x="2767" y="604"/>
                    <a:pt x="2320" y="1"/>
                    <a:pt x="1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1141;p51">
              <a:extLst>
                <a:ext uri="{FF2B5EF4-FFF2-40B4-BE49-F238E27FC236}">
                  <a16:creationId xmlns:a16="http://schemas.microsoft.com/office/drawing/2014/main" id="{29595355-2414-2FB8-00A7-10D8CEA9DA30}"/>
                </a:ext>
              </a:extLst>
            </p:cNvPr>
            <p:cNvSpPr/>
            <p:nvPr/>
          </p:nvSpPr>
          <p:spPr>
            <a:xfrm>
              <a:off x="2688400" y="991400"/>
              <a:ext cx="50850" cy="69950"/>
            </a:xfrm>
            <a:custGeom>
              <a:avLst/>
              <a:gdLst/>
              <a:ahLst/>
              <a:cxnLst/>
              <a:rect l="l" t="t" r="r" b="b"/>
              <a:pathLst>
                <a:path w="2034" h="2798" extrusionOk="0">
                  <a:moveTo>
                    <a:pt x="629" y="0"/>
                  </a:moveTo>
                  <a:cubicBezTo>
                    <a:pt x="444" y="148"/>
                    <a:pt x="222" y="222"/>
                    <a:pt x="0" y="333"/>
                  </a:cubicBezTo>
                  <a:cubicBezTo>
                    <a:pt x="0" y="407"/>
                    <a:pt x="37" y="555"/>
                    <a:pt x="37" y="740"/>
                  </a:cubicBezTo>
                  <a:cubicBezTo>
                    <a:pt x="37" y="998"/>
                    <a:pt x="111" y="1257"/>
                    <a:pt x="74" y="1516"/>
                  </a:cubicBezTo>
                  <a:cubicBezTo>
                    <a:pt x="74" y="1701"/>
                    <a:pt x="148" y="2070"/>
                    <a:pt x="222" y="2218"/>
                  </a:cubicBezTo>
                  <a:cubicBezTo>
                    <a:pt x="253" y="2280"/>
                    <a:pt x="284" y="2420"/>
                    <a:pt x="359" y="2420"/>
                  </a:cubicBezTo>
                  <a:cubicBezTo>
                    <a:pt x="373" y="2420"/>
                    <a:pt x="389" y="2415"/>
                    <a:pt x="407" y="2403"/>
                  </a:cubicBezTo>
                  <a:cubicBezTo>
                    <a:pt x="555" y="2255"/>
                    <a:pt x="407" y="2034"/>
                    <a:pt x="407" y="1886"/>
                  </a:cubicBezTo>
                  <a:lnTo>
                    <a:pt x="407" y="1886"/>
                  </a:lnTo>
                  <a:cubicBezTo>
                    <a:pt x="481" y="2070"/>
                    <a:pt x="555" y="2736"/>
                    <a:pt x="740" y="2736"/>
                  </a:cubicBezTo>
                  <a:cubicBezTo>
                    <a:pt x="850" y="2736"/>
                    <a:pt x="850" y="2588"/>
                    <a:pt x="813" y="2440"/>
                  </a:cubicBezTo>
                  <a:lnTo>
                    <a:pt x="813" y="2440"/>
                  </a:lnTo>
                  <a:cubicBezTo>
                    <a:pt x="876" y="2566"/>
                    <a:pt x="992" y="2797"/>
                    <a:pt x="1116" y="2797"/>
                  </a:cubicBezTo>
                  <a:cubicBezTo>
                    <a:pt x="1138" y="2797"/>
                    <a:pt x="1161" y="2790"/>
                    <a:pt x="1183" y="2773"/>
                  </a:cubicBezTo>
                  <a:cubicBezTo>
                    <a:pt x="1331" y="2625"/>
                    <a:pt x="1183" y="2366"/>
                    <a:pt x="1183" y="2218"/>
                  </a:cubicBezTo>
                  <a:cubicBezTo>
                    <a:pt x="1183" y="2212"/>
                    <a:pt x="1183" y="2206"/>
                    <a:pt x="1183" y="2202"/>
                  </a:cubicBezTo>
                  <a:lnTo>
                    <a:pt x="1183" y="2202"/>
                  </a:lnTo>
                  <a:cubicBezTo>
                    <a:pt x="1245" y="2300"/>
                    <a:pt x="1306" y="2403"/>
                    <a:pt x="1368" y="2403"/>
                  </a:cubicBezTo>
                  <a:cubicBezTo>
                    <a:pt x="1389" y="2408"/>
                    <a:pt x="1407" y="2411"/>
                    <a:pt x="1423" y="2411"/>
                  </a:cubicBezTo>
                  <a:cubicBezTo>
                    <a:pt x="1628" y="2411"/>
                    <a:pt x="1402" y="1986"/>
                    <a:pt x="1368" y="1849"/>
                  </a:cubicBezTo>
                  <a:cubicBezTo>
                    <a:pt x="1331" y="1664"/>
                    <a:pt x="1035" y="1331"/>
                    <a:pt x="1220" y="1183"/>
                  </a:cubicBezTo>
                  <a:cubicBezTo>
                    <a:pt x="1241" y="1173"/>
                    <a:pt x="1261" y="1168"/>
                    <a:pt x="1281" y="1168"/>
                  </a:cubicBezTo>
                  <a:cubicBezTo>
                    <a:pt x="1407" y="1168"/>
                    <a:pt x="1526" y="1346"/>
                    <a:pt x="1590" y="1442"/>
                  </a:cubicBezTo>
                  <a:cubicBezTo>
                    <a:pt x="1665" y="1467"/>
                    <a:pt x="1792" y="1543"/>
                    <a:pt x="1877" y="1543"/>
                  </a:cubicBezTo>
                  <a:cubicBezTo>
                    <a:pt x="1917" y="1543"/>
                    <a:pt x="1948" y="1526"/>
                    <a:pt x="1960" y="1479"/>
                  </a:cubicBezTo>
                  <a:cubicBezTo>
                    <a:pt x="2033" y="1331"/>
                    <a:pt x="1775" y="1146"/>
                    <a:pt x="1701" y="1109"/>
                  </a:cubicBezTo>
                  <a:cubicBezTo>
                    <a:pt x="1553" y="998"/>
                    <a:pt x="1405" y="887"/>
                    <a:pt x="1331" y="777"/>
                  </a:cubicBezTo>
                  <a:cubicBezTo>
                    <a:pt x="1109" y="555"/>
                    <a:pt x="813" y="333"/>
                    <a:pt x="629"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1142;p51">
              <a:extLst>
                <a:ext uri="{FF2B5EF4-FFF2-40B4-BE49-F238E27FC236}">
                  <a16:creationId xmlns:a16="http://schemas.microsoft.com/office/drawing/2014/main" id="{F90422C0-BEAF-AE2A-5B3A-B4AD3FA1D927}"/>
                </a:ext>
              </a:extLst>
            </p:cNvPr>
            <p:cNvSpPr/>
            <p:nvPr/>
          </p:nvSpPr>
          <p:spPr>
            <a:xfrm>
              <a:off x="2627400" y="810925"/>
              <a:ext cx="190400" cy="193425"/>
            </a:xfrm>
            <a:custGeom>
              <a:avLst/>
              <a:gdLst/>
              <a:ahLst/>
              <a:cxnLst/>
              <a:rect l="l" t="t" r="r" b="b"/>
              <a:pathLst>
                <a:path w="7616" h="7737" extrusionOk="0">
                  <a:moveTo>
                    <a:pt x="6665" y="1"/>
                  </a:moveTo>
                  <a:cubicBezTo>
                    <a:pt x="5169" y="1"/>
                    <a:pt x="2395" y="1066"/>
                    <a:pt x="1072" y="2191"/>
                  </a:cubicBezTo>
                  <a:cubicBezTo>
                    <a:pt x="0" y="3004"/>
                    <a:pt x="2329" y="7737"/>
                    <a:pt x="2329" y="7737"/>
                  </a:cubicBezTo>
                  <a:lnTo>
                    <a:pt x="3475" y="7256"/>
                  </a:lnTo>
                  <a:cubicBezTo>
                    <a:pt x="3475" y="7256"/>
                    <a:pt x="2514" y="3855"/>
                    <a:pt x="2662" y="3633"/>
                  </a:cubicBezTo>
                  <a:cubicBezTo>
                    <a:pt x="2736" y="3374"/>
                    <a:pt x="3143" y="3078"/>
                    <a:pt x="5139" y="2931"/>
                  </a:cubicBezTo>
                  <a:cubicBezTo>
                    <a:pt x="5324" y="2931"/>
                    <a:pt x="6026" y="2968"/>
                    <a:pt x="6433" y="2968"/>
                  </a:cubicBezTo>
                  <a:cubicBezTo>
                    <a:pt x="6766" y="2968"/>
                    <a:pt x="7505" y="1895"/>
                    <a:pt x="7542" y="1489"/>
                  </a:cubicBezTo>
                  <a:cubicBezTo>
                    <a:pt x="7616" y="749"/>
                    <a:pt x="7320" y="121"/>
                    <a:pt x="7135" y="47"/>
                  </a:cubicBezTo>
                  <a:cubicBezTo>
                    <a:pt x="6999" y="16"/>
                    <a:pt x="6841" y="1"/>
                    <a:pt x="6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1143;p51">
              <a:extLst>
                <a:ext uri="{FF2B5EF4-FFF2-40B4-BE49-F238E27FC236}">
                  <a16:creationId xmlns:a16="http://schemas.microsoft.com/office/drawing/2014/main" id="{844F4677-D598-D73A-CF54-6B26DB9916BA}"/>
                </a:ext>
              </a:extLst>
            </p:cNvPr>
            <p:cNvSpPr/>
            <p:nvPr/>
          </p:nvSpPr>
          <p:spPr>
            <a:xfrm>
              <a:off x="2835350" y="782500"/>
              <a:ext cx="71200" cy="48100"/>
            </a:xfrm>
            <a:custGeom>
              <a:avLst/>
              <a:gdLst/>
              <a:ahLst/>
              <a:cxnLst/>
              <a:rect l="l" t="t" r="r" b="b"/>
              <a:pathLst>
                <a:path w="2848" h="1924" extrusionOk="0">
                  <a:moveTo>
                    <a:pt x="592" y="1"/>
                  </a:moveTo>
                  <a:lnTo>
                    <a:pt x="0" y="777"/>
                  </a:lnTo>
                  <a:lnTo>
                    <a:pt x="1516" y="1923"/>
                  </a:lnTo>
                  <a:lnTo>
                    <a:pt x="2071" y="1073"/>
                  </a:lnTo>
                  <a:lnTo>
                    <a:pt x="2847" y="1554"/>
                  </a:lnTo>
                  <a:lnTo>
                    <a:pt x="2847" y="999"/>
                  </a:lnTo>
                  <a:lnTo>
                    <a:pt x="2625" y="518"/>
                  </a:lnTo>
                  <a:lnTo>
                    <a:pt x="2071" y="962"/>
                  </a:lnTo>
                  <a:lnTo>
                    <a:pt x="5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1144;p51">
              <a:extLst>
                <a:ext uri="{FF2B5EF4-FFF2-40B4-BE49-F238E27FC236}">
                  <a16:creationId xmlns:a16="http://schemas.microsoft.com/office/drawing/2014/main" id="{BB2D6312-7CD6-7C89-706B-021AC47AB833}"/>
                </a:ext>
              </a:extLst>
            </p:cNvPr>
            <p:cNvSpPr/>
            <p:nvPr/>
          </p:nvSpPr>
          <p:spPr>
            <a:xfrm>
              <a:off x="2854750" y="682675"/>
              <a:ext cx="104475" cy="22700"/>
            </a:xfrm>
            <a:custGeom>
              <a:avLst/>
              <a:gdLst/>
              <a:ahLst/>
              <a:cxnLst/>
              <a:rect l="l" t="t" r="r" b="b"/>
              <a:pathLst>
                <a:path w="4179" h="908" extrusionOk="0">
                  <a:moveTo>
                    <a:pt x="2515" y="1"/>
                  </a:moveTo>
                  <a:lnTo>
                    <a:pt x="1" y="703"/>
                  </a:lnTo>
                  <a:cubicBezTo>
                    <a:pt x="1" y="703"/>
                    <a:pt x="1088" y="907"/>
                    <a:pt x="2039" y="907"/>
                  </a:cubicBezTo>
                  <a:cubicBezTo>
                    <a:pt x="2303" y="907"/>
                    <a:pt x="2557" y="891"/>
                    <a:pt x="2774" y="851"/>
                  </a:cubicBezTo>
                  <a:cubicBezTo>
                    <a:pt x="3698" y="666"/>
                    <a:pt x="4178" y="482"/>
                    <a:pt x="25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1145;p51">
              <a:extLst>
                <a:ext uri="{FF2B5EF4-FFF2-40B4-BE49-F238E27FC236}">
                  <a16:creationId xmlns:a16="http://schemas.microsoft.com/office/drawing/2014/main" id="{54F5E580-D271-A2A2-9928-017F4E97D3F1}"/>
                </a:ext>
              </a:extLst>
            </p:cNvPr>
            <p:cNvSpPr/>
            <p:nvPr/>
          </p:nvSpPr>
          <p:spPr>
            <a:xfrm>
              <a:off x="2825175" y="663275"/>
              <a:ext cx="96150" cy="53625"/>
            </a:xfrm>
            <a:custGeom>
              <a:avLst/>
              <a:gdLst/>
              <a:ahLst/>
              <a:cxnLst/>
              <a:rect l="l" t="t" r="r" b="b"/>
              <a:pathLst>
                <a:path w="3846" h="2145" extrusionOk="0">
                  <a:moveTo>
                    <a:pt x="3587" y="1"/>
                  </a:moveTo>
                  <a:lnTo>
                    <a:pt x="1" y="1442"/>
                  </a:lnTo>
                  <a:lnTo>
                    <a:pt x="333" y="2145"/>
                  </a:lnTo>
                  <a:lnTo>
                    <a:pt x="3846" y="851"/>
                  </a:lnTo>
                  <a:lnTo>
                    <a:pt x="35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1146;p51">
              <a:extLst>
                <a:ext uri="{FF2B5EF4-FFF2-40B4-BE49-F238E27FC236}">
                  <a16:creationId xmlns:a16="http://schemas.microsoft.com/office/drawing/2014/main" id="{E7C20FD1-5741-12C5-1B62-4F44678B7EA6}"/>
                </a:ext>
              </a:extLst>
            </p:cNvPr>
            <p:cNvSpPr/>
            <p:nvPr/>
          </p:nvSpPr>
          <p:spPr>
            <a:xfrm>
              <a:off x="2802600" y="625650"/>
              <a:ext cx="138150" cy="72175"/>
            </a:xfrm>
            <a:custGeom>
              <a:avLst/>
              <a:gdLst/>
              <a:ahLst/>
              <a:cxnLst/>
              <a:rect l="l" t="t" r="r" b="b"/>
              <a:pathLst>
                <a:path w="5526" h="2887" extrusionOk="0">
                  <a:moveTo>
                    <a:pt x="4407" y="1"/>
                  </a:moveTo>
                  <a:cubicBezTo>
                    <a:pt x="3291" y="1"/>
                    <a:pt x="746" y="1718"/>
                    <a:pt x="312" y="2319"/>
                  </a:cubicBezTo>
                  <a:cubicBezTo>
                    <a:pt x="0" y="2813"/>
                    <a:pt x="567" y="2886"/>
                    <a:pt x="930" y="2886"/>
                  </a:cubicBezTo>
                  <a:cubicBezTo>
                    <a:pt x="1083" y="2886"/>
                    <a:pt x="1200" y="2873"/>
                    <a:pt x="1200" y="2873"/>
                  </a:cubicBezTo>
                  <a:lnTo>
                    <a:pt x="4379" y="1727"/>
                  </a:lnTo>
                  <a:cubicBezTo>
                    <a:pt x="4379" y="1727"/>
                    <a:pt x="5525" y="581"/>
                    <a:pt x="4712" y="64"/>
                  </a:cubicBezTo>
                  <a:cubicBezTo>
                    <a:pt x="4629" y="21"/>
                    <a:pt x="4526" y="1"/>
                    <a:pt x="44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1147;p51">
              <a:extLst>
                <a:ext uri="{FF2B5EF4-FFF2-40B4-BE49-F238E27FC236}">
                  <a16:creationId xmlns:a16="http://schemas.microsoft.com/office/drawing/2014/main" id="{9A7C72CC-D46E-3FA0-23DF-C206E26A3625}"/>
                </a:ext>
              </a:extLst>
            </p:cNvPr>
            <p:cNvSpPr/>
            <p:nvPr/>
          </p:nvSpPr>
          <p:spPr>
            <a:xfrm>
              <a:off x="2832575" y="874000"/>
              <a:ext cx="83200" cy="33300"/>
            </a:xfrm>
            <a:custGeom>
              <a:avLst/>
              <a:gdLst/>
              <a:ahLst/>
              <a:cxnLst/>
              <a:rect l="l" t="t" r="r" b="b"/>
              <a:pathLst>
                <a:path w="3328" h="1332" extrusionOk="0">
                  <a:moveTo>
                    <a:pt x="1" y="1"/>
                  </a:moveTo>
                  <a:lnTo>
                    <a:pt x="1" y="1332"/>
                  </a:lnTo>
                  <a:lnTo>
                    <a:pt x="3328" y="1295"/>
                  </a:lnTo>
                  <a:lnTo>
                    <a:pt x="3328" y="186"/>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1148;p51">
              <a:extLst>
                <a:ext uri="{FF2B5EF4-FFF2-40B4-BE49-F238E27FC236}">
                  <a16:creationId xmlns:a16="http://schemas.microsoft.com/office/drawing/2014/main" id="{4407C8B9-3C9A-8D0C-AA5C-0E3CA1B31078}"/>
                </a:ext>
              </a:extLst>
            </p:cNvPr>
            <p:cNvSpPr/>
            <p:nvPr/>
          </p:nvSpPr>
          <p:spPr>
            <a:xfrm>
              <a:off x="2839050" y="884175"/>
              <a:ext cx="12950" cy="13900"/>
            </a:xfrm>
            <a:custGeom>
              <a:avLst/>
              <a:gdLst/>
              <a:ahLst/>
              <a:cxnLst/>
              <a:rect l="l" t="t" r="r" b="b"/>
              <a:pathLst>
                <a:path w="518" h="556" extrusionOk="0">
                  <a:moveTo>
                    <a:pt x="259" y="74"/>
                  </a:moveTo>
                  <a:lnTo>
                    <a:pt x="333" y="148"/>
                  </a:lnTo>
                  <a:cubicBezTo>
                    <a:pt x="370" y="148"/>
                    <a:pt x="370" y="148"/>
                    <a:pt x="370" y="185"/>
                  </a:cubicBezTo>
                  <a:cubicBezTo>
                    <a:pt x="370" y="222"/>
                    <a:pt x="370" y="222"/>
                    <a:pt x="333" y="222"/>
                  </a:cubicBezTo>
                  <a:lnTo>
                    <a:pt x="259" y="222"/>
                  </a:lnTo>
                  <a:lnTo>
                    <a:pt x="259" y="74"/>
                  </a:lnTo>
                  <a:close/>
                  <a:moveTo>
                    <a:pt x="0" y="1"/>
                  </a:moveTo>
                  <a:lnTo>
                    <a:pt x="0" y="555"/>
                  </a:lnTo>
                  <a:lnTo>
                    <a:pt x="185" y="555"/>
                  </a:lnTo>
                  <a:lnTo>
                    <a:pt x="185" y="370"/>
                  </a:lnTo>
                  <a:lnTo>
                    <a:pt x="333" y="370"/>
                  </a:lnTo>
                  <a:cubicBezTo>
                    <a:pt x="481" y="370"/>
                    <a:pt x="518" y="259"/>
                    <a:pt x="518" y="185"/>
                  </a:cubicBezTo>
                  <a:cubicBezTo>
                    <a:pt x="518" y="74"/>
                    <a:pt x="407" y="1"/>
                    <a:pt x="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1149;p51">
              <a:extLst>
                <a:ext uri="{FF2B5EF4-FFF2-40B4-BE49-F238E27FC236}">
                  <a16:creationId xmlns:a16="http://schemas.microsoft.com/office/drawing/2014/main" id="{ABD48E06-6CDC-B148-2EE8-0BE11B625583}"/>
                </a:ext>
              </a:extLst>
            </p:cNvPr>
            <p:cNvSpPr/>
            <p:nvPr/>
          </p:nvSpPr>
          <p:spPr>
            <a:xfrm>
              <a:off x="2852900" y="884175"/>
              <a:ext cx="13900" cy="13900"/>
            </a:xfrm>
            <a:custGeom>
              <a:avLst/>
              <a:gdLst/>
              <a:ahLst/>
              <a:cxnLst/>
              <a:rect l="l" t="t" r="r" b="b"/>
              <a:pathLst>
                <a:path w="556" h="556" extrusionOk="0">
                  <a:moveTo>
                    <a:pt x="297" y="74"/>
                  </a:moveTo>
                  <a:cubicBezTo>
                    <a:pt x="334" y="74"/>
                    <a:pt x="371" y="148"/>
                    <a:pt x="371" y="222"/>
                  </a:cubicBezTo>
                  <a:lnTo>
                    <a:pt x="371" y="259"/>
                  </a:lnTo>
                  <a:cubicBezTo>
                    <a:pt x="371" y="370"/>
                    <a:pt x="371" y="407"/>
                    <a:pt x="297" y="407"/>
                  </a:cubicBezTo>
                  <a:cubicBezTo>
                    <a:pt x="223" y="407"/>
                    <a:pt x="186" y="370"/>
                    <a:pt x="186" y="259"/>
                  </a:cubicBezTo>
                  <a:lnTo>
                    <a:pt x="186" y="222"/>
                  </a:lnTo>
                  <a:cubicBezTo>
                    <a:pt x="186" y="185"/>
                    <a:pt x="223" y="148"/>
                    <a:pt x="297" y="74"/>
                  </a:cubicBezTo>
                  <a:close/>
                  <a:moveTo>
                    <a:pt x="297" y="1"/>
                  </a:moveTo>
                  <a:cubicBezTo>
                    <a:pt x="112" y="1"/>
                    <a:pt x="1" y="74"/>
                    <a:pt x="1" y="259"/>
                  </a:cubicBezTo>
                  <a:cubicBezTo>
                    <a:pt x="1" y="444"/>
                    <a:pt x="112" y="555"/>
                    <a:pt x="297" y="555"/>
                  </a:cubicBezTo>
                  <a:cubicBezTo>
                    <a:pt x="481" y="555"/>
                    <a:pt x="555" y="444"/>
                    <a:pt x="555" y="259"/>
                  </a:cubicBezTo>
                  <a:cubicBezTo>
                    <a:pt x="555" y="74"/>
                    <a:pt x="481" y="1"/>
                    <a:pt x="2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1150;p51">
              <a:extLst>
                <a:ext uri="{FF2B5EF4-FFF2-40B4-BE49-F238E27FC236}">
                  <a16:creationId xmlns:a16="http://schemas.microsoft.com/office/drawing/2014/main" id="{33D71361-F22A-99CA-4D11-A9D176E18295}"/>
                </a:ext>
              </a:extLst>
            </p:cNvPr>
            <p:cNvSpPr/>
            <p:nvPr/>
          </p:nvSpPr>
          <p:spPr>
            <a:xfrm>
              <a:off x="2869550" y="884175"/>
              <a:ext cx="9275" cy="13900"/>
            </a:xfrm>
            <a:custGeom>
              <a:avLst/>
              <a:gdLst/>
              <a:ahLst/>
              <a:cxnLst/>
              <a:rect l="l" t="t" r="r" b="b"/>
              <a:pathLst>
                <a:path w="371" h="556" extrusionOk="0">
                  <a:moveTo>
                    <a:pt x="0" y="1"/>
                  </a:moveTo>
                  <a:lnTo>
                    <a:pt x="0" y="555"/>
                  </a:lnTo>
                  <a:lnTo>
                    <a:pt x="370" y="555"/>
                  </a:lnTo>
                  <a:lnTo>
                    <a:pt x="370" y="407"/>
                  </a:lnTo>
                  <a:lnTo>
                    <a:pt x="148" y="407"/>
                  </a:lnTo>
                  <a:lnTo>
                    <a:pt x="14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1151;p51">
              <a:extLst>
                <a:ext uri="{FF2B5EF4-FFF2-40B4-BE49-F238E27FC236}">
                  <a16:creationId xmlns:a16="http://schemas.microsoft.com/office/drawing/2014/main" id="{2CD848CB-E22A-36B4-6E80-2BD35FAC7DAD}"/>
                </a:ext>
              </a:extLst>
            </p:cNvPr>
            <p:cNvSpPr/>
            <p:nvPr/>
          </p:nvSpPr>
          <p:spPr>
            <a:xfrm>
              <a:off x="2880625" y="885100"/>
              <a:ext cx="3725" cy="12975"/>
            </a:xfrm>
            <a:custGeom>
              <a:avLst/>
              <a:gdLst/>
              <a:ahLst/>
              <a:cxnLst/>
              <a:rect l="l" t="t" r="r" b="b"/>
              <a:pathLst>
                <a:path w="149" h="519" extrusionOk="0">
                  <a:moveTo>
                    <a:pt x="1" y="1"/>
                  </a:moveTo>
                  <a:lnTo>
                    <a:pt x="1" y="518"/>
                  </a:lnTo>
                  <a:lnTo>
                    <a:pt x="149" y="518"/>
                  </a:lnTo>
                  <a:lnTo>
                    <a:pt x="14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1152;p51">
              <a:extLst>
                <a:ext uri="{FF2B5EF4-FFF2-40B4-BE49-F238E27FC236}">
                  <a16:creationId xmlns:a16="http://schemas.microsoft.com/office/drawing/2014/main" id="{531EAEAE-9FF6-D6CD-1665-AC5745588B05}"/>
                </a:ext>
              </a:extLst>
            </p:cNvPr>
            <p:cNvSpPr/>
            <p:nvPr/>
          </p:nvSpPr>
          <p:spPr>
            <a:xfrm>
              <a:off x="2887100" y="885850"/>
              <a:ext cx="11125" cy="14075"/>
            </a:xfrm>
            <a:custGeom>
              <a:avLst/>
              <a:gdLst/>
              <a:ahLst/>
              <a:cxnLst/>
              <a:rect l="l" t="t" r="r" b="b"/>
              <a:pathLst>
                <a:path w="445" h="563" extrusionOk="0">
                  <a:moveTo>
                    <a:pt x="278" y="0"/>
                  </a:moveTo>
                  <a:cubicBezTo>
                    <a:pt x="261" y="0"/>
                    <a:pt x="242" y="3"/>
                    <a:pt x="223" y="7"/>
                  </a:cubicBezTo>
                  <a:cubicBezTo>
                    <a:pt x="75" y="7"/>
                    <a:pt x="1" y="118"/>
                    <a:pt x="1" y="303"/>
                  </a:cubicBezTo>
                  <a:cubicBezTo>
                    <a:pt x="1" y="488"/>
                    <a:pt x="75" y="562"/>
                    <a:pt x="223" y="562"/>
                  </a:cubicBezTo>
                  <a:cubicBezTo>
                    <a:pt x="370" y="562"/>
                    <a:pt x="444" y="488"/>
                    <a:pt x="444" y="340"/>
                  </a:cubicBezTo>
                  <a:lnTo>
                    <a:pt x="297" y="340"/>
                  </a:lnTo>
                  <a:cubicBezTo>
                    <a:pt x="297" y="377"/>
                    <a:pt x="260" y="414"/>
                    <a:pt x="223" y="414"/>
                  </a:cubicBezTo>
                  <a:cubicBezTo>
                    <a:pt x="186" y="414"/>
                    <a:pt x="112" y="377"/>
                    <a:pt x="112" y="303"/>
                  </a:cubicBezTo>
                  <a:lnTo>
                    <a:pt x="112" y="229"/>
                  </a:lnTo>
                  <a:cubicBezTo>
                    <a:pt x="112" y="155"/>
                    <a:pt x="186" y="118"/>
                    <a:pt x="223" y="118"/>
                  </a:cubicBezTo>
                  <a:cubicBezTo>
                    <a:pt x="260" y="118"/>
                    <a:pt x="297" y="155"/>
                    <a:pt x="297" y="192"/>
                  </a:cubicBezTo>
                  <a:lnTo>
                    <a:pt x="444" y="192"/>
                  </a:lnTo>
                  <a:cubicBezTo>
                    <a:pt x="444" y="96"/>
                    <a:pt x="389" y="0"/>
                    <a:pt x="2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153;p51">
              <a:extLst>
                <a:ext uri="{FF2B5EF4-FFF2-40B4-BE49-F238E27FC236}">
                  <a16:creationId xmlns:a16="http://schemas.microsoft.com/office/drawing/2014/main" id="{CA1029A7-4639-94E0-AD0F-395D148634D2}"/>
                </a:ext>
              </a:extLst>
            </p:cNvPr>
            <p:cNvSpPr/>
            <p:nvPr/>
          </p:nvSpPr>
          <p:spPr>
            <a:xfrm>
              <a:off x="2899125" y="885100"/>
              <a:ext cx="9275" cy="14825"/>
            </a:xfrm>
            <a:custGeom>
              <a:avLst/>
              <a:gdLst/>
              <a:ahLst/>
              <a:cxnLst/>
              <a:rect l="l" t="t" r="r" b="b"/>
              <a:pathLst>
                <a:path w="371" h="593" extrusionOk="0">
                  <a:moveTo>
                    <a:pt x="0" y="1"/>
                  </a:moveTo>
                  <a:lnTo>
                    <a:pt x="0" y="518"/>
                  </a:lnTo>
                  <a:lnTo>
                    <a:pt x="370" y="592"/>
                  </a:lnTo>
                  <a:lnTo>
                    <a:pt x="370" y="481"/>
                  </a:lnTo>
                  <a:lnTo>
                    <a:pt x="148" y="481"/>
                  </a:lnTo>
                  <a:lnTo>
                    <a:pt x="148" y="370"/>
                  </a:lnTo>
                  <a:lnTo>
                    <a:pt x="333" y="370"/>
                  </a:lnTo>
                  <a:lnTo>
                    <a:pt x="333" y="222"/>
                  </a:lnTo>
                  <a:lnTo>
                    <a:pt x="148" y="222"/>
                  </a:lnTo>
                  <a:lnTo>
                    <a:pt x="148" y="148"/>
                  </a:lnTo>
                  <a:lnTo>
                    <a:pt x="370" y="148"/>
                  </a:lnTo>
                  <a:lnTo>
                    <a:pt x="37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85502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EC632E4-CD4F-5622-A274-0B47EACE9C74}"/>
              </a:ext>
            </a:extLst>
          </p:cNvPr>
          <p:cNvSpPr>
            <a:spLocks noGrp="1"/>
          </p:cNvSpPr>
          <p:nvPr>
            <p:ph type="title"/>
          </p:nvPr>
        </p:nvSpPr>
        <p:spPr>
          <a:xfrm>
            <a:off x="2035278" y="245806"/>
            <a:ext cx="4109884" cy="1176977"/>
          </a:xfrm>
        </p:spPr>
        <p:txBody>
          <a:bodyPr/>
          <a:lstStyle/>
          <a:p>
            <a:pPr algn="r"/>
            <a:r>
              <a:rPr lang="ar-YE" dirty="0">
                <a:solidFill>
                  <a:schemeClr val="dk2"/>
                </a:solidFill>
              </a:rPr>
              <a:t>مصفوفة</a:t>
            </a:r>
            <a:r>
              <a:rPr lang="ar-YE" sz="4000" dirty="0"/>
              <a:t> </a:t>
            </a:r>
            <a:r>
              <a:rPr lang="ar-YE" dirty="0">
                <a:solidFill>
                  <a:schemeClr val="dk2"/>
                </a:solidFill>
              </a:rPr>
              <a:t>تقييم المخاطر</a:t>
            </a:r>
            <a:endParaRPr lang="en-US" dirty="0">
              <a:solidFill>
                <a:schemeClr val="dk2"/>
              </a:solidFill>
            </a:endParaRPr>
          </a:p>
        </p:txBody>
      </p:sp>
      <p:pic>
        <p:nvPicPr>
          <p:cNvPr id="7" name="عنصر نائب للصورة 6">
            <a:extLst>
              <a:ext uri="{FF2B5EF4-FFF2-40B4-BE49-F238E27FC236}">
                <a16:creationId xmlns:a16="http://schemas.microsoft.com/office/drawing/2014/main" id="{1EE26AA9-5425-2FCB-CC02-75483677AB92}"/>
              </a:ext>
            </a:extLst>
          </p:cNvPr>
          <p:cNvPicPr>
            <a:picLocks noGrp="1" noChangeAspect="1"/>
          </p:cNvPicPr>
          <p:nvPr>
            <p:ph type="pic" idx="3"/>
          </p:nvPr>
        </p:nvPicPr>
        <p:blipFill>
          <a:blip r:embed="rId2"/>
          <a:srcRect l="32388" t="37569" r="29650" b="34607"/>
          <a:stretch/>
        </p:blipFill>
        <p:spPr>
          <a:xfrm>
            <a:off x="1929683" y="1732973"/>
            <a:ext cx="4979496" cy="2912497"/>
          </a:xfrm>
        </p:spPr>
      </p:pic>
      <p:grpSp>
        <p:nvGrpSpPr>
          <p:cNvPr id="8" name="Google Shape;343;p33">
            <a:extLst>
              <a:ext uri="{FF2B5EF4-FFF2-40B4-BE49-F238E27FC236}">
                <a16:creationId xmlns:a16="http://schemas.microsoft.com/office/drawing/2014/main" id="{AE3630C2-DDB7-F2F5-68BD-CB86B97D236E}"/>
              </a:ext>
            </a:extLst>
          </p:cNvPr>
          <p:cNvGrpSpPr/>
          <p:nvPr/>
        </p:nvGrpSpPr>
        <p:grpSpPr>
          <a:xfrm>
            <a:off x="6989597" y="1717751"/>
            <a:ext cx="1726142" cy="3350561"/>
            <a:chOff x="7161222" y="1829106"/>
            <a:chExt cx="1726142" cy="3350561"/>
          </a:xfrm>
        </p:grpSpPr>
        <p:sp>
          <p:nvSpPr>
            <p:cNvPr id="9" name="Google Shape;344;p33">
              <a:extLst>
                <a:ext uri="{FF2B5EF4-FFF2-40B4-BE49-F238E27FC236}">
                  <a16:creationId xmlns:a16="http://schemas.microsoft.com/office/drawing/2014/main" id="{90AB3DE1-BD40-B86F-6B43-EF8172E43495}"/>
                </a:ext>
              </a:extLst>
            </p:cNvPr>
            <p:cNvSpPr/>
            <p:nvPr/>
          </p:nvSpPr>
          <p:spPr>
            <a:xfrm>
              <a:off x="7543077" y="3529078"/>
              <a:ext cx="136690" cy="223143"/>
            </a:xfrm>
            <a:custGeom>
              <a:avLst/>
              <a:gdLst/>
              <a:ahLst/>
              <a:cxnLst/>
              <a:rect l="l" t="t" r="r" b="b"/>
              <a:pathLst>
                <a:path w="1540" h="2514" extrusionOk="0">
                  <a:moveTo>
                    <a:pt x="115" y="1"/>
                  </a:moveTo>
                  <a:cubicBezTo>
                    <a:pt x="37" y="1"/>
                    <a:pt x="0" y="63"/>
                    <a:pt x="24" y="110"/>
                  </a:cubicBezTo>
                  <a:cubicBezTo>
                    <a:pt x="61" y="147"/>
                    <a:pt x="61" y="332"/>
                    <a:pt x="209" y="480"/>
                  </a:cubicBezTo>
                  <a:cubicBezTo>
                    <a:pt x="246" y="517"/>
                    <a:pt x="467" y="776"/>
                    <a:pt x="283" y="850"/>
                  </a:cubicBezTo>
                  <a:cubicBezTo>
                    <a:pt x="252" y="865"/>
                    <a:pt x="215" y="874"/>
                    <a:pt x="180" y="874"/>
                  </a:cubicBezTo>
                  <a:cubicBezTo>
                    <a:pt x="129" y="874"/>
                    <a:pt x="82" y="856"/>
                    <a:pt x="61" y="813"/>
                  </a:cubicBezTo>
                  <a:lnTo>
                    <a:pt x="61" y="813"/>
                  </a:lnTo>
                  <a:cubicBezTo>
                    <a:pt x="209" y="1256"/>
                    <a:pt x="283" y="1737"/>
                    <a:pt x="356" y="2255"/>
                  </a:cubicBezTo>
                  <a:cubicBezTo>
                    <a:pt x="726" y="2329"/>
                    <a:pt x="1207" y="2477"/>
                    <a:pt x="1355" y="2514"/>
                  </a:cubicBezTo>
                  <a:cubicBezTo>
                    <a:pt x="1540" y="2329"/>
                    <a:pt x="1133" y="2181"/>
                    <a:pt x="1318" y="2070"/>
                  </a:cubicBezTo>
                  <a:cubicBezTo>
                    <a:pt x="1096" y="1737"/>
                    <a:pt x="1059" y="1367"/>
                    <a:pt x="911" y="1035"/>
                  </a:cubicBezTo>
                  <a:cubicBezTo>
                    <a:pt x="837" y="850"/>
                    <a:pt x="800" y="665"/>
                    <a:pt x="726" y="517"/>
                  </a:cubicBezTo>
                  <a:cubicBezTo>
                    <a:pt x="578" y="332"/>
                    <a:pt x="430" y="147"/>
                    <a:pt x="283" y="73"/>
                  </a:cubicBezTo>
                  <a:cubicBezTo>
                    <a:pt x="216" y="20"/>
                    <a:pt x="159" y="1"/>
                    <a:pt x="115"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45;p33">
              <a:extLst>
                <a:ext uri="{FF2B5EF4-FFF2-40B4-BE49-F238E27FC236}">
                  <a16:creationId xmlns:a16="http://schemas.microsoft.com/office/drawing/2014/main" id="{9A6D9618-0409-D935-AF81-59CEA9C5D586}"/>
                </a:ext>
              </a:extLst>
            </p:cNvPr>
            <p:cNvSpPr/>
            <p:nvPr/>
          </p:nvSpPr>
          <p:spPr>
            <a:xfrm>
              <a:off x="7161222" y="2045686"/>
              <a:ext cx="646528" cy="2674516"/>
            </a:xfrm>
            <a:custGeom>
              <a:avLst/>
              <a:gdLst/>
              <a:ahLst/>
              <a:cxnLst/>
              <a:rect l="l" t="t" r="r" b="b"/>
              <a:pathLst>
                <a:path w="7284" h="30132" extrusionOk="0">
                  <a:moveTo>
                    <a:pt x="666" y="1"/>
                  </a:moveTo>
                  <a:lnTo>
                    <a:pt x="0" y="149"/>
                  </a:lnTo>
                  <a:lnTo>
                    <a:pt x="6655" y="30132"/>
                  </a:lnTo>
                  <a:lnTo>
                    <a:pt x="7283" y="29984"/>
                  </a:lnTo>
                  <a:lnTo>
                    <a:pt x="6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46;p33">
              <a:extLst>
                <a:ext uri="{FF2B5EF4-FFF2-40B4-BE49-F238E27FC236}">
                  <a16:creationId xmlns:a16="http://schemas.microsoft.com/office/drawing/2014/main" id="{3E574BCD-7278-D441-3BE2-2B4F8CE2CE9F}"/>
                </a:ext>
              </a:extLst>
            </p:cNvPr>
            <p:cNvSpPr/>
            <p:nvPr/>
          </p:nvSpPr>
          <p:spPr>
            <a:xfrm>
              <a:off x="7230102" y="1829106"/>
              <a:ext cx="1381638" cy="1135507"/>
            </a:xfrm>
            <a:custGeom>
              <a:avLst/>
              <a:gdLst/>
              <a:ahLst/>
              <a:cxnLst/>
              <a:rect l="l" t="t" r="r" b="b"/>
              <a:pathLst>
                <a:path w="15566" h="12793" extrusionOk="0">
                  <a:moveTo>
                    <a:pt x="13421" y="1"/>
                  </a:moveTo>
                  <a:lnTo>
                    <a:pt x="1" y="2921"/>
                  </a:lnTo>
                  <a:lnTo>
                    <a:pt x="2145" y="12793"/>
                  </a:lnTo>
                  <a:lnTo>
                    <a:pt x="15565" y="9872"/>
                  </a:lnTo>
                  <a:lnTo>
                    <a:pt x="1342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47;p33">
              <a:extLst>
                <a:ext uri="{FF2B5EF4-FFF2-40B4-BE49-F238E27FC236}">
                  <a16:creationId xmlns:a16="http://schemas.microsoft.com/office/drawing/2014/main" id="{93DFB8FF-6585-7EBC-3954-0D83E585072D}"/>
                </a:ext>
              </a:extLst>
            </p:cNvPr>
            <p:cNvSpPr/>
            <p:nvPr/>
          </p:nvSpPr>
          <p:spPr>
            <a:xfrm>
              <a:off x="7728945" y="2501213"/>
              <a:ext cx="459422" cy="198112"/>
            </a:xfrm>
            <a:custGeom>
              <a:avLst/>
              <a:gdLst/>
              <a:ahLst/>
              <a:cxnLst/>
              <a:rect l="l" t="t" r="r" b="b"/>
              <a:pathLst>
                <a:path w="5176" h="2232" extrusionOk="0">
                  <a:moveTo>
                    <a:pt x="595" y="1"/>
                  </a:moveTo>
                  <a:cubicBezTo>
                    <a:pt x="428" y="1"/>
                    <a:pt x="250" y="114"/>
                    <a:pt x="185" y="340"/>
                  </a:cubicBezTo>
                  <a:cubicBezTo>
                    <a:pt x="148" y="451"/>
                    <a:pt x="259" y="636"/>
                    <a:pt x="333" y="710"/>
                  </a:cubicBezTo>
                  <a:cubicBezTo>
                    <a:pt x="185" y="747"/>
                    <a:pt x="74" y="821"/>
                    <a:pt x="74" y="969"/>
                  </a:cubicBezTo>
                  <a:cubicBezTo>
                    <a:pt x="0" y="1154"/>
                    <a:pt x="148" y="1376"/>
                    <a:pt x="370" y="1450"/>
                  </a:cubicBezTo>
                  <a:cubicBezTo>
                    <a:pt x="389" y="1453"/>
                    <a:pt x="409" y="1455"/>
                    <a:pt x="429" y="1455"/>
                  </a:cubicBezTo>
                  <a:cubicBezTo>
                    <a:pt x="606" y="1455"/>
                    <a:pt x="817" y="1316"/>
                    <a:pt x="850" y="1117"/>
                  </a:cubicBezTo>
                  <a:lnTo>
                    <a:pt x="850" y="1006"/>
                  </a:lnTo>
                  <a:lnTo>
                    <a:pt x="4252" y="1671"/>
                  </a:lnTo>
                  <a:cubicBezTo>
                    <a:pt x="4252" y="1708"/>
                    <a:pt x="4215" y="1708"/>
                    <a:pt x="4215" y="1745"/>
                  </a:cubicBezTo>
                  <a:cubicBezTo>
                    <a:pt x="4178" y="1930"/>
                    <a:pt x="4326" y="2189"/>
                    <a:pt x="4547" y="2226"/>
                  </a:cubicBezTo>
                  <a:cubicBezTo>
                    <a:pt x="4567" y="2230"/>
                    <a:pt x="4586" y="2232"/>
                    <a:pt x="4606" y="2232"/>
                  </a:cubicBezTo>
                  <a:cubicBezTo>
                    <a:pt x="4776" y="2232"/>
                    <a:pt x="4958" y="2092"/>
                    <a:pt x="4991" y="1893"/>
                  </a:cubicBezTo>
                  <a:cubicBezTo>
                    <a:pt x="5065" y="1745"/>
                    <a:pt x="4954" y="1634"/>
                    <a:pt x="4880" y="1523"/>
                  </a:cubicBezTo>
                  <a:cubicBezTo>
                    <a:pt x="4991" y="1486"/>
                    <a:pt x="5139" y="1376"/>
                    <a:pt x="5139" y="1265"/>
                  </a:cubicBezTo>
                  <a:cubicBezTo>
                    <a:pt x="5176" y="1080"/>
                    <a:pt x="5065" y="821"/>
                    <a:pt x="4806" y="784"/>
                  </a:cubicBezTo>
                  <a:cubicBezTo>
                    <a:pt x="4787" y="780"/>
                    <a:pt x="4768" y="778"/>
                    <a:pt x="4748" y="778"/>
                  </a:cubicBezTo>
                  <a:cubicBezTo>
                    <a:pt x="4578" y="778"/>
                    <a:pt x="4396" y="918"/>
                    <a:pt x="4363" y="1117"/>
                  </a:cubicBezTo>
                  <a:lnTo>
                    <a:pt x="4363" y="1191"/>
                  </a:lnTo>
                  <a:lnTo>
                    <a:pt x="924" y="562"/>
                  </a:lnTo>
                  <a:cubicBezTo>
                    <a:pt x="924" y="525"/>
                    <a:pt x="998" y="525"/>
                    <a:pt x="998" y="451"/>
                  </a:cubicBezTo>
                  <a:cubicBezTo>
                    <a:pt x="1035" y="266"/>
                    <a:pt x="887" y="45"/>
                    <a:pt x="666" y="8"/>
                  </a:cubicBezTo>
                  <a:cubicBezTo>
                    <a:pt x="642" y="3"/>
                    <a:pt x="619" y="1"/>
                    <a:pt x="5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48;p33">
              <a:extLst>
                <a:ext uri="{FF2B5EF4-FFF2-40B4-BE49-F238E27FC236}">
                  <a16:creationId xmlns:a16="http://schemas.microsoft.com/office/drawing/2014/main" id="{77E1C5B3-ED1F-1B29-66C0-17FFFF1951CB}"/>
                </a:ext>
              </a:extLst>
            </p:cNvPr>
            <p:cNvSpPr/>
            <p:nvPr/>
          </p:nvSpPr>
          <p:spPr>
            <a:xfrm>
              <a:off x="7755129" y="2424877"/>
              <a:ext cx="420190" cy="341105"/>
            </a:xfrm>
            <a:custGeom>
              <a:avLst/>
              <a:gdLst/>
              <a:ahLst/>
              <a:cxnLst/>
              <a:rect l="l" t="t" r="r" b="b"/>
              <a:pathLst>
                <a:path w="4734" h="3843" extrusionOk="0">
                  <a:moveTo>
                    <a:pt x="3941" y="0"/>
                  </a:moveTo>
                  <a:cubicBezTo>
                    <a:pt x="3859" y="0"/>
                    <a:pt x="3775" y="30"/>
                    <a:pt x="3698" y="91"/>
                  </a:cubicBezTo>
                  <a:cubicBezTo>
                    <a:pt x="3513" y="202"/>
                    <a:pt x="3439" y="461"/>
                    <a:pt x="3587" y="646"/>
                  </a:cubicBezTo>
                  <a:cubicBezTo>
                    <a:pt x="3587" y="683"/>
                    <a:pt x="3587" y="720"/>
                    <a:pt x="3624" y="720"/>
                  </a:cubicBezTo>
                  <a:lnTo>
                    <a:pt x="814" y="2753"/>
                  </a:lnTo>
                  <a:cubicBezTo>
                    <a:pt x="814" y="2716"/>
                    <a:pt x="777" y="2716"/>
                    <a:pt x="777" y="2679"/>
                  </a:cubicBezTo>
                  <a:cubicBezTo>
                    <a:pt x="684" y="2562"/>
                    <a:pt x="560" y="2490"/>
                    <a:pt x="436" y="2490"/>
                  </a:cubicBezTo>
                  <a:cubicBezTo>
                    <a:pt x="363" y="2490"/>
                    <a:pt x="291" y="2514"/>
                    <a:pt x="223" y="2568"/>
                  </a:cubicBezTo>
                  <a:cubicBezTo>
                    <a:pt x="38" y="2716"/>
                    <a:pt x="1" y="2938"/>
                    <a:pt x="112" y="3123"/>
                  </a:cubicBezTo>
                  <a:cubicBezTo>
                    <a:pt x="203" y="3214"/>
                    <a:pt x="319" y="3280"/>
                    <a:pt x="440" y="3280"/>
                  </a:cubicBezTo>
                  <a:cubicBezTo>
                    <a:pt x="466" y="3280"/>
                    <a:pt x="492" y="3277"/>
                    <a:pt x="518" y="3271"/>
                  </a:cubicBezTo>
                  <a:lnTo>
                    <a:pt x="518" y="3271"/>
                  </a:lnTo>
                  <a:cubicBezTo>
                    <a:pt x="445" y="3419"/>
                    <a:pt x="445" y="3530"/>
                    <a:pt x="518" y="3677"/>
                  </a:cubicBezTo>
                  <a:cubicBezTo>
                    <a:pt x="583" y="3785"/>
                    <a:pt x="698" y="3843"/>
                    <a:pt x="812" y="3843"/>
                  </a:cubicBezTo>
                  <a:cubicBezTo>
                    <a:pt x="893" y="3843"/>
                    <a:pt x="974" y="3813"/>
                    <a:pt x="1036" y="3751"/>
                  </a:cubicBezTo>
                  <a:cubicBezTo>
                    <a:pt x="1221" y="3640"/>
                    <a:pt x="1295" y="3382"/>
                    <a:pt x="1147" y="3234"/>
                  </a:cubicBezTo>
                  <a:cubicBezTo>
                    <a:pt x="1147" y="3160"/>
                    <a:pt x="1147" y="3123"/>
                    <a:pt x="1110" y="3123"/>
                  </a:cubicBezTo>
                  <a:lnTo>
                    <a:pt x="3920" y="1089"/>
                  </a:lnTo>
                  <a:cubicBezTo>
                    <a:pt x="3920" y="1126"/>
                    <a:pt x="3957" y="1126"/>
                    <a:pt x="3957" y="1200"/>
                  </a:cubicBezTo>
                  <a:cubicBezTo>
                    <a:pt x="4043" y="1308"/>
                    <a:pt x="4154" y="1366"/>
                    <a:pt x="4269" y="1366"/>
                  </a:cubicBezTo>
                  <a:cubicBezTo>
                    <a:pt x="4351" y="1366"/>
                    <a:pt x="4434" y="1336"/>
                    <a:pt x="4511" y="1274"/>
                  </a:cubicBezTo>
                  <a:cubicBezTo>
                    <a:pt x="4696" y="1126"/>
                    <a:pt x="4733" y="905"/>
                    <a:pt x="4622" y="720"/>
                  </a:cubicBezTo>
                  <a:cubicBezTo>
                    <a:pt x="4526" y="656"/>
                    <a:pt x="4403" y="565"/>
                    <a:pt x="4300" y="565"/>
                  </a:cubicBezTo>
                  <a:cubicBezTo>
                    <a:pt x="4283" y="565"/>
                    <a:pt x="4268" y="567"/>
                    <a:pt x="4252" y="572"/>
                  </a:cubicBezTo>
                  <a:cubicBezTo>
                    <a:pt x="4326" y="461"/>
                    <a:pt x="4326" y="313"/>
                    <a:pt x="4252" y="165"/>
                  </a:cubicBezTo>
                  <a:cubicBezTo>
                    <a:pt x="4166" y="58"/>
                    <a:pt x="4055" y="0"/>
                    <a:pt x="39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49;p33">
              <a:extLst>
                <a:ext uri="{FF2B5EF4-FFF2-40B4-BE49-F238E27FC236}">
                  <a16:creationId xmlns:a16="http://schemas.microsoft.com/office/drawing/2014/main" id="{B8FACF0F-7AA2-46BC-9D1F-2A7CEE2D78BA}"/>
                </a:ext>
              </a:extLst>
            </p:cNvPr>
            <p:cNvSpPr/>
            <p:nvPr/>
          </p:nvSpPr>
          <p:spPr>
            <a:xfrm>
              <a:off x="7643556" y="2054917"/>
              <a:ext cx="475931" cy="422498"/>
            </a:xfrm>
            <a:custGeom>
              <a:avLst/>
              <a:gdLst/>
              <a:ahLst/>
              <a:cxnLst/>
              <a:rect l="l" t="t" r="r" b="b"/>
              <a:pathLst>
                <a:path w="5362" h="4760" extrusionOk="0">
                  <a:moveTo>
                    <a:pt x="3759" y="1729"/>
                  </a:moveTo>
                  <a:cubicBezTo>
                    <a:pt x="4005" y="1729"/>
                    <a:pt x="4227" y="1890"/>
                    <a:pt x="4289" y="2078"/>
                  </a:cubicBezTo>
                  <a:cubicBezTo>
                    <a:pt x="4400" y="2337"/>
                    <a:pt x="4179" y="2633"/>
                    <a:pt x="3846" y="2670"/>
                  </a:cubicBezTo>
                  <a:cubicBezTo>
                    <a:pt x="3778" y="2692"/>
                    <a:pt x="3712" y="2702"/>
                    <a:pt x="3649" y="2702"/>
                  </a:cubicBezTo>
                  <a:cubicBezTo>
                    <a:pt x="3402" y="2702"/>
                    <a:pt x="3202" y="2543"/>
                    <a:pt x="3143" y="2337"/>
                  </a:cubicBezTo>
                  <a:cubicBezTo>
                    <a:pt x="3106" y="2115"/>
                    <a:pt x="3291" y="1856"/>
                    <a:pt x="3624" y="1745"/>
                  </a:cubicBezTo>
                  <a:cubicBezTo>
                    <a:pt x="3669" y="1734"/>
                    <a:pt x="3714" y="1729"/>
                    <a:pt x="3759" y="1729"/>
                  </a:cubicBezTo>
                  <a:close/>
                  <a:moveTo>
                    <a:pt x="1910" y="2135"/>
                  </a:moveTo>
                  <a:cubicBezTo>
                    <a:pt x="2156" y="2135"/>
                    <a:pt x="2378" y="2297"/>
                    <a:pt x="2441" y="2485"/>
                  </a:cubicBezTo>
                  <a:cubicBezTo>
                    <a:pt x="2478" y="2707"/>
                    <a:pt x="2293" y="3002"/>
                    <a:pt x="1997" y="3076"/>
                  </a:cubicBezTo>
                  <a:cubicBezTo>
                    <a:pt x="1921" y="3099"/>
                    <a:pt x="1848" y="3109"/>
                    <a:pt x="1780" y="3109"/>
                  </a:cubicBezTo>
                  <a:cubicBezTo>
                    <a:pt x="1517" y="3109"/>
                    <a:pt x="1324" y="2957"/>
                    <a:pt x="1295" y="2780"/>
                  </a:cubicBezTo>
                  <a:cubicBezTo>
                    <a:pt x="1258" y="2522"/>
                    <a:pt x="1443" y="2263"/>
                    <a:pt x="1775" y="2152"/>
                  </a:cubicBezTo>
                  <a:cubicBezTo>
                    <a:pt x="1821" y="2141"/>
                    <a:pt x="1866" y="2135"/>
                    <a:pt x="1910" y="2135"/>
                  </a:cubicBezTo>
                  <a:close/>
                  <a:moveTo>
                    <a:pt x="2922" y="2891"/>
                  </a:moveTo>
                  <a:cubicBezTo>
                    <a:pt x="2922" y="2891"/>
                    <a:pt x="3624" y="3187"/>
                    <a:pt x="3365" y="3520"/>
                  </a:cubicBezTo>
                  <a:cubicBezTo>
                    <a:pt x="3326" y="3569"/>
                    <a:pt x="3287" y="3586"/>
                    <a:pt x="3251" y="3586"/>
                  </a:cubicBezTo>
                  <a:cubicBezTo>
                    <a:pt x="3150" y="3586"/>
                    <a:pt x="3069" y="3446"/>
                    <a:pt x="3069" y="3446"/>
                  </a:cubicBezTo>
                  <a:cubicBezTo>
                    <a:pt x="3069" y="3446"/>
                    <a:pt x="3020" y="3669"/>
                    <a:pt x="2880" y="3669"/>
                  </a:cubicBezTo>
                  <a:cubicBezTo>
                    <a:pt x="2849" y="3669"/>
                    <a:pt x="2814" y="3658"/>
                    <a:pt x="2774" y="3631"/>
                  </a:cubicBezTo>
                  <a:cubicBezTo>
                    <a:pt x="2367" y="3409"/>
                    <a:pt x="2922" y="2891"/>
                    <a:pt x="2922" y="2891"/>
                  </a:cubicBezTo>
                  <a:close/>
                  <a:moveTo>
                    <a:pt x="3086" y="1"/>
                  </a:moveTo>
                  <a:cubicBezTo>
                    <a:pt x="2815" y="1"/>
                    <a:pt x="2533" y="26"/>
                    <a:pt x="2256" y="82"/>
                  </a:cubicBezTo>
                  <a:cubicBezTo>
                    <a:pt x="1147" y="303"/>
                    <a:pt x="297" y="1043"/>
                    <a:pt x="186" y="1560"/>
                  </a:cubicBezTo>
                  <a:cubicBezTo>
                    <a:pt x="1" y="2485"/>
                    <a:pt x="1147" y="3446"/>
                    <a:pt x="1110" y="3779"/>
                  </a:cubicBezTo>
                  <a:cubicBezTo>
                    <a:pt x="1073" y="4148"/>
                    <a:pt x="1406" y="4444"/>
                    <a:pt x="1775" y="4444"/>
                  </a:cubicBezTo>
                  <a:cubicBezTo>
                    <a:pt x="1812" y="4629"/>
                    <a:pt x="1960" y="4740"/>
                    <a:pt x="2071" y="4740"/>
                  </a:cubicBezTo>
                  <a:cubicBezTo>
                    <a:pt x="2182" y="4740"/>
                    <a:pt x="2219" y="4666"/>
                    <a:pt x="2256" y="4518"/>
                  </a:cubicBezTo>
                  <a:cubicBezTo>
                    <a:pt x="2316" y="4639"/>
                    <a:pt x="2401" y="4760"/>
                    <a:pt x="2511" y="4760"/>
                  </a:cubicBezTo>
                  <a:cubicBezTo>
                    <a:pt x="2536" y="4760"/>
                    <a:pt x="2562" y="4753"/>
                    <a:pt x="2589" y="4740"/>
                  </a:cubicBezTo>
                  <a:cubicBezTo>
                    <a:pt x="2700" y="4740"/>
                    <a:pt x="2737" y="4666"/>
                    <a:pt x="2774" y="4518"/>
                  </a:cubicBezTo>
                  <a:cubicBezTo>
                    <a:pt x="2804" y="4639"/>
                    <a:pt x="2908" y="4760"/>
                    <a:pt x="3026" y="4760"/>
                  </a:cubicBezTo>
                  <a:cubicBezTo>
                    <a:pt x="3052" y="4760"/>
                    <a:pt x="3079" y="4753"/>
                    <a:pt x="3106" y="4740"/>
                  </a:cubicBezTo>
                  <a:cubicBezTo>
                    <a:pt x="3180" y="4740"/>
                    <a:pt x="3254" y="4666"/>
                    <a:pt x="3291" y="4555"/>
                  </a:cubicBezTo>
                  <a:cubicBezTo>
                    <a:pt x="3319" y="4638"/>
                    <a:pt x="3388" y="4680"/>
                    <a:pt x="3452" y="4680"/>
                  </a:cubicBezTo>
                  <a:cubicBezTo>
                    <a:pt x="3474" y="4680"/>
                    <a:pt x="3495" y="4675"/>
                    <a:pt x="3513" y="4666"/>
                  </a:cubicBezTo>
                  <a:cubicBezTo>
                    <a:pt x="3661" y="4629"/>
                    <a:pt x="3698" y="4481"/>
                    <a:pt x="3698" y="4296"/>
                  </a:cubicBezTo>
                  <a:cubicBezTo>
                    <a:pt x="3735" y="4370"/>
                    <a:pt x="3846" y="4444"/>
                    <a:pt x="3920" y="4444"/>
                  </a:cubicBezTo>
                  <a:cubicBezTo>
                    <a:pt x="4068" y="4370"/>
                    <a:pt x="4105" y="4259"/>
                    <a:pt x="4105" y="4074"/>
                  </a:cubicBezTo>
                  <a:cubicBezTo>
                    <a:pt x="4179" y="4148"/>
                    <a:pt x="4252" y="4185"/>
                    <a:pt x="4363" y="4185"/>
                  </a:cubicBezTo>
                  <a:cubicBezTo>
                    <a:pt x="4474" y="4148"/>
                    <a:pt x="4585" y="3964"/>
                    <a:pt x="4548" y="3779"/>
                  </a:cubicBezTo>
                  <a:cubicBezTo>
                    <a:pt x="4918" y="3631"/>
                    <a:pt x="5103" y="3261"/>
                    <a:pt x="4918" y="2965"/>
                  </a:cubicBezTo>
                  <a:cubicBezTo>
                    <a:pt x="4733" y="2633"/>
                    <a:pt x="5362" y="1302"/>
                    <a:pt x="4807" y="562"/>
                  </a:cubicBezTo>
                  <a:cubicBezTo>
                    <a:pt x="4613" y="229"/>
                    <a:pt x="3899" y="1"/>
                    <a:pt x="30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50;p33">
              <a:extLst>
                <a:ext uri="{FF2B5EF4-FFF2-40B4-BE49-F238E27FC236}">
                  <a16:creationId xmlns:a16="http://schemas.microsoft.com/office/drawing/2014/main" id="{9C391CF7-49F9-FC4E-B095-DAA4AC76CE30}"/>
                </a:ext>
              </a:extLst>
            </p:cNvPr>
            <p:cNvSpPr/>
            <p:nvPr/>
          </p:nvSpPr>
          <p:spPr>
            <a:xfrm>
              <a:off x="8083283" y="3893268"/>
              <a:ext cx="462795" cy="1286399"/>
            </a:xfrm>
            <a:custGeom>
              <a:avLst/>
              <a:gdLst/>
              <a:ahLst/>
              <a:cxnLst/>
              <a:rect l="l" t="t" r="r" b="b"/>
              <a:pathLst>
                <a:path w="5214" h="14493" extrusionOk="0">
                  <a:moveTo>
                    <a:pt x="1443" y="0"/>
                  </a:moveTo>
                  <a:cubicBezTo>
                    <a:pt x="1443" y="0"/>
                    <a:pt x="149" y="7210"/>
                    <a:pt x="75" y="7616"/>
                  </a:cubicBezTo>
                  <a:cubicBezTo>
                    <a:pt x="1" y="8060"/>
                    <a:pt x="371" y="14493"/>
                    <a:pt x="371" y="14493"/>
                  </a:cubicBezTo>
                  <a:lnTo>
                    <a:pt x="2145" y="14493"/>
                  </a:lnTo>
                  <a:cubicBezTo>
                    <a:pt x="2145" y="14493"/>
                    <a:pt x="1776" y="8984"/>
                    <a:pt x="2071" y="8060"/>
                  </a:cubicBezTo>
                  <a:cubicBezTo>
                    <a:pt x="2367" y="7136"/>
                    <a:pt x="5214" y="0"/>
                    <a:pt x="52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51;p33">
              <a:extLst>
                <a:ext uri="{FF2B5EF4-FFF2-40B4-BE49-F238E27FC236}">
                  <a16:creationId xmlns:a16="http://schemas.microsoft.com/office/drawing/2014/main" id="{73249636-673E-5505-DC75-9EBB7EFFE5EA}"/>
                </a:ext>
              </a:extLst>
            </p:cNvPr>
            <p:cNvSpPr/>
            <p:nvPr/>
          </p:nvSpPr>
          <p:spPr>
            <a:xfrm>
              <a:off x="8293383" y="3886700"/>
              <a:ext cx="593982" cy="1289683"/>
            </a:xfrm>
            <a:custGeom>
              <a:avLst/>
              <a:gdLst/>
              <a:ahLst/>
              <a:cxnLst/>
              <a:rect l="l" t="t" r="r" b="b"/>
              <a:pathLst>
                <a:path w="6692" h="14530" extrusionOk="0">
                  <a:moveTo>
                    <a:pt x="3734" y="0"/>
                  </a:moveTo>
                  <a:lnTo>
                    <a:pt x="0" y="518"/>
                  </a:lnTo>
                  <a:cubicBezTo>
                    <a:pt x="0" y="518"/>
                    <a:pt x="3771" y="7284"/>
                    <a:pt x="4141" y="8097"/>
                  </a:cubicBezTo>
                  <a:cubicBezTo>
                    <a:pt x="4510" y="8984"/>
                    <a:pt x="4880" y="14530"/>
                    <a:pt x="4880" y="14530"/>
                  </a:cubicBezTo>
                  <a:lnTo>
                    <a:pt x="6692" y="14308"/>
                  </a:lnTo>
                  <a:cubicBezTo>
                    <a:pt x="6692" y="14308"/>
                    <a:pt x="6211" y="7875"/>
                    <a:pt x="6100" y="7468"/>
                  </a:cubicBezTo>
                  <a:cubicBezTo>
                    <a:pt x="5952" y="6988"/>
                    <a:pt x="3734" y="0"/>
                    <a:pt x="37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52;p33">
              <a:extLst>
                <a:ext uri="{FF2B5EF4-FFF2-40B4-BE49-F238E27FC236}">
                  <a16:creationId xmlns:a16="http://schemas.microsoft.com/office/drawing/2014/main" id="{FC71D2F5-9778-4555-7711-A68A3B7632E8}"/>
                </a:ext>
              </a:extLst>
            </p:cNvPr>
            <p:cNvSpPr/>
            <p:nvPr/>
          </p:nvSpPr>
          <p:spPr>
            <a:xfrm>
              <a:off x="7899545" y="2920259"/>
              <a:ext cx="436522" cy="359656"/>
            </a:xfrm>
            <a:custGeom>
              <a:avLst/>
              <a:gdLst/>
              <a:ahLst/>
              <a:cxnLst/>
              <a:rect l="l" t="t" r="r" b="b"/>
              <a:pathLst>
                <a:path w="4918" h="4052" extrusionOk="0">
                  <a:moveTo>
                    <a:pt x="2596" y="1"/>
                  </a:moveTo>
                  <a:cubicBezTo>
                    <a:pt x="2312" y="1"/>
                    <a:pt x="2020" y="54"/>
                    <a:pt x="1738" y="167"/>
                  </a:cubicBezTo>
                  <a:cubicBezTo>
                    <a:pt x="592" y="647"/>
                    <a:pt x="1" y="1830"/>
                    <a:pt x="407" y="2866"/>
                  </a:cubicBezTo>
                  <a:cubicBezTo>
                    <a:pt x="706" y="3598"/>
                    <a:pt x="1462" y="4052"/>
                    <a:pt x="2296" y="4052"/>
                  </a:cubicBezTo>
                  <a:cubicBezTo>
                    <a:pt x="2599" y="4052"/>
                    <a:pt x="2912" y="3992"/>
                    <a:pt x="3217" y="3864"/>
                  </a:cubicBezTo>
                  <a:cubicBezTo>
                    <a:pt x="4326" y="3420"/>
                    <a:pt x="4918" y="2237"/>
                    <a:pt x="4511" y="1202"/>
                  </a:cubicBezTo>
                  <a:cubicBezTo>
                    <a:pt x="4208" y="458"/>
                    <a:pt x="3431" y="1"/>
                    <a:pt x="25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53;p33">
              <a:extLst>
                <a:ext uri="{FF2B5EF4-FFF2-40B4-BE49-F238E27FC236}">
                  <a16:creationId xmlns:a16="http://schemas.microsoft.com/office/drawing/2014/main" id="{B32235AB-A7D6-EAD4-8AF5-C05B17E9543B}"/>
                </a:ext>
              </a:extLst>
            </p:cNvPr>
            <p:cNvSpPr/>
            <p:nvPr/>
          </p:nvSpPr>
          <p:spPr>
            <a:xfrm>
              <a:off x="8027540" y="2990824"/>
              <a:ext cx="324950" cy="374035"/>
            </a:xfrm>
            <a:custGeom>
              <a:avLst/>
              <a:gdLst/>
              <a:ahLst/>
              <a:cxnLst/>
              <a:rect l="l" t="t" r="r" b="b"/>
              <a:pathLst>
                <a:path w="3661" h="4214" extrusionOk="0">
                  <a:moveTo>
                    <a:pt x="1220" y="0"/>
                  </a:moveTo>
                  <a:lnTo>
                    <a:pt x="629" y="222"/>
                  </a:lnTo>
                  <a:lnTo>
                    <a:pt x="0" y="444"/>
                  </a:lnTo>
                  <a:cubicBezTo>
                    <a:pt x="0" y="444"/>
                    <a:pt x="518" y="2219"/>
                    <a:pt x="259" y="2514"/>
                  </a:cubicBezTo>
                  <a:cubicBezTo>
                    <a:pt x="259" y="2514"/>
                    <a:pt x="314" y="4214"/>
                    <a:pt x="1486" y="4214"/>
                  </a:cubicBezTo>
                  <a:cubicBezTo>
                    <a:pt x="1675" y="4214"/>
                    <a:pt x="1893" y="4170"/>
                    <a:pt x="2145" y="4067"/>
                  </a:cubicBezTo>
                  <a:cubicBezTo>
                    <a:pt x="3661" y="3439"/>
                    <a:pt x="2477" y="1664"/>
                    <a:pt x="2477" y="1664"/>
                  </a:cubicBezTo>
                  <a:cubicBezTo>
                    <a:pt x="2071" y="1590"/>
                    <a:pt x="1220" y="0"/>
                    <a:pt x="1220" y="0"/>
                  </a:cubicBezTo>
                  <a:close/>
                </a:path>
              </a:pathLst>
            </a:custGeom>
            <a:solidFill>
              <a:srgbClr val="1614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54;p33">
              <a:extLst>
                <a:ext uri="{FF2B5EF4-FFF2-40B4-BE49-F238E27FC236}">
                  <a16:creationId xmlns:a16="http://schemas.microsoft.com/office/drawing/2014/main" id="{F1D621BE-594B-D43D-2A29-AE07FF584429}"/>
                </a:ext>
              </a:extLst>
            </p:cNvPr>
            <p:cNvSpPr/>
            <p:nvPr/>
          </p:nvSpPr>
          <p:spPr>
            <a:xfrm>
              <a:off x="7866703" y="3131157"/>
              <a:ext cx="787656" cy="945915"/>
            </a:xfrm>
            <a:custGeom>
              <a:avLst/>
              <a:gdLst/>
              <a:ahLst/>
              <a:cxnLst/>
              <a:rect l="l" t="t" r="r" b="b"/>
              <a:pathLst>
                <a:path w="8874" h="10657" extrusionOk="0">
                  <a:moveTo>
                    <a:pt x="6013" y="1"/>
                  </a:moveTo>
                  <a:cubicBezTo>
                    <a:pt x="5148" y="1"/>
                    <a:pt x="4326" y="83"/>
                    <a:pt x="4326" y="83"/>
                  </a:cubicBezTo>
                  <a:cubicBezTo>
                    <a:pt x="3978" y="663"/>
                    <a:pt x="3357" y="1016"/>
                    <a:pt x="2677" y="1016"/>
                  </a:cubicBezTo>
                  <a:cubicBezTo>
                    <a:pt x="2491" y="1016"/>
                    <a:pt x="2299" y="989"/>
                    <a:pt x="2108" y="933"/>
                  </a:cubicBezTo>
                  <a:cubicBezTo>
                    <a:pt x="2108" y="933"/>
                    <a:pt x="555" y="1968"/>
                    <a:pt x="1" y="2745"/>
                  </a:cubicBezTo>
                  <a:cubicBezTo>
                    <a:pt x="1" y="2745"/>
                    <a:pt x="481" y="3521"/>
                    <a:pt x="1036" y="4556"/>
                  </a:cubicBezTo>
                  <a:cubicBezTo>
                    <a:pt x="1554" y="5518"/>
                    <a:pt x="2108" y="6405"/>
                    <a:pt x="2700" y="7292"/>
                  </a:cubicBezTo>
                  <a:cubicBezTo>
                    <a:pt x="2885" y="7551"/>
                    <a:pt x="3032" y="7884"/>
                    <a:pt x="3069" y="8217"/>
                  </a:cubicBezTo>
                  <a:lnTo>
                    <a:pt x="3513" y="10657"/>
                  </a:lnTo>
                  <a:lnTo>
                    <a:pt x="8874" y="9547"/>
                  </a:lnTo>
                  <a:lnTo>
                    <a:pt x="8615" y="7366"/>
                  </a:lnTo>
                  <a:lnTo>
                    <a:pt x="8134" y="3299"/>
                  </a:lnTo>
                  <a:cubicBezTo>
                    <a:pt x="7469" y="1673"/>
                    <a:pt x="7247" y="83"/>
                    <a:pt x="7247" y="83"/>
                  </a:cubicBezTo>
                  <a:cubicBezTo>
                    <a:pt x="6890" y="21"/>
                    <a:pt x="6446" y="1"/>
                    <a:pt x="60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55;p33">
              <a:extLst>
                <a:ext uri="{FF2B5EF4-FFF2-40B4-BE49-F238E27FC236}">
                  <a16:creationId xmlns:a16="http://schemas.microsoft.com/office/drawing/2014/main" id="{F36E1397-A722-024E-614C-9A8D13583E9D}"/>
                </a:ext>
              </a:extLst>
            </p:cNvPr>
            <p:cNvSpPr/>
            <p:nvPr/>
          </p:nvSpPr>
          <p:spPr>
            <a:xfrm>
              <a:off x="8460699" y="3138436"/>
              <a:ext cx="397201" cy="649901"/>
            </a:xfrm>
            <a:custGeom>
              <a:avLst/>
              <a:gdLst/>
              <a:ahLst/>
              <a:cxnLst/>
              <a:rect l="l" t="t" r="r" b="b"/>
              <a:pathLst>
                <a:path w="4475" h="7322" extrusionOk="0">
                  <a:moveTo>
                    <a:pt x="555" y="1"/>
                  </a:moveTo>
                  <a:cubicBezTo>
                    <a:pt x="1" y="186"/>
                    <a:pt x="777" y="7321"/>
                    <a:pt x="814" y="7321"/>
                  </a:cubicBezTo>
                  <a:lnTo>
                    <a:pt x="1332" y="7247"/>
                  </a:lnTo>
                  <a:cubicBezTo>
                    <a:pt x="2589" y="6951"/>
                    <a:pt x="4474" y="4474"/>
                    <a:pt x="4474" y="4290"/>
                  </a:cubicBezTo>
                  <a:cubicBezTo>
                    <a:pt x="4437" y="3809"/>
                    <a:pt x="2589" y="1850"/>
                    <a:pt x="1516" y="666"/>
                  </a:cubicBezTo>
                  <a:cubicBezTo>
                    <a:pt x="925" y="38"/>
                    <a:pt x="555" y="1"/>
                    <a:pt x="5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56;p33">
              <a:extLst>
                <a:ext uri="{FF2B5EF4-FFF2-40B4-BE49-F238E27FC236}">
                  <a16:creationId xmlns:a16="http://schemas.microsoft.com/office/drawing/2014/main" id="{62888CF9-EBCF-94BF-D569-A0B6D1C5EC35}"/>
                </a:ext>
              </a:extLst>
            </p:cNvPr>
            <p:cNvSpPr/>
            <p:nvPr/>
          </p:nvSpPr>
          <p:spPr>
            <a:xfrm>
              <a:off x="7988130" y="3309125"/>
              <a:ext cx="636764" cy="767952"/>
            </a:xfrm>
            <a:custGeom>
              <a:avLst/>
              <a:gdLst/>
              <a:ahLst/>
              <a:cxnLst/>
              <a:rect l="l" t="t" r="r" b="b"/>
              <a:pathLst>
                <a:path w="7174" h="8652" extrusionOk="0">
                  <a:moveTo>
                    <a:pt x="5731" y="0"/>
                  </a:moveTo>
                  <a:lnTo>
                    <a:pt x="5731" y="37"/>
                  </a:lnTo>
                  <a:cubicBezTo>
                    <a:pt x="5879" y="666"/>
                    <a:pt x="5731" y="1331"/>
                    <a:pt x="5398" y="1886"/>
                  </a:cubicBezTo>
                  <a:cubicBezTo>
                    <a:pt x="5325" y="2071"/>
                    <a:pt x="5214" y="2256"/>
                    <a:pt x="5140" y="2404"/>
                  </a:cubicBezTo>
                  <a:cubicBezTo>
                    <a:pt x="4770" y="3106"/>
                    <a:pt x="4178" y="3808"/>
                    <a:pt x="3328" y="3919"/>
                  </a:cubicBezTo>
                  <a:lnTo>
                    <a:pt x="3106" y="3919"/>
                  </a:lnTo>
                  <a:cubicBezTo>
                    <a:pt x="2926" y="3961"/>
                    <a:pt x="2751" y="3982"/>
                    <a:pt x="2577" y="3982"/>
                  </a:cubicBezTo>
                  <a:cubicBezTo>
                    <a:pt x="2288" y="3982"/>
                    <a:pt x="2002" y="3924"/>
                    <a:pt x="1701" y="3808"/>
                  </a:cubicBezTo>
                  <a:cubicBezTo>
                    <a:pt x="1147" y="3550"/>
                    <a:pt x="592" y="3328"/>
                    <a:pt x="112" y="2995"/>
                  </a:cubicBezTo>
                  <a:cubicBezTo>
                    <a:pt x="38" y="3069"/>
                    <a:pt x="38" y="3143"/>
                    <a:pt x="1" y="3180"/>
                  </a:cubicBezTo>
                  <a:cubicBezTo>
                    <a:pt x="407" y="3919"/>
                    <a:pt x="888" y="4622"/>
                    <a:pt x="1332" y="5324"/>
                  </a:cubicBezTo>
                  <a:cubicBezTo>
                    <a:pt x="1517" y="5583"/>
                    <a:pt x="2145" y="8652"/>
                    <a:pt x="2145" y="8652"/>
                  </a:cubicBezTo>
                  <a:lnTo>
                    <a:pt x="7136" y="7616"/>
                  </a:lnTo>
                  <a:cubicBezTo>
                    <a:pt x="7025" y="6396"/>
                    <a:pt x="6914" y="5213"/>
                    <a:pt x="6988" y="5176"/>
                  </a:cubicBezTo>
                  <a:cubicBezTo>
                    <a:pt x="7025" y="4992"/>
                    <a:pt x="7025" y="4844"/>
                    <a:pt x="7062" y="4659"/>
                  </a:cubicBezTo>
                  <a:lnTo>
                    <a:pt x="7173" y="4585"/>
                  </a:lnTo>
                  <a:lnTo>
                    <a:pt x="6803" y="1701"/>
                  </a:lnTo>
                  <a:cubicBezTo>
                    <a:pt x="6545" y="1331"/>
                    <a:pt x="6286" y="962"/>
                    <a:pt x="6064" y="592"/>
                  </a:cubicBezTo>
                  <a:cubicBezTo>
                    <a:pt x="5916" y="370"/>
                    <a:pt x="5768" y="185"/>
                    <a:pt x="57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57;p33">
              <a:extLst>
                <a:ext uri="{FF2B5EF4-FFF2-40B4-BE49-F238E27FC236}">
                  <a16:creationId xmlns:a16="http://schemas.microsoft.com/office/drawing/2014/main" id="{93D350C4-BD78-0DC3-1F8C-0D6EABDED87F}"/>
                </a:ext>
              </a:extLst>
            </p:cNvPr>
            <p:cNvSpPr/>
            <p:nvPr/>
          </p:nvSpPr>
          <p:spPr>
            <a:xfrm>
              <a:off x="7925819" y="2859013"/>
              <a:ext cx="328234" cy="367821"/>
            </a:xfrm>
            <a:custGeom>
              <a:avLst/>
              <a:gdLst/>
              <a:ahLst/>
              <a:cxnLst/>
              <a:rect l="l" t="t" r="r" b="b"/>
              <a:pathLst>
                <a:path w="3698" h="4144" extrusionOk="0">
                  <a:moveTo>
                    <a:pt x="2133" y="1"/>
                  </a:moveTo>
                  <a:cubicBezTo>
                    <a:pt x="1684" y="1"/>
                    <a:pt x="1220" y="376"/>
                    <a:pt x="1220" y="376"/>
                  </a:cubicBezTo>
                  <a:cubicBezTo>
                    <a:pt x="1220" y="376"/>
                    <a:pt x="185" y="450"/>
                    <a:pt x="111" y="1042"/>
                  </a:cubicBezTo>
                  <a:cubicBezTo>
                    <a:pt x="0" y="1596"/>
                    <a:pt x="740" y="2631"/>
                    <a:pt x="740" y="2631"/>
                  </a:cubicBezTo>
                  <a:cubicBezTo>
                    <a:pt x="740" y="2631"/>
                    <a:pt x="622" y="2543"/>
                    <a:pt x="507" y="2543"/>
                  </a:cubicBezTo>
                  <a:cubicBezTo>
                    <a:pt x="440" y="2543"/>
                    <a:pt x="374" y="2573"/>
                    <a:pt x="333" y="2668"/>
                  </a:cubicBezTo>
                  <a:cubicBezTo>
                    <a:pt x="222" y="2890"/>
                    <a:pt x="888" y="3223"/>
                    <a:pt x="1036" y="3371"/>
                  </a:cubicBezTo>
                  <a:cubicBezTo>
                    <a:pt x="1036" y="3371"/>
                    <a:pt x="1957" y="4143"/>
                    <a:pt x="2520" y="4143"/>
                  </a:cubicBezTo>
                  <a:cubicBezTo>
                    <a:pt x="2585" y="4143"/>
                    <a:pt x="2646" y="4133"/>
                    <a:pt x="2699" y="4110"/>
                  </a:cubicBezTo>
                  <a:cubicBezTo>
                    <a:pt x="3217" y="3888"/>
                    <a:pt x="3402" y="2410"/>
                    <a:pt x="3402" y="2410"/>
                  </a:cubicBezTo>
                  <a:cubicBezTo>
                    <a:pt x="3476" y="2262"/>
                    <a:pt x="3697" y="1596"/>
                    <a:pt x="3476" y="1485"/>
                  </a:cubicBezTo>
                  <a:cubicBezTo>
                    <a:pt x="3439" y="1461"/>
                    <a:pt x="3405" y="1450"/>
                    <a:pt x="3374" y="1450"/>
                  </a:cubicBezTo>
                  <a:cubicBezTo>
                    <a:pt x="3220" y="1450"/>
                    <a:pt x="3143" y="1707"/>
                    <a:pt x="3143" y="1707"/>
                  </a:cubicBezTo>
                  <a:cubicBezTo>
                    <a:pt x="3143" y="1707"/>
                    <a:pt x="2958" y="487"/>
                    <a:pt x="2514" y="117"/>
                  </a:cubicBezTo>
                  <a:cubicBezTo>
                    <a:pt x="2397" y="33"/>
                    <a:pt x="2266" y="1"/>
                    <a:pt x="2133"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58;p33">
              <a:extLst>
                <a:ext uri="{FF2B5EF4-FFF2-40B4-BE49-F238E27FC236}">
                  <a16:creationId xmlns:a16="http://schemas.microsoft.com/office/drawing/2014/main" id="{4A23FF50-7A34-3267-3A89-3CFD94419447}"/>
                </a:ext>
              </a:extLst>
            </p:cNvPr>
            <p:cNvSpPr/>
            <p:nvPr/>
          </p:nvSpPr>
          <p:spPr>
            <a:xfrm>
              <a:off x="8047245" y="2837710"/>
              <a:ext cx="196958" cy="202373"/>
            </a:xfrm>
            <a:custGeom>
              <a:avLst/>
              <a:gdLst/>
              <a:ahLst/>
              <a:cxnLst/>
              <a:rect l="l" t="t" r="r" b="b"/>
              <a:pathLst>
                <a:path w="2219" h="2280" extrusionOk="0">
                  <a:moveTo>
                    <a:pt x="1004" y="0"/>
                  </a:moveTo>
                  <a:cubicBezTo>
                    <a:pt x="954" y="0"/>
                    <a:pt x="903" y="8"/>
                    <a:pt x="851" y="25"/>
                  </a:cubicBezTo>
                  <a:cubicBezTo>
                    <a:pt x="0" y="283"/>
                    <a:pt x="259" y="875"/>
                    <a:pt x="259" y="875"/>
                  </a:cubicBezTo>
                  <a:cubicBezTo>
                    <a:pt x="259" y="875"/>
                    <a:pt x="423" y="842"/>
                    <a:pt x="619" y="842"/>
                  </a:cubicBezTo>
                  <a:cubicBezTo>
                    <a:pt x="840" y="842"/>
                    <a:pt x="1103" y="884"/>
                    <a:pt x="1220" y="1060"/>
                  </a:cubicBezTo>
                  <a:cubicBezTo>
                    <a:pt x="1331" y="1245"/>
                    <a:pt x="1368" y="1430"/>
                    <a:pt x="1405" y="1614"/>
                  </a:cubicBezTo>
                  <a:cubicBezTo>
                    <a:pt x="1405" y="1725"/>
                    <a:pt x="1553" y="2280"/>
                    <a:pt x="1590" y="2280"/>
                  </a:cubicBezTo>
                  <a:cubicBezTo>
                    <a:pt x="1627" y="2280"/>
                    <a:pt x="1701" y="2206"/>
                    <a:pt x="1701" y="2206"/>
                  </a:cubicBezTo>
                  <a:cubicBezTo>
                    <a:pt x="1738" y="2132"/>
                    <a:pt x="1775" y="1984"/>
                    <a:pt x="1849" y="1836"/>
                  </a:cubicBezTo>
                  <a:cubicBezTo>
                    <a:pt x="1875" y="1682"/>
                    <a:pt x="1990" y="1617"/>
                    <a:pt x="2095" y="1617"/>
                  </a:cubicBezTo>
                  <a:cubicBezTo>
                    <a:pt x="2141" y="1617"/>
                    <a:pt x="2185" y="1629"/>
                    <a:pt x="2218" y="1651"/>
                  </a:cubicBezTo>
                  <a:cubicBezTo>
                    <a:pt x="2218" y="1651"/>
                    <a:pt x="1733" y="0"/>
                    <a:pt x="10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59;p33">
              <a:extLst>
                <a:ext uri="{FF2B5EF4-FFF2-40B4-BE49-F238E27FC236}">
                  <a16:creationId xmlns:a16="http://schemas.microsoft.com/office/drawing/2014/main" id="{2FC39C45-CFCF-26E3-B5E6-2D9A0070D3C8}"/>
                </a:ext>
              </a:extLst>
            </p:cNvPr>
            <p:cNvSpPr/>
            <p:nvPr/>
          </p:nvSpPr>
          <p:spPr>
            <a:xfrm>
              <a:off x="7886409" y="2899754"/>
              <a:ext cx="147785" cy="207432"/>
            </a:xfrm>
            <a:custGeom>
              <a:avLst/>
              <a:gdLst/>
              <a:ahLst/>
              <a:cxnLst/>
              <a:rect l="l" t="t" r="r" b="b"/>
              <a:pathLst>
                <a:path w="1665" h="2337" extrusionOk="0">
                  <a:moveTo>
                    <a:pt x="1097" y="0"/>
                  </a:moveTo>
                  <a:cubicBezTo>
                    <a:pt x="996" y="0"/>
                    <a:pt x="878" y="29"/>
                    <a:pt x="740" y="102"/>
                  </a:cubicBezTo>
                  <a:cubicBezTo>
                    <a:pt x="1" y="472"/>
                    <a:pt x="888" y="2209"/>
                    <a:pt x="888" y="2209"/>
                  </a:cubicBezTo>
                  <a:cubicBezTo>
                    <a:pt x="888" y="2118"/>
                    <a:pt x="959" y="2055"/>
                    <a:pt x="1056" y="2055"/>
                  </a:cubicBezTo>
                  <a:cubicBezTo>
                    <a:pt x="1116" y="2055"/>
                    <a:pt x="1187" y="2079"/>
                    <a:pt x="1258" y="2135"/>
                  </a:cubicBezTo>
                  <a:cubicBezTo>
                    <a:pt x="1332" y="2172"/>
                    <a:pt x="1406" y="2246"/>
                    <a:pt x="1553" y="2320"/>
                  </a:cubicBezTo>
                  <a:cubicBezTo>
                    <a:pt x="1553" y="2333"/>
                    <a:pt x="1566" y="2337"/>
                    <a:pt x="1582" y="2337"/>
                  </a:cubicBezTo>
                  <a:cubicBezTo>
                    <a:pt x="1615" y="2337"/>
                    <a:pt x="1664" y="2320"/>
                    <a:pt x="1664" y="2320"/>
                  </a:cubicBezTo>
                  <a:cubicBezTo>
                    <a:pt x="1664" y="2246"/>
                    <a:pt x="1369" y="1803"/>
                    <a:pt x="1332" y="1692"/>
                  </a:cubicBezTo>
                  <a:cubicBezTo>
                    <a:pt x="1184" y="1507"/>
                    <a:pt x="1110" y="1322"/>
                    <a:pt x="1073" y="1137"/>
                  </a:cubicBezTo>
                  <a:cubicBezTo>
                    <a:pt x="962" y="768"/>
                    <a:pt x="1590" y="361"/>
                    <a:pt x="1590" y="361"/>
                  </a:cubicBezTo>
                  <a:cubicBezTo>
                    <a:pt x="1590" y="361"/>
                    <a:pt x="1455" y="0"/>
                    <a:pt x="10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60;p33">
              <a:extLst>
                <a:ext uri="{FF2B5EF4-FFF2-40B4-BE49-F238E27FC236}">
                  <a16:creationId xmlns:a16="http://schemas.microsoft.com/office/drawing/2014/main" id="{D102405E-8540-494C-D9ED-FC0F94677725}"/>
                </a:ext>
              </a:extLst>
            </p:cNvPr>
            <p:cNvSpPr/>
            <p:nvPr/>
          </p:nvSpPr>
          <p:spPr>
            <a:xfrm>
              <a:off x="7919250" y="2925140"/>
              <a:ext cx="298677" cy="186041"/>
            </a:xfrm>
            <a:custGeom>
              <a:avLst/>
              <a:gdLst/>
              <a:ahLst/>
              <a:cxnLst/>
              <a:rect l="l" t="t" r="r" b="b"/>
              <a:pathLst>
                <a:path w="3365" h="2096" extrusionOk="0">
                  <a:moveTo>
                    <a:pt x="3365" y="1"/>
                  </a:moveTo>
                  <a:cubicBezTo>
                    <a:pt x="2773" y="408"/>
                    <a:pt x="2256" y="666"/>
                    <a:pt x="1812" y="851"/>
                  </a:cubicBezTo>
                  <a:cubicBezTo>
                    <a:pt x="1331" y="1036"/>
                    <a:pt x="777" y="1221"/>
                    <a:pt x="0" y="1332"/>
                  </a:cubicBezTo>
                  <a:lnTo>
                    <a:pt x="629" y="1923"/>
                  </a:lnTo>
                  <a:cubicBezTo>
                    <a:pt x="629" y="1923"/>
                    <a:pt x="929" y="2095"/>
                    <a:pt x="1252" y="2095"/>
                  </a:cubicBezTo>
                  <a:cubicBezTo>
                    <a:pt x="1353" y="2095"/>
                    <a:pt x="1456" y="2078"/>
                    <a:pt x="1553" y="2034"/>
                  </a:cubicBezTo>
                  <a:cubicBezTo>
                    <a:pt x="1738" y="1960"/>
                    <a:pt x="1849" y="1886"/>
                    <a:pt x="1886" y="1775"/>
                  </a:cubicBezTo>
                  <a:cubicBezTo>
                    <a:pt x="1982" y="1679"/>
                    <a:pt x="2078" y="1583"/>
                    <a:pt x="2222" y="1583"/>
                  </a:cubicBezTo>
                  <a:cubicBezTo>
                    <a:pt x="2244" y="1583"/>
                    <a:pt x="2268" y="1586"/>
                    <a:pt x="2293" y="1591"/>
                  </a:cubicBezTo>
                  <a:cubicBezTo>
                    <a:pt x="2342" y="1624"/>
                    <a:pt x="2400" y="1642"/>
                    <a:pt x="2465" y="1642"/>
                  </a:cubicBezTo>
                  <a:cubicBezTo>
                    <a:pt x="2544" y="1642"/>
                    <a:pt x="2634" y="1615"/>
                    <a:pt x="2736" y="1554"/>
                  </a:cubicBezTo>
                  <a:cubicBezTo>
                    <a:pt x="3143" y="1406"/>
                    <a:pt x="3328" y="851"/>
                    <a:pt x="3328" y="851"/>
                  </a:cubicBezTo>
                  <a:lnTo>
                    <a:pt x="3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61;p33">
              <a:extLst>
                <a:ext uri="{FF2B5EF4-FFF2-40B4-BE49-F238E27FC236}">
                  <a16:creationId xmlns:a16="http://schemas.microsoft.com/office/drawing/2014/main" id="{17D28C5C-8745-6842-4895-F53ECBBDC17A}"/>
                </a:ext>
              </a:extLst>
            </p:cNvPr>
            <p:cNvSpPr/>
            <p:nvPr/>
          </p:nvSpPr>
          <p:spPr>
            <a:xfrm>
              <a:off x="7577960" y="3385904"/>
              <a:ext cx="475931" cy="641025"/>
            </a:xfrm>
            <a:custGeom>
              <a:avLst/>
              <a:gdLst/>
              <a:ahLst/>
              <a:cxnLst/>
              <a:rect l="l" t="t" r="r" b="b"/>
              <a:pathLst>
                <a:path w="5362" h="7222" extrusionOk="0">
                  <a:moveTo>
                    <a:pt x="3318" y="0"/>
                  </a:moveTo>
                  <a:cubicBezTo>
                    <a:pt x="3272" y="0"/>
                    <a:pt x="3225" y="8"/>
                    <a:pt x="3180" y="23"/>
                  </a:cubicBezTo>
                  <a:cubicBezTo>
                    <a:pt x="3180" y="23"/>
                    <a:pt x="2958" y="282"/>
                    <a:pt x="3069" y="1095"/>
                  </a:cubicBezTo>
                  <a:cubicBezTo>
                    <a:pt x="3180" y="2241"/>
                    <a:pt x="3624" y="4496"/>
                    <a:pt x="3476" y="4496"/>
                  </a:cubicBezTo>
                  <a:cubicBezTo>
                    <a:pt x="3180" y="4496"/>
                    <a:pt x="740" y="2869"/>
                    <a:pt x="740" y="2869"/>
                  </a:cubicBezTo>
                  <a:lnTo>
                    <a:pt x="0" y="3979"/>
                  </a:lnTo>
                  <a:cubicBezTo>
                    <a:pt x="0" y="3979"/>
                    <a:pt x="2943" y="7222"/>
                    <a:pt x="4408" y="7222"/>
                  </a:cubicBezTo>
                  <a:cubicBezTo>
                    <a:pt x="4483" y="7222"/>
                    <a:pt x="4555" y="7213"/>
                    <a:pt x="4622" y="7195"/>
                  </a:cubicBezTo>
                  <a:cubicBezTo>
                    <a:pt x="5176" y="7047"/>
                    <a:pt x="5361" y="4237"/>
                    <a:pt x="5287" y="2796"/>
                  </a:cubicBezTo>
                  <a:cubicBezTo>
                    <a:pt x="5287" y="2480"/>
                    <a:pt x="4189" y="0"/>
                    <a:pt x="33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62;p33">
              <a:extLst>
                <a:ext uri="{FF2B5EF4-FFF2-40B4-BE49-F238E27FC236}">
                  <a16:creationId xmlns:a16="http://schemas.microsoft.com/office/drawing/2014/main" id="{572CF7FF-CB27-7838-08DB-1C5E38FD781B}"/>
                </a:ext>
              </a:extLst>
            </p:cNvPr>
            <p:cNvSpPr/>
            <p:nvPr/>
          </p:nvSpPr>
          <p:spPr>
            <a:xfrm>
              <a:off x="7449965" y="3567867"/>
              <a:ext cx="122489" cy="126572"/>
            </a:xfrm>
            <a:custGeom>
              <a:avLst/>
              <a:gdLst/>
              <a:ahLst/>
              <a:cxnLst/>
              <a:rect l="l" t="t" r="r" b="b"/>
              <a:pathLst>
                <a:path w="1380" h="1426" extrusionOk="0">
                  <a:moveTo>
                    <a:pt x="734" y="1111"/>
                  </a:moveTo>
                  <a:cubicBezTo>
                    <a:pt x="721" y="1114"/>
                    <a:pt x="711" y="1115"/>
                    <a:pt x="703" y="1115"/>
                  </a:cubicBezTo>
                  <a:cubicBezTo>
                    <a:pt x="703" y="1115"/>
                    <a:pt x="714" y="1114"/>
                    <a:pt x="734" y="1111"/>
                  </a:cubicBezTo>
                  <a:close/>
                  <a:moveTo>
                    <a:pt x="817" y="0"/>
                  </a:moveTo>
                  <a:cubicBezTo>
                    <a:pt x="732" y="0"/>
                    <a:pt x="625" y="22"/>
                    <a:pt x="518" y="43"/>
                  </a:cubicBezTo>
                  <a:cubicBezTo>
                    <a:pt x="259" y="80"/>
                    <a:pt x="1" y="154"/>
                    <a:pt x="1" y="376"/>
                  </a:cubicBezTo>
                  <a:cubicBezTo>
                    <a:pt x="1" y="709"/>
                    <a:pt x="148" y="1189"/>
                    <a:pt x="518" y="1374"/>
                  </a:cubicBezTo>
                  <a:cubicBezTo>
                    <a:pt x="535" y="1407"/>
                    <a:pt x="581" y="1426"/>
                    <a:pt x="644" y="1426"/>
                  </a:cubicBezTo>
                  <a:cubicBezTo>
                    <a:pt x="721" y="1426"/>
                    <a:pt x="823" y="1398"/>
                    <a:pt x="925" y="1337"/>
                  </a:cubicBezTo>
                  <a:cubicBezTo>
                    <a:pt x="1036" y="1337"/>
                    <a:pt x="1184" y="1300"/>
                    <a:pt x="1184" y="1152"/>
                  </a:cubicBezTo>
                  <a:cubicBezTo>
                    <a:pt x="1155" y="1081"/>
                    <a:pt x="1088" y="1059"/>
                    <a:pt x="1013" y="1059"/>
                  </a:cubicBezTo>
                  <a:cubicBezTo>
                    <a:pt x="1009" y="1059"/>
                    <a:pt x="1004" y="1059"/>
                    <a:pt x="1000" y="1059"/>
                  </a:cubicBezTo>
                  <a:lnTo>
                    <a:pt x="1000" y="1059"/>
                  </a:lnTo>
                  <a:cubicBezTo>
                    <a:pt x="1148" y="1022"/>
                    <a:pt x="1295" y="967"/>
                    <a:pt x="1295" y="893"/>
                  </a:cubicBezTo>
                  <a:cubicBezTo>
                    <a:pt x="1295" y="819"/>
                    <a:pt x="1295" y="746"/>
                    <a:pt x="1184" y="746"/>
                  </a:cubicBezTo>
                  <a:cubicBezTo>
                    <a:pt x="1162" y="724"/>
                    <a:pt x="1121" y="715"/>
                    <a:pt x="1071" y="715"/>
                  </a:cubicBezTo>
                  <a:cubicBezTo>
                    <a:pt x="1065" y="715"/>
                    <a:pt x="1058" y="715"/>
                    <a:pt x="1052" y="715"/>
                  </a:cubicBezTo>
                  <a:lnTo>
                    <a:pt x="1052" y="715"/>
                  </a:lnTo>
                  <a:cubicBezTo>
                    <a:pt x="1233" y="660"/>
                    <a:pt x="1380" y="576"/>
                    <a:pt x="1258" y="413"/>
                  </a:cubicBezTo>
                  <a:cubicBezTo>
                    <a:pt x="1215" y="371"/>
                    <a:pt x="1131" y="355"/>
                    <a:pt x="1032" y="355"/>
                  </a:cubicBezTo>
                  <a:cubicBezTo>
                    <a:pt x="943" y="355"/>
                    <a:pt x="843" y="368"/>
                    <a:pt x="750" y="383"/>
                  </a:cubicBezTo>
                  <a:lnTo>
                    <a:pt x="750" y="383"/>
                  </a:lnTo>
                  <a:cubicBezTo>
                    <a:pt x="956" y="326"/>
                    <a:pt x="1147" y="228"/>
                    <a:pt x="962" y="43"/>
                  </a:cubicBezTo>
                  <a:cubicBezTo>
                    <a:pt x="931" y="12"/>
                    <a:pt x="880" y="0"/>
                    <a:pt x="817"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63;p33">
              <a:extLst>
                <a:ext uri="{FF2B5EF4-FFF2-40B4-BE49-F238E27FC236}">
                  <a16:creationId xmlns:a16="http://schemas.microsoft.com/office/drawing/2014/main" id="{08F8DFFC-A960-7843-86A6-1584271363E0}"/>
                </a:ext>
              </a:extLst>
            </p:cNvPr>
            <p:cNvSpPr/>
            <p:nvPr/>
          </p:nvSpPr>
          <p:spPr>
            <a:xfrm>
              <a:off x="7847087" y="2784186"/>
              <a:ext cx="498831" cy="557058"/>
            </a:xfrm>
            <a:custGeom>
              <a:avLst/>
              <a:gdLst/>
              <a:ahLst/>
              <a:cxnLst/>
              <a:rect l="l" t="t" r="r" b="b"/>
              <a:pathLst>
                <a:path w="5620" h="6276" extrusionOk="0">
                  <a:moveTo>
                    <a:pt x="2587" y="0"/>
                  </a:moveTo>
                  <a:cubicBezTo>
                    <a:pt x="2091" y="0"/>
                    <a:pt x="1754" y="131"/>
                    <a:pt x="1738" y="147"/>
                  </a:cubicBezTo>
                  <a:cubicBezTo>
                    <a:pt x="1664" y="147"/>
                    <a:pt x="0" y="886"/>
                    <a:pt x="111" y="3105"/>
                  </a:cubicBezTo>
                  <a:cubicBezTo>
                    <a:pt x="148" y="4177"/>
                    <a:pt x="850" y="4842"/>
                    <a:pt x="1368" y="5212"/>
                  </a:cubicBezTo>
                  <a:cubicBezTo>
                    <a:pt x="1799" y="5610"/>
                    <a:pt x="3330" y="6275"/>
                    <a:pt x="3988" y="6275"/>
                  </a:cubicBezTo>
                  <a:cubicBezTo>
                    <a:pt x="4064" y="6275"/>
                    <a:pt x="4128" y="6266"/>
                    <a:pt x="4178" y="6247"/>
                  </a:cubicBezTo>
                  <a:cubicBezTo>
                    <a:pt x="4104" y="6210"/>
                    <a:pt x="1220" y="4177"/>
                    <a:pt x="1072" y="3548"/>
                  </a:cubicBezTo>
                  <a:cubicBezTo>
                    <a:pt x="924" y="2957"/>
                    <a:pt x="2255" y="2328"/>
                    <a:pt x="2551" y="2180"/>
                  </a:cubicBezTo>
                  <a:cubicBezTo>
                    <a:pt x="2757" y="2089"/>
                    <a:pt x="3361" y="1898"/>
                    <a:pt x="3861" y="1898"/>
                  </a:cubicBezTo>
                  <a:cubicBezTo>
                    <a:pt x="4168" y="1898"/>
                    <a:pt x="4435" y="1970"/>
                    <a:pt x="4547" y="2180"/>
                  </a:cubicBezTo>
                  <a:cubicBezTo>
                    <a:pt x="4806" y="2698"/>
                    <a:pt x="4178" y="6136"/>
                    <a:pt x="4178" y="6247"/>
                  </a:cubicBezTo>
                  <a:cubicBezTo>
                    <a:pt x="4621" y="6062"/>
                    <a:pt x="5435" y="4214"/>
                    <a:pt x="5509" y="3548"/>
                  </a:cubicBezTo>
                  <a:cubicBezTo>
                    <a:pt x="5620" y="2920"/>
                    <a:pt x="5620" y="1996"/>
                    <a:pt x="4917" y="1145"/>
                  </a:cubicBezTo>
                  <a:cubicBezTo>
                    <a:pt x="4109" y="213"/>
                    <a:pt x="3219" y="0"/>
                    <a:pt x="25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25659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1">
          <a:extLst>
            <a:ext uri="{FF2B5EF4-FFF2-40B4-BE49-F238E27FC236}">
              <a16:creationId xmlns:a16="http://schemas.microsoft.com/office/drawing/2014/main" id="{B28ED84E-BD5B-3687-1D4E-D42C7C757B50}"/>
            </a:ext>
          </a:extLst>
        </p:cNvPr>
        <p:cNvGrpSpPr/>
        <p:nvPr/>
      </p:nvGrpSpPr>
      <p:grpSpPr>
        <a:xfrm>
          <a:off x="0" y="0"/>
          <a:ext cx="0" cy="0"/>
          <a:chOff x="0" y="0"/>
          <a:chExt cx="0" cy="0"/>
        </a:xfrm>
      </p:grpSpPr>
      <p:sp>
        <p:nvSpPr>
          <p:cNvPr id="4" name="Google Shape;872;p46">
            <a:extLst>
              <a:ext uri="{FF2B5EF4-FFF2-40B4-BE49-F238E27FC236}">
                <a16:creationId xmlns:a16="http://schemas.microsoft.com/office/drawing/2014/main" id="{B180F06F-D9C6-FB34-194E-9496EEAD1E0F}"/>
              </a:ext>
            </a:extLst>
          </p:cNvPr>
          <p:cNvSpPr txBox="1">
            <a:spLocks/>
          </p:cNvSpPr>
          <p:nvPr/>
        </p:nvSpPr>
        <p:spPr>
          <a:xfrm>
            <a:off x="641009" y="357442"/>
            <a:ext cx="77157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1pPr>
            <a:lvl2pPr marR="0" lvl="1"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2pPr>
            <a:lvl3pPr marR="0" lvl="2"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3pPr>
            <a:lvl4pPr marR="0" lvl="3"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4pPr>
            <a:lvl5pPr marR="0" lvl="4"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5pPr>
            <a:lvl6pPr marR="0" lvl="5"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6pPr>
            <a:lvl7pPr marR="0" lvl="6"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7pPr>
            <a:lvl8pPr marR="0" lvl="7"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8pPr>
            <a:lvl9pPr marR="0" lvl="8"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9pPr>
          </a:lstStyle>
          <a:p>
            <a:pPr algn="ctr"/>
            <a:r>
              <a:rPr lang="ar-YE" sz="4000" dirty="0">
                <a:solidFill>
                  <a:schemeClr val="dk2"/>
                </a:solidFill>
              </a:rPr>
              <a:t>خطة</a:t>
            </a:r>
            <a:r>
              <a:rPr lang="ar-YE" sz="4400" dirty="0"/>
              <a:t> </a:t>
            </a:r>
            <a:r>
              <a:rPr lang="ar-YE" sz="4000" dirty="0">
                <a:solidFill>
                  <a:schemeClr val="dk2"/>
                </a:solidFill>
              </a:rPr>
              <a:t>معالجة</a:t>
            </a:r>
            <a:r>
              <a:rPr lang="ar-YE" sz="4400" dirty="0"/>
              <a:t> </a:t>
            </a:r>
            <a:r>
              <a:rPr lang="ar-YE" sz="4000" dirty="0">
                <a:solidFill>
                  <a:schemeClr val="dk2"/>
                </a:solidFill>
              </a:rPr>
              <a:t>المخاطر</a:t>
            </a:r>
            <a:endParaRPr lang="en-US" sz="4000" dirty="0">
              <a:solidFill>
                <a:schemeClr val="dk2"/>
              </a:solidFill>
            </a:endParaRPr>
          </a:p>
        </p:txBody>
      </p:sp>
      <p:graphicFrame>
        <p:nvGraphicFramePr>
          <p:cNvPr id="6" name="Google Shape;873;p46">
            <a:extLst>
              <a:ext uri="{FF2B5EF4-FFF2-40B4-BE49-F238E27FC236}">
                <a16:creationId xmlns:a16="http://schemas.microsoft.com/office/drawing/2014/main" id="{C6117413-4387-895B-B91C-FB2610A1CBB5}"/>
              </a:ext>
            </a:extLst>
          </p:cNvPr>
          <p:cNvGraphicFramePr/>
          <p:nvPr>
            <p:extLst>
              <p:ext uri="{D42A27DB-BD31-4B8C-83A1-F6EECF244321}">
                <p14:modId xmlns:p14="http://schemas.microsoft.com/office/powerpoint/2010/main" val="2759883331"/>
              </p:ext>
            </p:extLst>
          </p:nvPr>
        </p:nvGraphicFramePr>
        <p:xfrm>
          <a:off x="2552650" y="2546924"/>
          <a:ext cx="4608638" cy="2026715"/>
        </p:xfrm>
        <a:graphic>
          <a:graphicData uri="http://schemas.openxmlformats.org/drawingml/2006/table">
            <a:tbl>
              <a:tblPr>
                <a:noFill/>
                <a:tableStyleId>{E0CCA294-48AF-4F35-8E62-749248E21A55}</a:tableStyleId>
              </a:tblPr>
              <a:tblGrid>
                <a:gridCol w="1565963">
                  <a:extLst>
                    <a:ext uri="{9D8B030D-6E8A-4147-A177-3AD203B41FA5}">
                      <a16:colId xmlns:a16="http://schemas.microsoft.com/office/drawing/2014/main" val="20000"/>
                    </a:ext>
                  </a:extLst>
                </a:gridCol>
                <a:gridCol w="1533832">
                  <a:extLst>
                    <a:ext uri="{9D8B030D-6E8A-4147-A177-3AD203B41FA5}">
                      <a16:colId xmlns:a16="http://schemas.microsoft.com/office/drawing/2014/main" val="20003"/>
                    </a:ext>
                  </a:extLst>
                </a:gridCol>
                <a:gridCol w="1508843">
                  <a:extLst>
                    <a:ext uri="{9D8B030D-6E8A-4147-A177-3AD203B41FA5}">
                      <a16:colId xmlns:a16="http://schemas.microsoft.com/office/drawing/2014/main" val="20004"/>
                    </a:ext>
                  </a:extLst>
                </a:gridCol>
              </a:tblGrid>
              <a:tr h="700593">
                <a:tc>
                  <a:txBody>
                    <a:bodyPr/>
                    <a:lstStyle/>
                    <a:p>
                      <a:pPr marL="0" lvl="0" indent="0" algn="ctr" rtl="0">
                        <a:spcBef>
                          <a:spcPts val="0"/>
                        </a:spcBef>
                        <a:spcAft>
                          <a:spcPts val="0"/>
                        </a:spcAft>
                        <a:buNone/>
                      </a:pPr>
                      <a:r>
                        <a:rPr lang="ar-YE" sz="2000" b="0" i="0" u="none" strike="noStrike" cap="none" dirty="0">
                          <a:solidFill>
                            <a:schemeClr val="dk2"/>
                          </a:solidFill>
                          <a:latin typeface="Anton"/>
                          <a:ea typeface="Anton"/>
                          <a:cs typeface="Anton"/>
                          <a:sym typeface="Anton"/>
                        </a:rPr>
                        <a:t>عالي</a:t>
                      </a:r>
                      <a:endParaRPr sz="1800" b="0" i="0" u="none" strike="noStrike" cap="none" dirty="0">
                        <a:solidFill>
                          <a:schemeClr val="dk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tc>
                  <a:txBody>
                    <a:bodyPr/>
                    <a:lstStyle/>
                    <a:p>
                      <a:pPr marL="0" marR="0" lvl="0" indent="0" algn="ctr" rtl="0">
                        <a:lnSpc>
                          <a:spcPct val="100000"/>
                        </a:lnSpc>
                        <a:spcBef>
                          <a:spcPts val="0"/>
                        </a:spcBef>
                        <a:spcAft>
                          <a:spcPts val="0"/>
                        </a:spcAft>
                        <a:buClr>
                          <a:srgbClr val="364740"/>
                        </a:buClr>
                        <a:buSzPts val="1100"/>
                        <a:buFont typeface="Arial"/>
                        <a:buNone/>
                      </a:pPr>
                      <a:r>
                        <a:rPr lang="ar-YE" sz="1400" b="0" i="0" u="none" strike="noStrike" cap="none" dirty="0">
                          <a:solidFill>
                            <a:schemeClr val="dk2"/>
                          </a:solidFill>
                          <a:latin typeface="Anton"/>
                          <a:ea typeface="Anton"/>
                          <a:cs typeface="Anton"/>
                          <a:sym typeface="Anton"/>
                        </a:rPr>
                        <a:t>سرقة بيانات العملاء</a:t>
                      </a:r>
                      <a:endParaRPr sz="1400" b="0" i="0" u="none" strike="noStrike" cap="none" dirty="0">
                        <a:solidFill>
                          <a:schemeClr val="dk2"/>
                        </a:solidFill>
                        <a:latin typeface="Anton"/>
                        <a:ea typeface="Anton"/>
                        <a:cs typeface="Anton"/>
                        <a:sym typeface="Anton"/>
                      </a:endParaRPr>
                    </a:p>
                  </a:txBody>
                  <a:tcPr marL="36000" marR="36000" marT="0" marB="0" anchor="ctr">
                    <a:lnL w="9525" cap="flat" cmpd="sng" algn="ctr">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lgn="ctr">
                      <a:solidFill>
                        <a:schemeClr val="dk1"/>
                      </a:solidFill>
                      <a:prstDash val="dash"/>
                      <a:round/>
                      <a:headEnd type="none" w="sm" len="sm"/>
                      <a:tailEnd type="none" w="sm" len="sm"/>
                    </a:lnB>
                  </a:tcPr>
                </a:tc>
                <a:tc>
                  <a:txBody>
                    <a:bodyPr/>
                    <a:lstStyle/>
                    <a:p>
                      <a:pPr marL="0" lvl="0" indent="0" algn="ctr" rtl="0">
                        <a:spcBef>
                          <a:spcPts val="0"/>
                        </a:spcBef>
                        <a:spcAft>
                          <a:spcPts val="0"/>
                        </a:spcAft>
                        <a:buClr>
                          <a:srgbClr val="364740"/>
                        </a:buClr>
                        <a:buSzPts val="1100"/>
                        <a:buFont typeface="Arial"/>
                        <a:buNone/>
                      </a:pPr>
                      <a:r>
                        <a:rPr lang="ar-YE" sz="1400" dirty="0">
                          <a:solidFill>
                            <a:schemeClr val="dk2"/>
                          </a:solidFill>
                          <a:latin typeface="Anton"/>
                          <a:ea typeface="Anton"/>
                          <a:cs typeface="Anton"/>
                          <a:sym typeface="Anton"/>
                        </a:rPr>
                        <a:t>تدريب الموظفين + تفعيل المصادقة الثنائية</a:t>
                      </a:r>
                      <a:endParaRPr sz="1400" dirty="0">
                        <a:solidFill>
                          <a:schemeClr val="dk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extLst>
                  <a:ext uri="{0D108BD9-81ED-4DB2-BD59-A6C34878D82A}">
                    <a16:rowId xmlns:a16="http://schemas.microsoft.com/office/drawing/2014/main" val="10000"/>
                  </a:ext>
                </a:extLst>
              </a:tr>
              <a:tr h="875741">
                <a:tc>
                  <a:txBody>
                    <a:bodyPr/>
                    <a:lstStyle/>
                    <a:p>
                      <a:pPr marL="0" lvl="0" indent="0" algn="ctr" rtl="0">
                        <a:spcBef>
                          <a:spcPts val="0"/>
                        </a:spcBef>
                        <a:spcAft>
                          <a:spcPts val="0"/>
                        </a:spcAft>
                        <a:buNone/>
                      </a:pPr>
                      <a:r>
                        <a:rPr lang="ar-YE" sz="2200" dirty="0">
                          <a:solidFill>
                            <a:schemeClr val="lt2"/>
                          </a:solidFill>
                          <a:latin typeface="Anton"/>
                          <a:ea typeface="Anton"/>
                          <a:cs typeface="Anton"/>
                          <a:sym typeface="Anton"/>
                        </a:rPr>
                        <a:t>متوسط</a:t>
                      </a:r>
                      <a:endParaRPr sz="2200" dirty="0">
                        <a:solidFill>
                          <a:schemeClr val="lt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tc>
                  <a:txBody>
                    <a:bodyPr/>
                    <a:lstStyle/>
                    <a:p>
                      <a:pPr marL="0" lvl="0" indent="0" algn="ctr" rtl="0">
                        <a:spcBef>
                          <a:spcPts val="0"/>
                        </a:spcBef>
                        <a:spcAft>
                          <a:spcPts val="0"/>
                        </a:spcAft>
                        <a:buNone/>
                      </a:pPr>
                      <a:r>
                        <a:rPr lang="ar-YE" sz="1400" b="0" i="0" u="none" strike="noStrike" cap="none" dirty="0">
                          <a:solidFill>
                            <a:schemeClr val="lt2"/>
                          </a:solidFill>
                          <a:latin typeface="Anton"/>
                          <a:ea typeface="Anton"/>
                          <a:cs typeface="Anton"/>
                          <a:sym typeface="Anton"/>
                        </a:rPr>
                        <a:t>فقدان ثقة المستخدمين</a:t>
                      </a:r>
                      <a:endParaRPr sz="1400" b="0" i="0" u="none" strike="noStrike" cap="none" dirty="0">
                        <a:solidFill>
                          <a:schemeClr val="lt2"/>
                        </a:solidFill>
                        <a:latin typeface="Anton"/>
                        <a:ea typeface="Anton"/>
                        <a:cs typeface="Anton"/>
                        <a:sym typeface="Anton"/>
                      </a:endParaRPr>
                    </a:p>
                  </a:txBody>
                  <a:tcPr marL="36000" marR="36000" marT="0" marB="0" anchor="ctr">
                    <a:lnL w="9525" cap="flat" cmpd="sng" algn="ctr">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lgn="ctr">
                      <a:solidFill>
                        <a:schemeClr val="dk1"/>
                      </a:solidFill>
                      <a:prstDash val="dash"/>
                      <a:round/>
                      <a:headEnd type="none" w="sm" len="sm"/>
                      <a:tailEnd type="none" w="sm" len="sm"/>
                    </a:lnT>
                    <a:lnB w="9525" cap="flat" cmpd="sng" algn="ctr">
                      <a:solidFill>
                        <a:schemeClr val="dk1"/>
                      </a:solidFill>
                      <a:prstDash val="dash"/>
                      <a:round/>
                      <a:headEnd type="none" w="sm" len="sm"/>
                      <a:tailEnd type="none" w="sm" len="sm"/>
                    </a:lnB>
                  </a:tcPr>
                </a:tc>
                <a:tc>
                  <a:txBody>
                    <a:bodyPr/>
                    <a:lstStyle/>
                    <a:p>
                      <a:pPr marL="0" lvl="0" indent="0" algn="ctr" rtl="0">
                        <a:spcBef>
                          <a:spcPts val="0"/>
                        </a:spcBef>
                        <a:spcAft>
                          <a:spcPts val="0"/>
                        </a:spcAft>
                        <a:buClr>
                          <a:srgbClr val="364740"/>
                        </a:buClr>
                        <a:buSzPts val="1100"/>
                        <a:buFont typeface="Arial"/>
                        <a:buNone/>
                      </a:pPr>
                      <a:r>
                        <a:rPr lang="ar-YE" sz="1400" dirty="0">
                          <a:solidFill>
                            <a:schemeClr val="lt2"/>
                          </a:solidFill>
                          <a:latin typeface="Anton"/>
                          <a:ea typeface="Anton"/>
                          <a:cs typeface="Anton"/>
                          <a:sym typeface="Anton"/>
                        </a:rPr>
                        <a:t>تحديثات أمنية دورية + مكافآت اكتشاف الثغرات</a:t>
                      </a:r>
                      <a:endParaRPr sz="1400" dirty="0">
                        <a:solidFill>
                          <a:schemeClr val="lt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extLst>
                  <a:ext uri="{0D108BD9-81ED-4DB2-BD59-A6C34878D82A}">
                    <a16:rowId xmlns:a16="http://schemas.microsoft.com/office/drawing/2014/main" val="10001"/>
                  </a:ext>
                </a:extLst>
              </a:tr>
              <a:tr h="450381">
                <a:tc>
                  <a:txBody>
                    <a:bodyPr/>
                    <a:lstStyle/>
                    <a:p>
                      <a:pPr marL="0" marR="0" lvl="0" indent="0" algn="ctr" rtl="0">
                        <a:lnSpc>
                          <a:spcPct val="100000"/>
                        </a:lnSpc>
                        <a:spcBef>
                          <a:spcPts val="0"/>
                        </a:spcBef>
                        <a:spcAft>
                          <a:spcPts val="0"/>
                        </a:spcAft>
                        <a:buNone/>
                      </a:pPr>
                      <a:r>
                        <a:rPr lang="ar-YE" sz="2200" dirty="0">
                          <a:solidFill>
                            <a:schemeClr val="dk2"/>
                          </a:solidFill>
                          <a:latin typeface="Anton"/>
                          <a:ea typeface="Anton"/>
                          <a:cs typeface="Anton"/>
                          <a:sym typeface="Anton"/>
                        </a:rPr>
                        <a:t>عالي</a:t>
                      </a:r>
                      <a:endParaRPr sz="2200" dirty="0">
                        <a:solidFill>
                          <a:schemeClr val="dk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tc>
                  <a:txBody>
                    <a:bodyPr/>
                    <a:lstStyle/>
                    <a:p>
                      <a:pPr marL="0" lvl="0" indent="0" algn="ctr" rtl="0">
                        <a:spcBef>
                          <a:spcPts val="0"/>
                        </a:spcBef>
                        <a:spcAft>
                          <a:spcPts val="0"/>
                        </a:spcAft>
                        <a:buNone/>
                      </a:pPr>
                      <a:r>
                        <a:rPr lang="ar-YE" sz="1200" b="0" i="0" u="none" strike="noStrike" cap="none" dirty="0">
                          <a:solidFill>
                            <a:schemeClr val="dk1"/>
                          </a:solidFill>
                          <a:latin typeface="+mn-lt"/>
                          <a:ea typeface="Dosis"/>
                          <a:cs typeface="+mj-cs"/>
                          <a:sym typeface="Dosis"/>
                        </a:rPr>
                        <a:t>تعطل الخدمات</a:t>
                      </a:r>
                      <a:endParaRPr sz="1200" b="0" i="0" u="none" strike="noStrike" cap="none" dirty="0">
                        <a:solidFill>
                          <a:schemeClr val="dk1"/>
                        </a:solidFill>
                        <a:latin typeface="+mn-lt"/>
                        <a:ea typeface="Dosis"/>
                        <a:cs typeface="+mj-cs"/>
                        <a:sym typeface="Dosis"/>
                      </a:endParaRPr>
                    </a:p>
                  </a:txBody>
                  <a:tcPr marL="36000" marR="36000" marT="0" marB="0" anchor="ctr">
                    <a:lnL w="9525" cap="flat" cmpd="sng" algn="ctr">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lgn="ctr">
                      <a:solidFill>
                        <a:schemeClr val="dk1"/>
                      </a:solidFill>
                      <a:prstDash val="dash"/>
                      <a:round/>
                      <a:headEnd type="none" w="sm" len="sm"/>
                      <a:tailEnd type="none" w="sm" len="sm"/>
                    </a:lnT>
                    <a:lnB w="9525" cap="flat" cmpd="sng" algn="ctr">
                      <a:solidFill>
                        <a:schemeClr val="dk1"/>
                      </a:solidFill>
                      <a:prstDash val="dash"/>
                      <a:round/>
                      <a:headEnd type="none" w="sm" len="sm"/>
                      <a:tailEnd type="none" w="sm" len="sm"/>
                    </a:lnB>
                  </a:tcPr>
                </a:tc>
                <a:tc>
                  <a:txBody>
                    <a:bodyPr/>
                    <a:lstStyle/>
                    <a:p>
                      <a:pPr marL="0" lvl="0" indent="0" algn="ctr" rtl="0">
                        <a:spcBef>
                          <a:spcPts val="0"/>
                        </a:spcBef>
                        <a:spcAft>
                          <a:spcPts val="0"/>
                        </a:spcAft>
                        <a:buNone/>
                      </a:pPr>
                      <a:r>
                        <a:rPr lang="ar-YE" sz="1200" dirty="0">
                          <a:solidFill>
                            <a:schemeClr val="dk1"/>
                          </a:solidFill>
                          <a:latin typeface="+mn-lt"/>
                          <a:ea typeface="Dosis"/>
                          <a:cs typeface="+mj-cs"/>
                          <a:sym typeface="Dosis"/>
                        </a:rPr>
                        <a:t>استخدام جدران الحماية + توسيع البنية التحتية</a:t>
                      </a:r>
                      <a:endParaRPr sz="1200" dirty="0">
                        <a:solidFill>
                          <a:schemeClr val="dk1"/>
                        </a:solidFill>
                        <a:latin typeface="+mn-lt"/>
                        <a:ea typeface="Dosis"/>
                        <a:cs typeface="+mj-cs"/>
                        <a:sym typeface="Dosis"/>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413" name="Google Shape;875;p46">
            <a:extLst>
              <a:ext uri="{FF2B5EF4-FFF2-40B4-BE49-F238E27FC236}">
                <a16:creationId xmlns:a16="http://schemas.microsoft.com/office/drawing/2014/main" id="{A4987092-9EA3-5AF6-F515-529ED975E12C}"/>
              </a:ext>
            </a:extLst>
          </p:cNvPr>
          <p:cNvCxnSpPr/>
          <p:nvPr/>
        </p:nvCxnSpPr>
        <p:spPr>
          <a:xfrm rot="10800000">
            <a:off x="1016949" y="1367351"/>
            <a:ext cx="0" cy="1178100"/>
          </a:xfrm>
          <a:prstGeom prst="straightConnector1">
            <a:avLst/>
          </a:prstGeom>
          <a:noFill/>
          <a:ln w="9525" cap="flat" cmpd="sng">
            <a:solidFill>
              <a:schemeClr val="dk1"/>
            </a:solidFill>
            <a:prstDash val="dash"/>
            <a:round/>
            <a:headEnd type="none" w="med" len="med"/>
            <a:tailEnd type="oval" w="med" len="med"/>
          </a:ln>
        </p:spPr>
      </p:cxnSp>
      <p:cxnSp>
        <p:nvCxnSpPr>
          <p:cNvPr id="414" name="Google Shape;876;p46">
            <a:extLst>
              <a:ext uri="{FF2B5EF4-FFF2-40B4-BE49-F238E27FC236}">
                <a16:creationId xmlns:a16="http://schemas.microsoft.com/office/drawing/2014/main" id="{D180C842-2C0D-191D-3933-3BBAA2FC4B25}"/>
              </a:ext>
            </a:extLst>
          </p:cNvPr>
          <p:cNvCxnSpPr/>
          <p:nvPr/>
        </p:nvCxnSpPr>
        <p:spPr>
          <a:xfrm rot="10800000">
            <a:off x="2548018" y="1313017"/>
            <a:ext cx="0" cy="1178100"/>
          </a:xfrm>
          <a:prstGeom prst="straightConnector1">
            <a:avLst/>
          </a:prstGeom>
          <a:noFill/>
          <a:ln w="9525" cap="flat" cmpd="sng">
            <a:solidFill>
              <a:schemeClr val="dk1"/>
            </a:solidFill>
            <a:prstDash val="dash"/>
            <a:round/>
            <a:headEnd type="none" w="med" len="med"/>
            <a:tailEnd type="oval" w="med" len="med"/>
          </a:ln>
        </p:spPr>
      </p:cxnSp>
      <p:cxnSp>
        <p:nvCxnSpPr>
          <p:cNvPr id="415" name="Google Shape;877;p46">
            <a:extLst>
              <a:ext uri="{FF2B5EF4-FFF2-40B4-BE49-F238E27FC236}">
                <a16:creationId xmlns:a16="http://schemas.microsoft.com/office/drawing/2014/main" id="{1624FE1D-FF6B-CA81-54A5-12776E444B3B}"/>
              </a:ext>
            </a:extLst>
          </p:cNvPr>
          <p:cNvCxnSpPr/>
          <p:nvPr/>
        </p:nvCxnSpPr>
        <p:spPr>
          <a:xfrm rot="10800000">
            <a:off x="4095549" y="1367351"/>
            <a:ext cx="0" cy="1178100"/>
          </a:xfrm>
          <a:prstGeom prst="straightConnector1">
            <a:avLst/>
          </a:prstGeom>
          <a:noFill/>
          <a:ln w="9525" cap="flat" cmpd="sng">
            <a:solidFill>
              <a:schemeClr val="dk1"/>
            </a:solidFill>
            <a:prstDash val="dash"/>
            <a:round/>
            <a:headEnd type="none" w="med" len="med"/>
            <a:tailEnd type="oval" w="med" len="med"/>
          </a:ln>
        </p:spPr>
      </p:cxnSp>
      <p:cxnSp>
        <p:nvCxnSpPr>
          <p:cNvPr id="439" name="Google Shape;878;p46">
            <a:extLst>
              <a:ext uri="{FF2B5EF4-FFF2-40B4-BE49-F238E27FC236}">
                <a16:creationId xmlns:a16="http://schemas.microsoft.com/office/drawing/2014/main" id="{626FC357-6628-32B9-51ED-69EBFF08ECF7}"/>
              </a:ext>
            </a:extLst>
          </p:cNvPr>
          <p:cNvCxnSpPr/>
          <p:nvPr/>
        </p:nvCxnSpPr>
        <p:spPr>
          <a:xfrm rot="10800000">
            <a:off x="5634849" y="1367351"/>
            <a:ext cx="0" cy="1178100"/>
          </a:xfrm>
          <a:prstGeom prst="straightConnector1">
            <a:avLst/>
          </a:prstGeom>
          <a:noFill/>
          <a:ln w="9525" cap="flat" cmpd="sng">
            <a:solidFill>
              <a:schemeClr val="dk1"/>
            </a:solidFill>
            <a:prstDash val="dash"/>
            <a:round/>
            <a:headEnd type="none" w="med" len="med"/>
            <a:tailEnd type="oval" w="med" len="med"/>
          </a:ln>
        </p:spPr>
      </p:cxnSp>
      <p:cxnSp>
        <p:nvCxnSpPr>
          <p:cNvPr id="440" name="Google Shape;879;p46">
            <a:extLst>
              <a:ext uri="{FF2B5EF4-FFF2-40B4-BE49-F238E27FC236}">
                <a16:creationId xmlns:a16="http://schemas.microsoft.com/office/drawing/2014/main" id="{2300DD95-9242-CB13-3389-25237C906A5C}"/>
              </a:ext>
            </a:extLst>
          </p:cNvPr>
          <p:cNvCxnSpPr/>
          <p:nvPr/>
        </p:nvCxnSpPr>
        <p:spPr>
          <a:xfrm rot="10800000">
            <a:off x="7174174" y="1367351"/>
            <a:ext cx="0" cy="1178100"/>
          </a:xfrm>
          <a:prstGeom prst="straightConnector1">
            <a:avLst/>
          </a:prstGeom>
          <a:noFill/>
          <a:ln w="9525" cap="flat" cmpd="sng">
            <a:solidFill>
              <a:schemeClr val="dk1"/>
            </a:solidFill>
            <a:prstDash val="dash"/>
            <a:round/>
            <a:headEnd type="none" w="med" len="med"/>
            <a:tailEnd type="oval" w="med" len="med"/>
          </a:ln>
        </p:spPr>
      </p:cxnSp>
      <p:sp>
        <p:nvSpPr>
          <p:cNvPr id="442" name="Google Shape;881;p46">
            <a:extLst>
              <a:ext uri="{FF2B5EF4-FFF2-40B4-BE49-F238E27FC236}">
                <a16:creationId xmlns:a16="http://schemas.microsoft.com/office/drawing/2014/main" id="{DB887151-D558-ADC4-8A34-EE0A2E80A26B}"/>
              </a:ext>
            </a:extLst>
          </p:cNvPr>
          <p:cNvSpPr txBox="1"/>
          <p:nvPr/>
        </p:nvSpPr>
        <p:spPr>
          <a:xfrm>
            <a:off x="1033411" y="1420338"/>
            <a:ext cx="1535700" cy="35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ar-YE" dirty="0">
                <a:solidFill>
                  <a:schemeClr val="dk2"/>
                </a:solidFill>
                <a:latin typeface="Anton"/>
                <a:ea typeface="Anton"/>
                <a:cs typeface="Anton"/>
                <a:sym typeface="Anton"/>
              </a:rPr>
              <a:t>الخطر</a:t>
            </a:r>
            <a:endParaRPr dirty="0">
              <a:solidFill>
                <a:schemeClr val="dk2"/>
              </a:solidFill>
              <a:latin typeface="Anton"/>
              <a:ea typeface="Anton"/>
              <a:cs typeface="Anton"/>
              <a:sym typeface="Anton"/>
            </a:endParaRPr>
          </a:p>
        </p:txBody>
      </p:sp>
      <p:sp>
        <p:nvSpPr>
          <p:cNvPr id="443" name="Google Shape;882;p46">
            <a:extLst>
              <a:ext uri="{FF2B5EF4-FFF2-40B4-BE49-F238E27FC236}">
                <a16:creationId xmlns:a16="http://schemas.microsoft.com/office/drawing/2014/main" id="{4E454C51-9FF6-E6A6-B50C-6810BEC0E43C}"/>
              </a:ext>
            </a:extLst>
          </p:cNvPr>
          <p:cNvSpPr txBox="1"/>
          <p:nvPr/>
        </p:nvSpPr>
        <p:spPr>
          <a:xfrm>
            <a:off x="2556349" y="1709063"/>
            <a:ext cx="1535700" cy="35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ar-YE" dirty="0">
                <a:solidFill>
                  <a:schemeClr val="dk2"/>
                </a:solidFill>
                <a:latin typeface="Anton"/>
                <a:ea typeface="Anton"/>
                <a:cs typeface="Anton"/>
                <a:sym typeface="Anton"/>
              </a:rPr>
              <a:t>مستوى الخطورة</a:t>
            </a:r>
            <a:endParaRPr dirty="0">
              <a:solidFill>
                <a:schemeClr val="dk2"/>
              </a:solidFill>
              <a:latin typeface="Anton"/>
              <a:ea typeface="Anton"/>
              <a:cs typeface="Anton"/>
              <a:sym typeface="Anton"/>
            </a:endParaRPr>
          </a:p>
        </p:txBody>
      </p:sp>
      <p:sp>
        <p:nvSpPr>
          <p:cNvPr id="444" name="Google Shape;883;p46">
            <a:extLst>
              <a:ext uri="{FF2B5EF4-FFF2-40B4-BE49-F238E27FC236}">
                <a16:creationId xmlns:a16="http://schemas.microsoft.com/office/drawing/2014/main" id="{6C3CF352-45FE-5ABF-1E59-C16B07369514}"/>
              </a:ext>
            </a:extLst>
          </p:cNvPr>
          <p:cNvSpPr txBox="1"/>
          <p:nvPr/>
        </p:nvSpPr>
        <p:spPr>
          <a:xfrm>
            <a:off x="4095599" y="1869263"/>
            <a:ext cx="1535700" cy="35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ar-YE" dirty="0">
                <a:solidFill>
                  <a:schemeClr val="dk2"/>
                </a:solidFill>
                <a:latin typeface="Anton"/>
                <a:ea typeface="Anton"/>
                <a:cs typeface="Anton"/>
                <a:sym typeface="Anton"/>
              </a:rPr>
              <a:t>التأثير المحتمل</a:t>
            </a:r>
            <a:endParaRPr dirty="0">
              <a:solidFill>
                <a:schemeClr val="dk2"/>
              </a:solidFill>
              <a:latin typeface="Anton"/>
              <a:ea typeface="Anton"/>
              <a:cs typeface="Anton"/>
              <a:sym typeface="Anton"/>
            </a:endParaRPr>
          </a:p>
        </p:txBody>
      </p:sp>
      <p:sp>
        <p:nvSpPr>
          <p:cNvPr id="445" name="Google Shape;884;p46">
            <a:extLst>
              <a:ext uri="{FF2B5EF4-FFF2-40B4-BE49-F238E27FC236}">
                <a16:creationId xmlns:a16="http://schemas.microsoft.com/office/drawing/2014/main" id="{56C6116F-953F-3900-3D95-BA6491C80249}"/>
              </a:ext>
            </a:extLst>
          </p:cNvPr>
          <p:cNvSpPr txBox="1"/>
          <p:nvPr/>
        </p:nvSpPr>
        <p:spPr>
          <a:xfrm>
            <a:off x="5634923" y="1879786"/>
            <a:ext cx="1535700" cy="480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ar-YE" dirty="0">
                <a:solidFill>
                  <a:schemeClr val="dk2"/>
                </a:solidFill>
                <a:latin typeface="Anton"/>
                <a:ea typeface="Anton"/>
                <a:cs typeface="Anton"/>
                <a:sym typeface="Anton"/>
              </a:rPr>
              <a:t>خطة معالجة المخاطر</a:t>
            </a:r>
            <a:endParaRPr dirty="0">
              <a:solidFill>
                <a:schemeClr val="dk2"/>
              </a:solidFill>
              <a:latin typeface="Anton"/>
              <a:ea typeface="Anton"/>
              <a:cs typeface="Anton"/>
              <a:sym typeface="Anton"/>
            </a:endParaRPr>
          </a:p>
        </p:txBody>
      </p:sp>
      <p:sp>
        <p:nvSpPr>
          <p:cNvPr id="447" name="Google Shape;886;p46">
            <a:extLst>
              <a:ext uri="{FF2B5EF4-FFF2-40B4-BE49-F238E27FC236}">
                <a16:creationId xmlns:a16="http://schemas.microsoft.com/office/drawing/2014/main" id="{9258F6B7-1DB2-E0B1-2D41-8B8489CD15A4}"/>
              </a:ext>
            </a:extLst>
          </p:cNvPr>
          <p:cNvSpPr/>
          <p:nvPr/>
        </p:nvSpPr>
        <p:spPr>
          <a:xfrm>
            <a:off x="1000486" y="1835615"/>
            <a:ext cx="1535700" cy="160200"/>
          </a:xfrm>
          <a:prstGeom prst="rect">
            <a:avLst/>
          </a:prstGeom>
          <a:solidFill>
            <a:schemeClr val="lt2"/>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887;p46">
            <a:extLst>
              <a:ext uri="{FF2B5EF4-FFF2-40B4-BE49-F238E27FC236}">
                <a16:creationId xmlns:a16="http://schemas.microsoft.com/office/drawing/2014/main" id="{00CBE1FE-9439-7263-0261-DE793C4BA9F8}"/>
              </a:ext>
            </a:extLst>
          </p:cNvPr>
          <p:cNvSpPr/>
          <p:nvPr/>
        </p:nvSpPr>
        <p:spPr>
          <a:xfrm>
            <a:off x="2558049" y="2064863"/>
            <a:ext cx="1535700" cy="160200"/>
          </a:xfrm>
          <a:prstGeom prst="rect">
            <a:avLst/>
          </a:prstGeom>
          <a:solidFill>
            <a:schemeClr val="lt2"/>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888;p46">
            <a:extLst>
              <a:ext uri="{FF2B5EF4-FFF2-40B4-BE49-F238E27FC236}">
                <a16:creationId xmlns:a16="http://schemas.microsoft.com/office/drawing/2014/main" id="{6EBD8D30-E280-C236-A963-CDEB305C01CA}"/>
              </a:ext>
            </a:extLst>
          </p:cNvPr>
          <p:cNvSpPr/>
          <p:nvPr/>
        </p:nvSpPr>
        <p:spPr>
          <a:xfrm>
            <a:off x="4097362" y="2225063"/>
            <a:ext cx="1535700" cy="160200"/>
          </a:xfrm>
          <a:prstGeom prst="rect">
            <a:avLst/>
          </a:prstGeom>
          <a:solidFill>
            <a:schemeClr val="lt2"/>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889;p46">
            <a:extLst>
              <a:ext uri="{FF2B5EF4-FFF2-40B4-BE49-F238E27FC236}">
                <a16:creationId xmlns:a16="http://schemas.microsoft.com/office/drawing/2014/main" id="{8CA5D98F-0F08-687C-06C1-56B08E3A2FF0}"/>
              </a:ext>
            </a:extLst>
          </p:cNvPr>
          <p:cNvSpPr/>
          <p:nvPr/>
        </p:nvSpPr>
        <p:spPr>
          <a:xfrm>
            <a:off x="5643081" y="2301704"/>
            <a:ext cx="1535700" cy="160200"/>
          </a:xfrm>
          <a:prstGeom prst="rect">
            <a:avLst/>
          </a:prstGeom>
          <a:solidFill>
            <a:schemeClr val="lt2"/>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890;p46">
            <a:extLst>
              <a:ext uri="{FF2B5EF4-FFF2-40B4-BE49-F238E27FC236}">
                <a16:creationId xmlns:a16="http://schemas.microsoft.com/office/drawing/2014/main" id="{25D0C175-10A2-F000-93B1-ADD4766DB914}"/>
              </a:ext>
            </a:extLst>
          </p:cNvPr>
          <p:cNvSpPr/>
          <p:nvPr/>
        </p:nvSpPr>
        <p:spPr>
          <a:xfrm>
            <a:off x="1040582" y="305418"/>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453" name="جدول 452">
            <a:extLst>
              <a:ext uri="{FF2B5EF4-FFF2-40B4-BE49-F238E27FC236}">
                <a16:creationId xmlns:a16="http://schemas.microsoft.com/office/drawing/2014/main" id="{AB44D835-279A-C4BB-EED1-94632E88CC84}"/>
              </a:ext>
            </a:extLst>
          </p:cNvPr>
          <p:cNvGraphicFramePr>
            <a:graphicFrameLocks noGrp="1"/>
          </p:cNvGraphicFramePr>
          <p:nvPr>
            <p:extLst>
              <p:ext uri="{D42A27DB-BD31-4B8C-83A1-F6EECF244321}">
                <p14:modId xmlns:p14="http://schemas.microsoft.com/office/powerpoint/2010/main" val="3819952443"/>
              </p:ext>
            </p:extLst>
          </p:nvPr>
        </p:nvGraphicFramePr>
        <p:xfrm>
          <a:off x="1008717" y="2478714"/>
          <a:ext cx="1556399" cy="2117363"/>
        </p:xfrm>
        <a:graphic>
          <a:graphicData uri="http://schemas.openxmlformats.org/drawingml/2006/table">
            <a:tbl>
              <a:tblPr>
                <a:noFill/>
                <a:tableStyleId>{E0CCA294-48AF-4F35-8E62-749248E21A55}</a:tableStyleId>
              </a:tblPr>
              <a:tblGrid>
                <a:gridCol w="1556399">
                  <a:extLst>
                    <a:ext uri="{9D8B030D-6E8A-4147-A177-3AD203B41FA5}">
                      <a16:colId xmlns:a16="http://schemas.microsoft.com/office/drawing/2014/main" val="907914805"/>
                    </a:ext>
                  </a:extLst>
                </a:gridCol>
              </a:tblGrid>
              <a:tr h="587162">
                <a:tc>
                  <a:txBody>
                    <a:bodyPr/>
                    <a:lstStyle/>
                    <a:p>
                      <a:pPr marL="0" lvl="0" indent="0" algn="ctr" rtl="0">
                        <a:spcBef>
                          <a:spcPts val="0"/>
                        </a:spcBef>
                        <a:spcAft>
                          <a:spcPts val="0"/>
                        </a:spcAft>
                        <a:buNone/>
                      </a:pPr>
                      <a:r>
                        <a:rPr lang="ar-SA" sz="2000" b="0" i="0" u="none" strike="noStrike" cap="none" dirty="0">
                          <a:solidFill>
                            <a:schemeClr val="dk2"/>
                          </a:solidFill>
                          <a:latin typeface="Anton"/>
                          <a:ea typeface="Anton"/>
                          <a:cs typeface="Anton"/>
                          <a:sym typeface="Anton"/>
                        </a:rPr>
                        <a:t>هجمات التصيد الاحتيالي</a:t>
                      </a:r>
                      <a:endParaRPr sz="1800" b="0" i="0" u="none" strike="noStrike" cap="none" dirty="0">
                        <a:solidFill>
                          <a:schemeClr val="dk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extLst>
                  <a:ext uri="{0D108BD9-81ED-4DB2-BD59-A6C34878D82A}">
                    <a16:rowId xmlns:a16="http://schemas.microsoft.com/office/drawing/2014/main" val="1146093276"/>
                  </a:ext>
                </a:extLst>
              </a:tr>
              <a:tr h="891243">
                <a:tc>
                  <a:txBody>
                    <a:bodyPr/>
                    <a:lstStyle/>
                    <a:p>
                      <a:pPr marL="0" lvl="0" indent="0" algn="ctr" rtl="0">
                        <a:spcBef>
                          <a:spcPts val="0"/>
                        </a:spcBef>
                        <a:spcAft>
                          <a:spcPts val="0"/>
                        </a:spcAft>
                        <a:buNone/>
                      </a:pPr>
                      <a:r>
                        <a:rPr lang="ar-SA" sz="2200" dirty="0">
                          <a:solidFill>
                            <a:schemeClr val="lt2"/>
                          </a:solidFill>
                          <a:latin typeface="Anton"/>
                          <a:ea typeface="Anton"/>
                          <a:cs typeface="Anton"/>
                          <a:sym typeface="Anton"/>
                        </a:rPr>
                        <a:t>استغلال ثغرات </a:t>
                      </a:r>
                      <a:r>
                        <a:rPr lang="en-US" sz="2200" dirty="0">
                          <a:solidFill>
                            <a:schemeClr val="lt2"/>
                          </a:solidFill>
                          <a:latin typeface="Anton"/>
                          <a:ea typeface="Anton"/>
                          <a:cs typeface="Anton"/>
                          <a:sym typeface="Anton"/>
                        </a:rPr>
                        <a:t>IOS </a:t>
                      </a:r>
                      <a:r>
                        <a:rPr lang="ar-SA" sz="2200" dirty="0">
                          <a:solidFill>
                            <a:schemeClr val="lt2"/>
                          </a:solidFill>
                          <a:latin typeface="Anton"/>
                          <a:ea typeface="Anton"/>
                          <a:cs typeface="Anton"/>
                          <a:sym typeface="Anton"/>
                        </a:rPr>
                        <a:t>في</a:t>
                      </a:r>
                      <a:endParaRPr sz="2200" dirty="0">
                        <a:solidFill>
                          <a:schemeClr val="lt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extLst>
                  <a:ext uri="{0D108BD9-81ED-4DB2-BD59-A6C34878D82A}">
                    <a16:rowId xmlns:a16="http://schemas.microsoft.com/office/drawing/2014/main" val="2700883693"/>
                  </a:ext>
                </a:extLst>
              </a:tr>
              <a:tr h="616520">
                <a:tc>
                  <a:txBody>
                    <a:bodyPr/>
                    <a:lstStyle/>
                    <a:p>
                      <a:pPr marL="0" marR="0" lvl="0" indent="0" algn="ctr" rtl="0">
                        <a:lnSpc>
                          <a:spcPct val="100000"/>
                        </a:lnSpc>
                        <a:spcBef>
                          <a:spcPts val="0"/>
                        </a:spcBef>
                        <a:spcAft>
                          <a:spcPts val="0"/>
                        </a:spcAft>
                        <a:buNone/>
                      </a:pPr>
                      <a:r>
                        <a:rPr lang="en-US" sz="1800" b="0" i="0" u="none" strike="noStrike" cap="none" dirty="0">
                          <a:solidFill>
                            <a:schemeClr val="dk2"/>
                          </a:solidFill>
                          <a:latin typeface="Anton"/>
                          <a:ea typeface="Anton"/>
                          <a:cs typeface="Anton"/>
                          <a:sym typeface="Anton"/>
                        </a:rPr>
                        <a:t>DDOS </a:t>
                      </a:r>
                      <a:r>
                        <a:rPr lang="ar-SA" sz="1800" b="0" i="0" u="none" strike="noStrike" cap="none" dirty="0">
                          <a:solidFill>
                            <a:schemeClr val="dk2"/>
                          </a:solidFill>
                          <a:latin typeface="Anton"/>
                          <a:ea typeface="Anton"/>
                          <a:cs typeface="Anton"/>
                          <a:sym typeface="Anton"/>
                        </a:rPr>
                        <a:t>هجمات</a:t>
                      </a:r>
                      <a:endParaRPr lang="en-US" sz="1800" b="0" i="0" u="none" strike="noStrike" cap="none" dirty="0">
                        <a:solidFill>
                          <a:schemeClr val="dk2"/>
                        </a:solidFill>
                        <a:latin typeface="Anton"/>
                        <a:ea typeface="Anton"/>
                        <a:cs typeface="Anton"/>
                        <a:sym typeface="Anton"/>
                      </a:endParaRPr>
                    </a:p>
                    <a:p>
                      <a:pPr marL="0" marR="0" lvl="0" indent="0" algn="ctr" rtl="0">
                        <a:lnSpc>
                          <a:spcPct val="100000"/>
                        </a:lnSpc>
                        <a:spcBef>
                          <a:spcPts val="0"/>
                        </a:spcBef>
                        <a:spcAft>
                          <a:spcPts val="0"/>
                        </a:spcAft>
                        <a:buNone/>
                      </a:pPr>
                      <a:r>
                        <a:rPr lang="en-US" sz="1800" b="0" i="0" u="none" strike="noStrike" cap="none" dirty="0">
                          <a:solidFill>
                            <a:schemeClr val="dk2"/>
                          </a:solidFill>
                          <a:latin typeface="Anton"/>
                          <a:ea typeface="Arial"/>
                          <a:cs typeface="Arial"/>
                          <a:sym typeface="Arial"/>
                        </a:rPr>
                        <a:t>iCloud</a:t>
                      </a:r>
                      <a:r>
                        <a:rPr lang="ar-SA" sz="1800" b="0" i="0" u="none" strike="noStrike" cap="none" dirty="0">
                          <a:solidFill>
                            <a:schemeClr val="dk2"/>
                          </a:solidFill>
                          <a:latin typeface="Anton"/>
                          <a:ea typeface="Arial"/>
                          <a:cs typeface="Arial"/>
                          <a:sym typeface="Arial"/>
                        </a:rPr>
                        <a:t> على</a:t>
                      </a:r>
                      <a:r>
                        <a:rPr lang="ar-SA" sz="2000" b="0" i="0" u="none" strike="noStrike" cap="none" dirty="0">
                          <a:solidFill>
                            <a:schemeClr val="dk2"/>
                          </a:solidFill>
                          <a:latin typeface="Anton"/>
                          <a:ea typeface="Arial"/>
                          <a:cs typeface="Arial"/>
                          <a:sym typeface="Arial"/>
                        </a:rPr>
                        <a:t> </a:t>
                      </a:r>
                      <a:endParaRPr sz="2000" b="0" i="0" u="none" strike="noStrike" cap="none" dirty="0">
                        <a:solidFill>
                          <a:schemeClr val="dk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extLst>
                  <a:ext uri="{0D108BD9-81ED-4DB2-BD59-A6C34878D82A}">
                    <a16:rowId xmlns:a16="http://schemas.microsoft.com/office/drawing/2014/main" val="1773697283"/>
                  </a:ext>
                </a:extLst>
              </a:tr>
            </a:tbl>
          </a:graphicData>
        </a:graphic>
      </p:graphicFrame>
      <p:grpSp>
        <p:nvGrpSpPr>
          <p:cNvPr id="456" name="Google Shape;1708;p60">
            <a:extLst>
              <a:ext uri="{FF2B5EF4-FFF2-40B4-BE49-F238E27FC236}">
                <a16:creationId xmlns:a16="http://schemas.microsoft.com/office/drawing/2014/main" id="{722B4FE4-2287-A02E-D971-E946445CCCDB}"/>
              </a:ext>
            </a:extLst>
          </p:cNvPr>
          <p:cNvGrpSpPr/>
          <p:nvPr/>
        </p:nvGrpSpPr>
        <p:grpSpPr>
          <a:xfrm>
            <a:off x="7071259" y="3288535"/>
            <a:ext cx="1523550" cy="1436725"/>
            <a:chOff x="3132050" y="1239925"/>
            <a:chExt cx="1523550" cy="1436725"/>
          </a:xfrm>
        </p:grpSpPr>
        <p:sp>
          <p:nvSpPr>
            <p:cNvPr id="457" name="Google Shape;1709;p60">
              <a:extLst>
                <a:ext uri="{FF2B5EF4-FFF2-40B4-BE49-F238E27FC236}">
                  <a16:creationId xmlns:a16="http://schemas.microsoft.com/office/drawing/2014/main" id="{696A1412-9C0A-7815-F437-C86C024D4AEA}"/>
                </a:ext>
              </a:extLst>
            </p:cNvPr>
            <p:cNvSpPr/>
            <p:nvPr/>
          </p:nvSpPr>
          <p:spPr>
            <a:xfrm>
              <a:off x="3326075" y="1769300"/>
              <a:ext cx="1175875" cy="807775"/>
            </a:xfrm>
            <a:custGeom>
              <a:avLst/>
              <a:gdLst/>
              <a:ahLst/>
              <a:cxnLst/>
              <a:rect l="l" t="t" r="r" b="b"/>
              <a:pathLst>
                <a:path w="47035" h="32311" extrusionOk="0">
                  <a:moveTo>
                    <a:pt x="22937" y="1"/>
                  </a:moveTo>
                  <a:cubicBezTo>
                    <a:pt x="13852" y="1"/>
                    <a:pt x="1966" y="6641"/>
                    <a:pt x="1258" y="11691"/>
                  </a:cubicBezTo>
                  <a:cubicBezTo>
                    <a:pt x="1" y="21148"/>
                    <a:pt x="4916" y="32311"/>
                    <a:pt x="4938" y="32311"/>
                  </a:cubicBezTo>
                  <a:cubicBezTo>
                    <a:pt x="4938" y="32311"/>
                    <a:pt x="4938" y="32311"/>
                    <a:pt x="4938" y="32311"/>
                  </a:cubicBezTo>
                  <a:lnTo>
                    <a:pt x="43808" y="32311"/>
                  </a:lnTo>
                  <a:cubicBezTo>
                    <a:pt x="43808" y="32311"/>
                    <a:pt x="47035" y="16178"/>
                    <a:pt x="44816" y="11691"/>
                  </a:cubicBezTo>
                  <a:cubicBezTo>
                    <a:pt x="42598" y="7204"/>
                    <a:pt x="33977" y="1104"/>
                    <a:pt x="24751" y="96"/>
                  </a:cubicBezTo>
                  <a:cubicBezTo>
                    <a:pt x="24162" y="32"/>
                    <a:pt x="23556" y="1"/>
                    <a:pt x="22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1710;p60">
              <a:extLst>
                <a:ext uri="{FF2B5EF4-FFF2-40B4-BE49-F238E27FC236}">
                  <a16:creationId xmlns:a16="http://schemas.microsoft.com/office/drawing/2014/main" id="{C9F3CAE0-2C46-0AC7-F12A-7573BD021631}"/>
                </a:ext>
              </a:extLst>
            </p:cNvPr>
            <p:cNvSpPr/>
            <p:nvPr/>
          </p:nvSpPr>
          <p:spPr>
            <a:xfrm>
              <a:off x="3521375" y="1547700"/>
              <a:ext cx="771350" cy="675225"/>
            </a:xfrm>
            <a:custGeom>
              <a:avLst/>
              <a:gdLst/>
              <a:ahLst/>
              <a:cxnLst/>
              <a:rect l="l" t="t" r="r" b="b"/>
              <a:pathLst>
                <a:path w="30854" h="27009" extrusionOk="0">
                  <a:moveTo>
                    <a:pt x="14649" y="1"/>
                  </a:moveTo>
                  <a:cubicBezTo>
                    <a:pt x="9363" y="1"/>
                    <a:pt x="4120" y="1777"/>
                    <a:pt x="2571" y="3666"/>
                  </a:cubicBezTo>
                  <a:cubicBezTo>
                    <a:pt x="0" y="6792"/>
                    <a:pt x="1160" y="8809"/>
                    <a:pt x="1160" y="8809"/>
                  </a:cubicBezTo>
                  <a:cubicBezTo>
                    <a:pt x="1160" y="8809"/>
                    <a:pt x="8621" y="15715"/>
                    <a:pt x="10638" y="18539"/>
                  </a:cubicBezTo>
                  <a:cubicBezTo>
                    <a:pt x="12805" y="21463"/>
                    <a:pt x="15528" y="27008"/>
                    <a:pt x="15679" y="27008"/>
                  </a:cubicBezTo>
                  <a:cubicBezTo>
                    <a:pt x="15931" y="27008"/>
                    <a:pt x="19158" y="22219"/>
                    <a:pt x="19863" y="19446"/>
                  </a:cubicBezTo>
                  <a:cubicBezTo>
                    <a:pt x="20569" y="16673"/>
                    <a:pt x="30148" y="10321"/>
                    <a:pt x="30501" y="8809"/>
                  </a:cubicBezTo>
                  <a:cubicBezTo>
                    <a:pt x="30854" y="7296"/>
                    <a:pt x="30148" y="7145"/>
                    <a:pt x="23745" y="2507"/>
                  </a:cubicBezTo>
                  <a:cubicBezTo>
                    <a:pt x="21297" y="700"/>
                    <a:pt x="17964" y="1"/>
                    <a:pt x="146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1711;p60">
              <a:extLst>
                <a:ext uri="{FF2B5EF4-FFF2-40B4-BE49-F238E27FC236}">
                  <a16:creationId xmlns:a16="http://schemas.microsoft.com/office/drawing/2014/main" id="{62F18A45-389F-8345-9DD1-FC36EC01723A}"/>
                </a:ext>
              </a:extLst>
            </p:cNvPr>
            <p:cNvSpPr/>
            <p:nvPr/>
          </p:nvSpPr>
          <p:spPr>
            <a:xfrm>
              <a:off x="3663775" y="1572550"/>
              <a:ext cx="506700" cy="399750"/>
            </a:xfrm>
            <a:custGeom>
              <a:avLst/>
              <a:gdLst/>
              <a:ahLst/>
              <a:cxnLst/>
              <a:rect l="l" t="t" r="r" b="b"/>
              <a:pathLst>
                <a:path w="20268" h="15990" extrusionOk="0">
                  <a:moveTo>
                    <a:pt x="20268" y="0"/>
                  </a:moveTo>
                  <a:lnTo>
                    <a:pt x="102" y="353"/>
                  </a:lnTo>
                  <a:cubicBezTo>
                    <a:pt x="1" y="2269"/>
                    <a:pt x="1816" y="8621"/>
                    <a:pt x="3832" y="11394"/>
                  </a:cubicBezTo>
                  <a:cubicBezTo>
                    <a:pt x="5849" y="14167"/>
                    <a:pt x="8823" y="15831"/>
                    <a:pt x="10588" y="15982"/>
                  </a:cubicBezTo>
                  <a:cubicBezTo>
                    <a:pt x="10650" y="15987"/>
                    <a:pt x="10713" y="15990"/>
                    <a:pt x="10777" y="15990"/>
                  </a:cubicBezTo>
                  <a:cubicBezTo>
                    <a:pt x="12539" y="15990"/>
                    <a:pt x="15092" y="13988"/>
                    <a:pt x="16940" y="10436"/>
                  </a:cubicBezTo>
                  <a:cubicBezTo>
                    <a:pt x="18806" y="6806"/>
                    <a:pt x="20268" y="1"/>
                    <a:pt x="20268" y="0"/>
                  </a:cubicBezTo>
                  <a:close/>
                </a:path>
              </a:pathLst>
            </a:custGeom>
            <a:solidFill>
              <a:srgbClr val="FFB1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1712;p60">
              <a:extLst>
                <a:ext uri="{FF2B5EF4-FFF2-40B4-BE49-F238E27FC236}">
                  <a16:creationId xmlns:a16="http://schemas.microsoft.com/office/drawing/2014/main" id="{F48AC8C9-E14E-32EB-025B-FC2E3690C5DC}"/>
                </a:ext>
              </a:extLst>
            </p:cNvPr>
            <p:cNvSpPr/>
            <p:nvPr/>
          </p:nvSpPr>
          <p:spPr>
            <a:xfrm>
              <a:off x="3663775" y="1573800"/>
              <a:ext cx="501650" cy="228150"/>
            </a:xfrm>
            <a:custGeom>
              <a:avLst/>
              <a:gdLst/>
              <a:ahLst/>
              <a:cxnLst/>
              <a:rect l="l" t="t" r="r" b="b"/>
              <a:pathLst>
                <a:path w="20066" h="9126" extrusionOk="0">
                  <a:moveTo>
                    <a:pt x="19511" y="1"/>
                  </a:moveTo>
                  <a:lnTo>
                    <a:pt x="102" y="303"/>
                  </a:lnTo>
                  <a:cubicBezTo>
                    <a:pt x="1" y="1765"/>
                    <a:pt x="1060" y="5849"/>
                    <a:pt x="2522" y="8924"/>
                  </a:cubicBezTo>
                  <a:cubicBezTo>
                    <a:pt x="4689" y="8168"/>
                    <a:pt x="6958" y="7412"/>
                    <a:pt x="8218" y="6857"/>
                  </a:cubicBezTo>
                  <a:cubicBezTo>
                    <a:pt x="9479" y="6303"/>
                    <a:pt x="8723" y="5093"/>
                    <a:pt x="9882" y="4891"/>
                  </a:cubicBezTo>
                  <a:cubicBezTo>
                    <a:pt x="9921" y="4886"/>
                    <a:pt x="9959" y="4883"/>
                    <a:pt x="9995" y="4883"/>
                  </a:cubicBezTo>
                  <a:cubicBezTo>
                    <a:pt x="10982" y="4883"/>
                    <a:pt x="10872" y="6816"/>
                    <a:pt x="11748" y="7059"/>
                  </a:cubicBezTo>
                  <a:cubicBezTo>
                    <a:pt x="12453" y="7261"/>
                    <a:pt x="15478" y="8370"/>
                    <a:pt x="17495" y="9126"/>
                  </a:cubicBezTo>
                  <a:cubicBezTo>
                    <a:pt x="18755" y="6101"/>
                    <a:pt x="19713" y="2118"/>
                    <a:pt x="20066" y="606"/>
                  </a:cubicBezTo>
                  <a:cubicBezTo>
                    <a:pt x="19915" y="354"/>
                    <a:pt x="19713" y="152"/>
                    <a:pt x="19511" y="1"/>
                  </a:cubicBezTo>
                  <a:close/>
                </a:path>
              </a:pathLst>
            </a:custGeom>
            <a:solidFill>
              <a:srgbClr val="DB82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1713;p60">
              <a:extLst>
                <a:ext uri="{FF2B5EF4-FFF2-40B4-BE49-F238E27FC236}">
                  <a16:creationId xmlns:a16="http://schemas.microsoft.com/office/drawing/2014/main" id="{401A7CED-5D4A-B245-06DB-E851D94418DC}"/>
                </a:ext>
              </a:extLst>
            </p:cNvPr>
            <p:cNvSpPr/>
            <p:nvPr/>
          </p:nvSpPr>
          <p:spPr>
            <a:xfrm>
              <a:off x="3515050" y="1239925"/>
              <a:ext cx="797850" cy="535275"/>
            </a:xfrm>
            <a:custGeom>
              <a:avLst/>
              <a:gdLst/>
              <a:ahLst/>
              <a:cxnLst/>
              <a:rect l="l" t="t" r="r" b="b"/>
              <a:pathLst>
                <a:path w="31914" h="21411" extrusionOk="0">
                  <a:moveTo>
                    <a:pt x="16760" y="0"/>
                  </a:moveTo>
                  <a:cubicBezTo>
                    <a:pt x="14441" y="0"/>
                    <a:pt x="12118" y="593"/>
                    <a:pt x="10487" y="1761"/>
                  </a:cubicBezTo>
                  <a:cubicBezTo>
                    <a:pt x="4538" y="5895"/>
                    <a:pt x="1" y="20968"/>
                    <a:pt x="253" y="21019"/>
                  </a:cubicBezTo>
                  <a:cubicBezTo>
                    <a:pt x="270" y="21023"/>
                    <a:pt x="289" y="21026"/>
                    <a:pt x="309" y="21026"/>
                  </a:cubicBezTo>
                  <a:cubicBezTo>
                    <a:pt x="1169" y="21026"/>
                    <a:pt x="5053" y="17076"/>
                    <a:pt x="14896" y="17076"/>
                  </a:cubicBezTo>
                  <a:cubicBezTo>
                    <a:pt x="15186" y="17076"/>
                    <a:pt x="15481" y="17080"/>
                    <a:pt x="15781" y="17087"/>
                  </a:cubicBezTo>
                  <a:cubicBezTo>
                    <a:pt x="25716" y="17325"/>
                    <a:pt x="30899" y="21411"/>
                    <a:pt x="31588" y="21411"/>
                  </a:cubicBezTo>
                  <a:cubicBezTo>
                    <a:pt x="31626" y="21411"/>
                    <a:pt x="31651" y="21398"/>
                    <a:pt x="31661" y="21372"/>
                  </a:cubicBezTo>
                  <a:cubicBezTo>
                    <a:pt x="31913" y="20918"/>
                    <a:pt x="27427" y="5441"/>
                    <a:pt x="23343" y="2063"/>
                  </a:cubicBezTo>
                  <a:cubicBezTo>
                    <a:pt x="21726" y="681"/>
                    <a:pt x="19245" y="0"/>
                    <a:pt x="167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1714;p60">
              <a:extLst>
                <a:ext uri="{FF2B5EF4-FFF2-40B4-BE49-F238E27FC236}">
                  <a16:creationId xmlns:a16="http://schemas.microsoft.com/office/drawing/2014/main" id="{21812C35-27A0-61D8-4C4A-86AFAED1F8AE}"/>
                </a:ext>
              </a:extLst>
            </p:cNvPr>
            <p:cNvSpPr/>
            <p:nvPr/>
          </p:nvSpPr>
          <p:spPr>
            <a:xfrm>
              <a:off x="3521375" y="1744550"/>
              <a:ext cx="418450" cy="577950"/>
            </a:xfrm>
            <a:custGeom>
              <a:avLst/>
              <a:gdLst/>
              <a:ahLst/>
              <a:cxnLst/>
              <a:rect l="l" t="t" r="r" b="b"/>
              <a:pathLst>
                <a:path w="16738" h="23118" extrusionOk="0">
                  <a:moveTo>
                    <a:pt x="909" y="1"/>
                  </a:moveTo>
                  <a:cubicBezTo>
                    <a:pt x="417" y="1"/>
                    <a:pt x="0" y="834"/>
                    <a:pt x="0" y="834"/>
                  </a:cubicBezTo>
                  <a:cubicBezTo>
                    <a:pt x="0" y="834"/>
                    <a:pt x="6201" y="6632"/>
                    <a:pt x="9327" y="10665"/>
                  </a:cubicBezTo>
                  <a:cubicBezTo>
                    <a:pt x="13310" y="15807"/>
                    <a:pt x="16032" y="23117"/>
                    <a:pt x="16032" y="23117"/>
                  </a:cubicBezTo>
                  <a:cubicBezTo>
                    <a:pt x="16032" y="23117"/>
                    <a:pt x="16738" y="19840"/>
                    <a:pt x="15074" y="14143"/>
                  </a:cubicBezTo>
                  <a:cubicBezTo>
                    <a:pt x="13763" y="9757"/>
                    <a:pt x="5042" y="1691"/>
                    <a:pt x="1059" y="27"/>
                  </a:cubicBezTo>
                  <a:cubicBezTo>
                    <a:pt x="1008" y="9"/>
                    <a:pt x="958" y="1"/>
                    <a:pt x="9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1715;p60">
              <a:extLst>
                <a:ext uri="{FF2B5EF4-FFF2-40B4-BE49-F238E27FC236}">
                  <a16:creationId xmlns:a16="http://schemas.microsoft.com/office/drawing/2014/main" id="{7866B54B-5BE8-4108-485B-CAD3ED9F98E2}"/>
                </a:ext>
              </a:extLst>
            </p:cNvPr>
            <p:cNvSpPr/>
            <p:nvPr/>
          </p:nvSpPr>
          <p:spPr>
            <a:xfrm>
              <a:off x="3888125" y="1744725"/>
              <a:ext cx="419725" cy="579025"/>
            </a:xfrm>
            <a:custGeom>
              <a:avLst/>
              <a:gdLst/>
              <a:ahLst/>
              <a:cxnLst/>
              <a:rect l="l" t="t" r="r" b="b"/>
              <a:pathLst>
                <a:path w="16789" h="23161" extrusionOk="0">
                  <a:moveTo>
                    <a:pt x="15673" y="1"/>
                  </a:moveTo>
                  <a:cubicBezTo>
                    <a:pt x="15641" y="1"/>
                    <a:pt x="15609" y="7"/>
                    <a:pt x="15579" y="20"/>
                  </a:cubicBezTo>
                  <a:cubicBezTo>
                    <a:pt x="11848" y="2037"/>
                    <a:pt x="3026" y="9851"/>
                    <a:pt x="1715" y="14187"/>
                  </a:cubicBezTo>
                  <a:cubicBezTo>
                    <a:pt x="1" y="19884"/>
                    <a:pt x="1362" y="23160"/>
                    <a:pt x="1362" y="23160"/>
                  </a:cubicBezTo>
                  <a:cubicBezTo>
                    <a:pt x="1362" y="23160"/>
                    <a:pt x="3378" y="16102"/>
                    <a:pt x="7311" y="11011"/>
                  </a:cubicBezTo>
                  <a:cubicBezTo>
                    <a:pt x="10588" y="6877"/>
                    <a:pt x="16789" y="1230"/>
                    <a:pt x="16789" y="1230"/>
                  </a:cubicBezTo>
                  <a:cubicBezTo>
                    <a:pt x="16789" y="1230"/>
                    <a:pt x="16130" y="1"/>
                    <a:pt x="15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1716;p60">
              <a:extLst>
                <a:ext uri="{FF2B5EF4-FFF2-40B4-BE49-F238E27FC236}">
                  <a16:creationId xmlns:a16="http://schemas.microsoft.com/office/drawing/2014/main" id="{B4F689D7-AC5F-D93F-D3A9-E4FB1756120A}"/>
                </a:ext>
              </a:extLst>
            </p:cNvPr>
            <p:cNvSpPr/>
            <p:nvPr/>
          </p:nvSpPr>
          <p:spPr>
            <a:xfrm>
              <a:off x="3872450" y="1767700"/>
              <a:ext cx="76000" cy="23175"/>
            </a:xfrm>
            <a:custGeom>
              <a:avLst/>
              <a:gdLst/>
              <a:ahLst/>
              <a:cxnLst/>
              <a:rect l="l" t="t" r="r" b="b"/>
              <a:pathLst>
                <a:path w="3040" h="927" extrusionOk="0">
                  <a:moveTo>
                    <a:pt x="1447" y="1"/>
                  </a:moveTo>
                  <a:cubicBezTo>
                    <a:pt x="1424" y="1"/>
                    <a:pt x="1402" y="3"/>
                    <a:pt x="1384" y="9"/>
                  </a:cubicBezTo>
                  <a:cubicBezTo>
                    <a:pt x="981" y="59"/>
                    <a:pt x="73" y="614"/>
                    <a:pt x="73" y="614"/>
                  </a:cubicBezTo>
                  <a:cubicBezTo>
                    <a:pt x="0" y="796"/>
                    <a:pt x="1436" y="926"/>
                    <a:pt x="2290" y="926"/>
                  </a:cubicBezTo>
                  <a:cubicBezTo>
                    <a:pt x="2614" y="926"/>
                    <a:pt x="2855" y="907"/>
                    <a:pt x="2896" y="866"/>
                  </a:cubicBezTo>
                  <a:cubicBezTo>
                    <a:pt x="3040" y="818"/>
                    <a:pt x="1871" y="1"/>
                    <a:pt x="1447" y="1"/>
                  </a:cubicBezTo>
                  <a:close/>
                </a:path>
              </a:pathLst>
            </a:custGeom>
            <a:solidFill>
              <a:srgbClr val="DB82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1717;p60">
              <a:extLst>
                <a:ext uri="{FF2B5EF4-FFF2-40B4-BE49-F238E27FC236}">
                  <a16:creationId xmlns:a16="http://schemas.microsoft.com/office/drawing/2014/main" id="{68BB3866-CA34-B6BA-C79E-A115B26AEBD4}"/>
                </a:ext>
              </a:extLst>
            </p:cNvPr>
            <p:cNvSpPr/>
            <p:nvPr/>
          </p:nvSpPr>
          <p:spPr>
            <a:xfrm>
              <a:off x="3846550" y="1847100"/>
              <a:ext cx="131675" cy="21650"/>
            </a:xfrm>
            <a:custGeom>
              <a:avLst/>
              <a:gdLst/>
              <a:ahLst/>
              <a:cxnLst/>
              <a:rect l="l" t="t" r="r" b="b"/>
              <a:pathLst>
                <a:path w="5267" h="866" extrusionOk="0">
                  <a:moveTo>
                    <a:pt x="3294" y="1"/>
                  </a:moveTo>
                  <a:cubicBezTo>
                    <a:pt x="3144" y="1"/>
                    <a:pt x="2987" y="3"/>
                    <a:pt x="2823" y="9"/>
                  </a:cubicBezTo>
                  <a:cubicBezTo>
                    <a:pt x="1311" y="110"/>
                    <a:pt x="0" y="463"/>
                    <a:pt x="50" y="664"/>
                  </a:cubicBezTo>
                  <a:cubicBezTo>
                    <a:pt x="117" y="810"/>
                    <a:pt x="285" y="866"/>
                    <a:pt x="511" y="866"/>
                  </a:cubicBezTo>
                  <a:cubicBezTo>
                    <a:pt x="1143" y="866"/>
                    <a:pt x="2229" y="436"/>
                    <a:pt x="2823" y="362"/>
                  </a:cubicBezTo>
                  <a:cubicBezTo>
                    <a:pt x="3252" y="311"/>
                    <a:pt x="3769" y="311"/>
                    <a:pt x="4197" y="311"/>
                  </a:cubicBezTo>
                  <a:cubicBezTo>
                    <a:pt x="4626" y="311"/>
                    <a:pt x="4966" y="311"/>
                    <a:pt x="5041" y="261"/>
                  </a:cubicBezTo>
                  <a:cubicBezTo>
                    <a:pt x="5266" y="171"/>
                    <a:pt x="4529" y="1"/>
                    <a:pt x="32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1718;p60">
              <a:extLst>
                <a:ext uri="{FF2B5EF4-FFF2-40B4-BE49-F238E27FC236}">
                  <a16:creationId xmlns:a16="http://schemas.microsoft.com/office/drawing/2014/main" id="{9129A176-C02A-8F41-A618-4BA79FED2F19}"/>
                </a:ext>
              </a:extLst>
            </p:cNvPr>
            <p:cNvSpPr/>
            <p:nvPr/>
          </p:nvSpPr>
          <p:spPr>
            <a:xfrm>
              <a:off x="3822225" y="1844975"/>
              <a:ext cx="39450" cy="43475"/>
            </a:xfrm>
            <a:custGeom>
              <a:avLst/>
              <a:gdLst/>
              <a:ahLst/>
              <a:cxnLst/>
              <a:rect l="l" t="t" r="r" b="b"/>
              <a:pathLst>
                <a:path w="1578" h="1739" extrusionOk="0">
                  <a:moveTo>
                    <a:pt x="692" y="0"/>
                  </a:moveTo>
                  <a:cubicBezTo>
                    <a:pt x="361" y="0"/>
                    <a:pt x="0" y="758"/>
                    <a:pt x="267" y="1203"/>
                  </a:cubicBezTo>
                  <a:cubicBezTo>
                    <a:pt x="578" y="1617"/>
                    <a:pt x="915" y="1739"/>
                    <a:pt x="1170" y="1739"/>
                  </a:cubicBezTo>
                  <a:cubicBezTo>
                    <a:pt x="1411" y="1739"/>
                    <a:pt x="1578" y="1629"/>
                    <a:pt x="1578" y="1556"/>
                  </a:cubicBezTo>
                  <a:cubicBezTo>
                    <a:pt x="1578" y="1539"/>
                    <a:pt x="1563" y="1533"/>
                    <a:pt x="1537" y="1533"/>
                  </a:cubicBezTo>
                  <a:cubicBezTo>
                    <a:pt x="1490" y="1533"/>
                    <a:pt x="1407" y="1550"/>
                    <a:pt x="1302" y="1550"/>
                  </a:cubicBezTo>
                  <a:cubicBezTo>
                    <a:pt x="1116" y="1550"/>
                    <a:pt x="861" y="1497"/>
                    <a:pt x="620" y="1203"/>
                  </a:cubicBezTo>
                  <a:cubicBezTo>
                    <a:pt x="267" y="749"/>
                    <a:pt x="1124" y="245"/>
                    <a:pt x="822" y="43"/>
                  </a:cubicBezTo>
                  <a:cubicBezTo>
                    <a:pt x="780" y="14"/>
                    <a:pt x="736" y="0"/>
                    <a:pt x="692" y="0"/>
                  </a:cubicBezTo>
                  <a:close/>
                </a:path>
              </a:pathLst>
            </a:custGeom>
            <a:solidFill>
              <a:srgbClr val="DB82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1719;p60">
              <a:extLst>
                <a:ext uri="{FF2B5EF4-FFF2-40B4-BE49-F238E27FC236}">
                  <a16:creationId xmlns:a16="http://schemas.microsoft.com/office/drawing/2014/main" id="{C11FBAE1-DFE2-291D-85F4-0240FE687C50}"/>
                </a:ext>
              </a:extLst>
            </p:cNvPr>
            <p:cNvSpPr/>
            <p:nvPr/>
          </p:nvSpPr>
          <p:spPr>
            <a:xfrm>
              <a:off x="3736875" y="1277625"/>
              <a:ext cx="356725" cy="415950"/>
            </a:xfrm>
            <a:custGeom>
              <a:avLst/>
              <a:gdLst/>
              <a:ahLst/>
              <a:cxnLst/>
              <a:rect l="l" t="t" r="r" b="b"/>
              <a:pathLst>
                <a:path w="14269" h="16638" extrusionOk="0">
                  <a:moveTo>
                    <a:pt x="7765" y="0"/>
                  </a:moveTo>
                  <a:cubicBezTo>
                    <a:pt x="4034" y="0"/>
                    <a:pt x="858" y="12150"/>
                    <a:pt x="1" y="16184"/>
                  </a:cubicBezTo>
                  <a:cubicBezTo>
                    <a:pt x="1627" y="15884"/>
                    <a:pt x="3508" y="15657"/>
                    <a:pt x="5705" y="15657"/>
                  </a:cubicBezTo>
                  <a:cubicBezTo>
                    <a:pt x="6096" y="15657"/>
                    <a:pt x="6497" y="15664"/>
                    <a:pt x="6908" y="15679"/>
                  </a:cubicBezTo>
                  <a:cubicBezTo>
                    <a:pt x="9731" y="15730"/>
                    <a:pt x="12201" y="16133"/>
                    <a:pt x="14268" y="16637"/>
                  </a:cubicBezTo>
                  <a:cubicBezTo>
                    <a:pt x="13613" y="12302"/>
                    <a:pt x="12806" y="0"/>
                    <a:pt x="77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1720;p60">
              <a:extLst>
                <a:ext uri="{FF2B5EF4-FFF2-40B4-BE49-F238E27FC236}">
                  <a16:creationId xmlns:a16="http://schemas.microsoft.com/office/drawing/2014/main" id="{A4B717D4-D103-33AC-A25C-03056C89C3DD}"/>
                </a:ext>
              </a:extLst>
            </p:cNvPr>
            <p:cNvSpPr/>
            <p:nvPr/>
          </p:nvSpPr>
          <p:spPr>
            <a:xfrm>
              <a:off x="3620925" y="1863700"/>
              <a:ext cx="294950" cy="441150"/>
            </a:xfrm>
            <a:custGeom>
              <a:avLst/>
              <a:gdLst/>
              <a:ahLst/>
              <a:cxnLst/>
              <a:rect l="l" t="t" r="r" b="b"/>
              <a:pathLst>
                <a:path w="11798" h="17646" extrusionOk="0">
                  <a:moveTo>
                    <a:pt x="1" y="0"/>
                  </a:moveTo>
                  <a:lnTo>
                    <a:pt x="1" y="0"/>
                  </a:lnTo>
                  <a:cubicBezTo>
                    <a:pt x="1816" y="1866"/>
                    <a:pt x="3984" y="4084"/>
                    <a:pt x="5395" y="6000"/>
                  </a:cubicBezTo>
                  <a:cubicBezTo>
                    <a:pt x="8622" y="10083"/>
                    <a:pt x="11042" y="15629"/>
                    <a:pt x="11798" y="17645"/>
                  </a:cubicBezTo>
                  <a:cubicBezTo>
                    <a:pt x="11395" y="14419"/>
                    <a:pt x="10134" y="9680"/>
                    <a:pt x="6252" y="5344"/>
                  </a:cubicBezTo>
                  <a:cubicBezTo>
                    <a:pt x="3832" y="2723"/>
                    <a:pt x="1715" y="1059"/>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1721;p60">
              <a:extLst>
                <a:ext uri="{FF2B5EF4-FFF2-40B4-BE49-F238E27FC236}">
                  <a16:creationId xmlns:a16="http://schemas.microsoft.com/office/drawing/2014/main" id="{790B8583-9201-600E-91CD-F2B9F80B197F}"/>
                </a:ext>
              </a:extLst>
            </p:cNvPr>
            <p:cNvSpPr/>
            <p:nvPr/>
          </p:nvSpPr>
          <p:spPr>
            <a:xfrm>
              <a:off x="3132050" y="1956350"/>
              <a:ext cx="525450" cy="691075"/>
            </a:xfrm>
            <a:custGeom>
              <a:avLst/>
              <a:gdLst/>
              <a:ahLst/>
              <a:cxnLst/>
              <a:rect l="l" t="t" r="r" b="b"/>
              <a:pathLst>
                <a:path w="21018" h="27643" extrusionOk="0">
                  <a:moveTo>
                    <a:pt x="11908" y="0"/>
                  </a:moveTo>
                  <a:cubicBezTo>
                    <a:pt x="11804" y="0"/>
                    <a:pt x="11699" y="40"/>
                    <a:pt x="11590" y="126"/>
                  </a:cubicBezTo>
                  <a:cubicBezTo>
                    <a:pt x="6952" y="3806"/>
                    <a:pt x="1457" y="17872"/>
                    <a:pt x="650" y="22459"/>
                  </a:cubicBezTo>
                  <a:cubicBezTo>
                    <a:pt x="0" y="25863"/>
                    <a:pt x="8781" y="27642"/>
                    <a:pt x="14289" y="27642"/>
                  </a:cubicBezTo>
                  <a:cubicBezTo>
                    <a:pt x="16042" y="27642"/>
                    <a:pt x="17463" y="27462"/>
                    <a:pt x="18144" y="27097"/>
                  </a:cubicBezTo>
                  <a:cubicBezTo>
                    <a:pt x="21018" y="25585"/>
                    <a:pt x="16581" y="6579"/>
                    <a:pt x="14867" y="4361"/>
                  </a:cubicBezTo>
                  <a:cubicBezTo>
                    <a:pt x="13437" y="2438"/>
                    <a:pt x="12720" y="0"/>
                    <a:pt x="119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1722;p60">
              <a:extLst>
                <a:ext uri="{FF2B5EF4-FFF2-40B4-BE49-F238E27FC236}">
                  <a16:creationId xmlns:a16="http://schemas.microsoft.com/office/drawing/2014/main" id="{CD5D65D8-3D25-3FB8-0A04-681C6FA19C92}"/>
                </a:ext>
              </a:extLst>
            </p:cNvPr>
            <p:cNvSpPr/>
            <p:nvPr/>
          </p:nvSpPr>
          <p:spPr>
            <a:xfrm>
              <a:off x="3930975" y="1882600"/>
              <a:ext cx="265975" cy="414675"/>
            </a:xfrm>
            <a:custGeom>
              <a:avLst/>
              <a:gdLst/>
              <a:ahLst/>
              <a:cxnLst/>
              <a:rect l="l" t="t" r="r" b="b"/>
              <a:pathLst>
                <a:path w="10639" h="16587" extrusionOk="0">
                  <a:moveTo>
                    <a:pt x="10638" y="0"/>
                  </a:moveTo>
                  <a:lnTo>
                    <a:pt x="10638" y="0"/>
                  </a:lnTo>
                  <a:cubicBezTo>
                    <a:pt x="9126" y="1059"/>
                    <a:pt x="7462" y="2521"/>
                    <a:pt x="5546" y="4588"/>
                  </a:cubicBezTo>
                  <a:cubicBezTo>
                    <a:pt x="1715" y="8773"/>
                    <a:pt x="455" y="13360"/>
                    <a:pt x="1" y="16587"/>
                  </a:cubicBezTo>
                  <a:cubicBezTo>
                    <a:pt x="757" y="14369"/>
                    <a:pt x="2673" y="9378"/>
                    <a:pt x="5698" y="5496"/>
                  </a:cubicBezTo>
                  <a:cubicBezTo>
                    <a:pt x="7008" y="3782"/>
                    <a:pt x="8874" y="1765"/>
                    <a:pt x="1063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1723;p60">
              <a:extLst>
                <a:ext uri="{FF2B5EF4-FFF2-40B4-BE49-F238E27FC236}">
                  <a16:creationId xmlns:a16="http://schemas.microsoft.com/office/drawing/2014/main" id="{2ED5B029-A148-3D4E-4997-69EDDADF4FD8}"/>
                </a:ext>
              </a:extLst>
            </p:cNvPr>
            <p:cNvSpPr/>
            <p:nvPr/>
          </p:nvSpPr>
          <p:spPr>
            <a:xfrm>
              <a:off x="3239050" y="2164925"/>
              <a:ext cx="255875" cy="267225"/>
            </a:xfrm>
            <a:custGeom>
              <a:avLst/>
              <a:gdLst/>
              <a:ahLst/>
              <a:cxnLst/>
              <a:rect l="l" t="t" r="r" b="b"/>
              <a:pathLst>
                <a:path w="10235" h="10689" extrusionOk="0">
                  <a:moveTo>
                    <a:pt x="8672" y="0"/>
                  </a:moveTo>
                  <a:cubicBezTo>
                    <a:pt x="8672" y="0"/>
                    <a:pt x="6957" y="4890"/>
                    <a:pt x="5798" y="5899"/>
                  </a:cubicBezTo>
                  <a:cubicBezTo>
                    <a:pt x="4689" y="6907"/>
                    <a:pt x="2723" y="6151"/>
                    <a:pt x="1462" y="7109"/>
                  </a:cubicBezTo>
                  <a:cubicBezTo>
                    <a:pt x="202" y="7966"/>
                    <a:pt x="0" y="10688"/>
                    <a:pt x="0" y="10688"/>
                  </a:cubicBezTo>
                  <a:cubicBezTo>
                    <a:pt x="0" y="10688"/>
                    <a:pt x="1758" y="9378"/>
                    <a:pt x="3848" y="9378"/>
                  </a:cubicBezTo>
                  <a:cubicBezTo>
                    <a:pt x="4383" y="9378"/>
                    <a:pt x="4940" y="9464"/>
                    <a:pt x="5495" y="9680"/>
                  </a:cubicBezTo>
                  <a:cubicBezTo>
                    <a:pt x="6051" y="9886"/>
                    <a:pt x="6577" y="9968"/>
                    <a:pt x="7063" y="9968"/>
                  </a:cubicBezTo>
                  <a:cubicBezTo>
                    <a:pt x="8957" y="9968"/>
                    <a:pt x="10234" y="8722"/>
                    <a:pt x="10234" y="8722"/>
                  </a:cubicBezTo>
                  <a:lnTo>
                    <a:pt x="86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1724;p60">
              <a:extLst>
                <a:ext uri="{FF2B5EF4-FFF2-40B4-BE49-F238E27FC236}">
                  <a16:creationId xmlns:a16="http://schemas.microsoft.com/office/drawing/2014/main" id="{BA2C6BD4-D6BB-3926-6AB7-0611370D9E1D}"/>
                </a:ext>
              </a:extLst>
            </p:cNvPr>
            <p:cNvSpPr/>
            <p:nvPr/>
          </p:nvSpPr>
          <p:spPr>
            <a:xfrm>
              <a:off x="4131375" y="1956350"/>
              <a:ext cx="524225" cy="691075"/>
            </a:xfrm>
            <a:custGeom>
              <a:avLst/>
              <a:gdLst/>
              <a:ahLst/>
              <a:cxnLst/>
              <a:rect l="l" t="t" r="r" b="b"/>
              <a:pathLst>
                <a:path w="20969" h="27643" extrusionOk="0">
                  <a:moveTo>
                    <a:pt x="9061" y="0"/>
                  </a:moveTo>
                  <a:cubicBezTo>
                    <a:pt x="8249" y="0"/>
                    <a:pt x="7532" y="2438"/>
                    <a:pt x="6101" y="4361"/>
                  </a:cubicBezTo>
                  <a:cubicBezTo>
                    <a:pt x="4387" y="6579"/>
                    <a:pt x="1" y="25585"/>
                    <a:pt x="2824" y="27097"/>
                  </a:cubicBezTo>
                  <a:cubicBezTo>
                    <a:pt x="3505" y="27462"/>
                    <a:pt x="4927" y="27642"/>
                    <a:pt x="6679" y="27642"/>
                  </a:cubicBezTo>
                  <a:cubicBezTo>
                    <a:pt x="12188" y="27642"/>
                    <a:pt x="20968" y="25863"/>
                    <a:pt x="20318" y="22459"/>
                  </a:cubicBezTo>
                  <a:cubicBezTo>
                    <a:pt x="19511" y="17872"/>
                    <a:pt x="14016" y="3806"/>
                    <a:pt x="9378" y="126"/>
                  </a:cubicBezTo>
                  <a:cubicBezTo>
                    <a:pt x="9269" y="40"/>
                    <a:pt x="9164" y="0"/>
                    <a:pt x="90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1725;p60">
              <a:extLst>
                <a:ext uri="{FF2B5EF4-FFF2-40B4-BE49-F238E27FC236}">
                  <a16:creationId xmlns:a16="http://schemas.microsoft.com/office/drawing/2014/main" id="{A96B3BBD-810F-F48E-C4D7-C58C44DC4BB2}"/>
                </a:ext>
              </a:extLst>
            </p:cNvPr>
            <p:cNvSpPr/>
            <p:nvPr/>
          </p:nvSpPr>
          <p:spPr>
            <a:xfrm>
              <a:off x="4292700" y="2164925"/>
              <a:ext cx="255875" cy="267225"/>
            </a:xfrm>
            <a:custGeom>
              <a:avLst/>
              <a:gdLst/>
              <a:ahLst/>
              <a:cxnLst/>
              <a:rect l="l" t="t" r="r" b="b"/>
              <a:pathLst>
                <a:path w="10235" h="10689" extrusionOk="0">
                  <a:moveTo>
                    <a:pt x="1614" y="0"/>
                  </a:moveTo>
                  <a:lnTo>
                    <a:pt x="1" y="8722"/>
                  </a:lnTo>
                  <a:cubicBezTo>
                    <a:pt x="1" y="8722"/>
                    <a:pt x="1278" y="9968"/>
                    <a:pt x="3172" y="9968"/>
                  </a:cubicBezTo>
                  <a:cubicBezTo>
                    <a:pt x="3658" y="9968"/>
                    <a:pt x="4184" y="9886"/>
                    <a:pt x="4740" y="9680"/>
                  </a:cubicBezTo>
                  <a:cubicBezTo>
                    <a:pt x="5295" y="9464"/>
                    <a:pt x="5852" y="9378"/>
                    <a:pt x="6387" y="9378"/>
                  </a:cubicBezTo>
                  <a:cubicBezTo>
                    <a:pt x="8478" y="9378"/>
                    <a:pt x="10235" y="10688"/>
                    <a:pt x="10235" y="10688"/>
                  </a:cubicBezTo>
                  <a:cubicBezTo>
                    <a:pt x="10235" y="10688"/>
                    <a:pt x="10033" y="7966"/>
                    <a:pt x="8773" y="7109"/>
                  </a:cubicBezTo>
                  <a:cubicBezTo>
                    <a:pt x="7513" y="6151"/>
                    <a:pt x="5597" y="6907"/>
                    <a:pt x="4437" y="5899"/>
                  </a:cubicBezTo>
                  <a:cubicBezTo>
                    <a:pt x="3278" y="4890"/>
                    <a:pt x="1614" y="0"/>
                    <a:pt x="16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1726;p60">
              <a:extLst>
                <a:ext uri="{FF2B5EF4-FFF2-40B4-BE49-F238E27FC236}">
                  <a16:creationId xmlns:a16="http://schemas.microsoft.com/office/drawing/2014/main" id="{2DD5633E-FFDA-1EF1-DB2E-BB373C818647}"/>
                </a:ext>
              </a:extLst>
            </p:cNvPr>
            <p:cNvSpPr/>
            <p:nvPr/>
          </p:nvSpPr>
          <p:spPr>
            <a:xfrm>
              <a:off x="3445750" y="2085525"/>
              <a:ext cx="971750" cy="563400"/>
            </a:xfrm>
            <a:custGeom>
              <a:avLst/>
              <a:gdLst/>
              <a:ahLst/>
              <a:cxnLst/>
              <a:rect l="l" t="t" r="r" b="b"/>
              <a:pathLst>
                <a:path w="38870" h="22536" extrusionOk="0">
                  <a:moveTo>
                    <a:pt x="0" y="0"/>
                  </a:moveTo>
                  <a:lnTo>
                    <a:pt x="0" y="22535"/>
                  </a:lnTo>
                  <a:lnTo>
                    <a:pt x="38870" y="22535"/>
                  </a:lnTo>
                  <a:lnTo>
                    <a:pt x="3887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1727;p60">
              <a:extLst>
                <a:ext uri="{FF2B5EF4-FFF2-40B4-BE49-F238E27FC236}">
                  <a16:creationId xmlns:a16="http://schemas.microsoft.com/office/drawing/2014/main" id="{84987D08-6AB4-7534-2649-AB86A9A44EC8}"/>
                </a:ext>
              </a:extLst>
            </p:cNvPr>
            <p:cNvSpPr/>
            <p:nvPr/>
          </p:nvSpPr>
          <p:spPr>
            <a:xfrm>
              <a:off x="3445750" y="2647625"/>
              <a:ext cx="971750" cy="29025"/>
            </a:xfrm>
            <a:custGeom>
              <a:avLst/>
              <a:gdLst/>
              <a:ahLst/>
              <a:cxnLst/>
              <a:rect l="l" t="t" r="r" b="b"/>
              <a:pathLst>
                <a:path w="38870" h="1161" extrusionOk="0">
                  <a:moveTo>
                    <a:pt x="0" y="1"/>
                  </a:moveTo>
                  <a:lnTo>
                    <a:pt x="0" y="1161"/>
                  </a:lnTo>
                  <a:lnTo>
                    <a:pt x="38870" y="1161"/>
                  </a:lnTo>
                  <a:lnTo>
                    <a:pt x="388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1728;p60">
              <a:extLst>
                <a:ext uri="{FF2B5EF4-FFF2-40B4-BE49-F238E27FC236}">
                  <a16:creationId xmlns:a16="http://schemas.microsoft.com/office/drawing/2014/main" id="{7546D460-6D9D-3A5B-9E99-2BAFEA87C69E}"/>
                </a:ext>
              </a:extLst>
            </p:cNvPr>
            <p:cNvSpPr/>
            <p:nvPr/>
          </p:nvSpPr>
          <p:spPr>
            <a:xfrm>
              <a:off x="3619675" y="2640075"/>
              <a:ext cx="103375" cy="10100"/>
            </a:xfrm>
            <a:custGeom>
              <a:avLst/>
              <a:gdLst/>
              <a:ahLst/>
              <a:cxnLst/>
              <a:rect l="l" t="t" r="r" b="b"/>
              <a:pathLst>
                <a:path w="4135" h="404" extrusionOk="0">
                  <a:moveTo>
                    <a:pt x="0" y="1"/>
                  </a:moveTo>
                  <a:lnTo>
                    <a:pt x="0" y="404"/>
                  </a:lnTo>
                  <a:lnTo>
                    <a:pt x="4134" y="404"/>
                  </a:lnTo>
                  <a:lnTo>
                    <a:pt x="4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1729;p60">
              <a:extLst>
                <a:ext uri="{FF2B5EF4-FFF2-40B4-BE49-F238E27FC236}">
                  <a16:creationId xmlns:a16="http://schemas.microsoft.com/office/drawing/2014/main" id="{B6B276A5-AD42-6BCD-E7E7-B62863CD42C3}"/>
                </a:ext>
              </a:extLst>
            </p:cNvPr>
            <p:cNvSpPr/>
            <p:nvPr/>
          </p:nvSpPr>
          <p:spPr>
            <a:xfrm>
              <a:off x="4138950" y="2640075"/>
              <a:ext cx="104625" cy="10100"/>
            </a:xfrm>
            <a:custGeom>
              <a:avLst/>
              <a:gdLst/>
              <a:ahLst/>
              <a:cxnLst/>
              <a:rect l="l" t="t" r="r" b="b"/>
              <a:pathLst>
                <a:path w="4185" h="404" extrusionOk="0">
                  <a:moveTo>
                    <a:pt x="0" y="1"/>
                  </a:moveTo>
                  <a:lnTo>
                    <a:pt x="0" y="404"/>
                  </a:lnTo>
                  <a:lnTo>
                    <a:pt x="4185" y="404"/>
                  </a:lnTo>
                  <a:lnTo>
                    <a:pt x="4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1730;p60">
              <a:extLst>
                <a:ext uri="{FF2B5EF4-FFF2-40B4-BE49-F238E27FC236}">
                  <a16:creationId xmlns:a16="http://schemas.microsoft.com/office/drawing/2014/main" id="{E5024831-7217-EED2-1AD1-25C56B0D2622}"/>
                </a:ext>
              </a:extLst>
            </p:cNvPr>
            <p:cNvSpPr/>
            <p:nvPr/>
          </p:nvSpPr>
          <p:spPr>
            <a:xfrm>
              <a:off x="3445750" y="2085525"/>
              <a:ext cx="971750" cy="12625"/>
            </a:xfrm>
            <a:custGeom>
              <a:avLst/>
              <a:gdLst/>
              <a:ahLst/>
              <a:cxnLst/>
              <a:rect l="l" t="t" r="r" b="b"/>
              <a:pathLst>
                <a:path w="38870" h="505" extrusionOk="0">
                  <a:moveTo>
                    <a:pt x="0" y="0"/>
                  </a:moveTo>
                  <a:lnTo>
                    <a:pt x="0" y="504"/>
                  </a:lnTo>
                  <a:lnTo>
                    <a:pt x="38870" y="504"/>
                  </a:lnTo>
                  <a:lnTo>
                    <a:pt x="388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1731;p60">
              <a:extLst>
                <a:ext uri="{FF2B5EF4-FFF2-40B4-BE49-F238E27FC236}">
                  <a16:creationId xmlns:a16="http://schemas.microsoft.com/office/drawing/2014/main" id="{BEAF2B55-FCAF-B866-4FBC-B2C974148428}"/>
                </a:ext>
              </a:extLst>
            </p:cNvPr>
            <p:cNvSpPr/>
            <p:nvPr/>
          </p:nvSpPr>
          <p:spPr>
            <a:xfrm>
              <a:off x="3871750" y="2290950"/>
              <a:ext cx="40350" cy="40350"/>
            </a:xfrm>
            <a:custGeom>
              <a:avLst/>
              <a:gdLst/>
              <a:ahLst/>
              <a:cxnLst/>
              <a:rect l="l" t="t" r="r" b="b"/>
              <a:pathLst>
                <a:path w="1614" h="1614" extrusionOk="0">
                  <a:moveTo>
                    <a:pt x="0" y="1"/>
                  </a:moveTo>
                  <a:lnTo>
                    <a:pt x="0" y="1614"/>
                  </a:lnTo>
                  <a:lnTo>
                    <a:pt x="504" y="1614"/>
                  </a:lnTo>
                  <a:lnTo>
                    <a:pt x="504" y="404"/>
                  </a:lnTo>
                  <a:lnTo>
                    <a:pt x="1614" y="404"/>
                  </a:lnTo>
                  <a:lnTo>
                    <a:pt x="16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1732;p60">
              <a:extLst>
                <a:ext uri="{FF2B5EF4-FFF2-40B4-BE49-F238E27FC236}">
                  <a16:creationId xmlns:a16="http://schemas.microsoft.com/office/drawing/2014/main" id="{96232BAF-A6C8-49F7-A12D-459C4082C9EE}"/>
                </a:ext>
              </a:extLst>
            </p:cNvPr>
            <p:cNvSpPr/>
            <p:nvPr/>
          </p:nvSpPr>
          <p:spPr>
            <a:xfrm>
              <a:off x="3949900" y="2290950"/>
              <a:ext cx="42875" cy="40350"/>
            </a:xfrm>
            <a:custGeom>
              <a:avLst/>
              <a:gdLst/>
              <a:ahLst/>
              <a:cxnLst/>
              <a:rect l="l" t="t" r="r" b="b"/>
              <a:pathLst>
                <a:path w="1715" h="1614" extrusionOk="0">
                  <a:moveTo>
                    <a:pt x="0" y="1"/>
                  </a:moveTo>
                  <a:lnTo>
                    <a:pt x="0" y="404"/>
                  </a:lnTo>
                  <a:lnTo>
                    <a:pt x="1210" y="404"/>
                  </a:lnTo>
                  <a:lnTo>
                    <a:pt x="1210" y="1614"/>
                  </a:lnTo>
                  <a:lnTo>
                    <a:pt x="1714" y="1614"/>
                  </a:lnTo>
                  <a:lnTo>
                    <a:pt x="17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1733;p60">
              <a:extLst>
                <a:ext uri="{FF2B5EF4-FFF2-40B4-BE49-F238E27FC236}">
                  <a16:creationId xmlns:a16="http://schemas.microsoft.com/office/drawing/2014/main" id="{2DC2896B-6423-D4A1-A8A3-53E01DDA8E42}"/>
                </a:ext>
              </a:extLst>
            </p:cNvPr>
            <p:cNvSpPr/>
            <p:nvPr/>
          </p:nvSpPr>
          <p:spPr>
            <a:xfrm>
              <a:off x="3949900" y="2364050"/>
              <a:ext cx="42875" cy="41625"/>
            </a:xfrm>
            <a:custGeom>
              <a:avLst/>
              <a:gdLst/>
              <a:ahLst/>
              <a:cxnLst/>
              <a:rect l="l" t="t" r="r" b="b"/>
              <a:pathLst>
                <a:path w="1715" h="1665" extrusionOk="0">
                  <a:moveTo>
                    <a:pt x="1210" y="1"/>
                  </a:moveTo>
                  <a:lnTo>
                    <a:pt x="1210" y="1211"/>
                  </a:lnTo>
                  <a:lnTo>
                    <a:pt x="0" y="1211"/>
                  </a:lnTo>
                  <a:lnTo>
                    <a:pt x="0" y="1664"/>
                  </a:lnTo>
                  <a:lnTo>
                    <a:pt x="1714" y="1664"/>
                  </a:lnTo>
                  <a:lnTo>
                    <a:pt x="17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1734;p60">
              <a:extLst>
                <a:ext uri="{FF2B5EF4-FFF2-40B4-BE49-F238E27FC236}">
                  <a16:creationId xmlns:a16="http://schemas.microsoft.com/office/drawing/2014/main" id="{8DDCF141-0B7C-5EA9-BC45-EA7172CB7432}"/>
                </a:ext>
              </a:extLst>
            </p:cNvPr>
            <p:cNvSpPr/>
            <p:nvPr/>
          </p:nvSpPr>
          <p:spPr>
            <a:xfrm>
              <a:off x="3871750" y="2364050"/>
              <a:ext cx="40350" cy="41625"/>
            </a:xfrm>
            <a:custGeom>
              <a:avLst/>
              <a:gdLst/>
              <a:ahLst/>
              <a:cxnLst/>
              <a:rect l="l" t="t" r="r" b="b"/>
              <a:pathLst>
                <a:path w="1614" h="1665" extrusionOk="0">
                  <a:moveTo>
                    <a:pt x="0" y="1"/>
                  </a:moveTo>
                  <a:lnTo>
                    <a:pt x="0" y="1664"/>
                  </a:lnTo>
                  <a:lnTo>
                    <a:pt x="1614" y="1664"/>
                  </a:lnTo>
                  <a:lnTo>
                    <a:pt x="1614" y="1211"/>
                  </a:lnTo>
                  <a:lnTo>
                    <a:pt x="504" y="1211"/>
                  </a:lnTo>
                  <a:lnTo>
                    <a:pt x="5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71702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3">
          <a:extLst>
            <a:ext uri="{FF2B5EF4-FFF2-40B4-BE49-F238E27FC236}">
              <a16:creationId xmlns:a16="http://schemas.microsoft.com/office/drawing/2014/main" id="{17A51603-9399-CB62-3BE8-2A776014A2C1}"/>
            </a:ext>
          </a:extLst>
        </p:cNvPr>
        <p:cNvGrpSpPr/>
        <p:nvPr/>
      </p:nvGrpSpPr>
      <p:grpSpPr>
        <a:xfrm>
          <a:off x="0" y="0"/>
          <a:ext cx="0" cy="0"/>
          <a:chOff x="0" y="0"/>
          <a:chExt cx="0" cy="0"/>
        </a:xfrm>
      </p:grpSpPr>
      <p:sp>
        <p:nvSpPr>
          <p:cNvPr id="424" name="Google Shape;424;p36">
            <a:extLst>
              <a:ext uri="{FF2B5EF4-FFF2-40B4-BE49-F238E27FC236}">
                <a16:creationId xmlns:a16="http://schemas.microsoft.com/office/drawing/2014/main" id="{17FEBA80-1052-2BE1-EC23-5B102AD038C0}"/>
              </a:ext>
            </a:extLst>
          </p:cNvPr>
          <p:cNvSpPr txBox="1">
            <a:spLocks noGrp="1"/>
          </p:cNvSpPr>
          <p:nvPr>
            <p:ph type="title"/>
          </p:nvPr>
        </p:nvSpPr>
        <p:spPr>
          <a:xfrm>
            <a:off x="807552" y="328173"/>
            <a:ext cx="7211546" cy="572700"/>
          </a:xfrm>
          <a:prstGeom prst="rect">
            <a:avLst/>
          </a:prstGeom>
        </p:spPr>
        <p:txBody>
          <a:bodyPr spcFirstLastPara="1" wrap="square" lIns="91425" tIns="91425" rIns="91425" bIns="91425" anchor="t" anchorCtr="0">
            <a:noAutofit/>
          </a:bodyPr>
          <a:lstStyle/>
          <a:p>
            <a:pPr lvl="0"/>
            <a:r>
              <a:rPr lang="ar-SA" sz="3600" dirty="0">
                <a:solidFill>
                  <a:schemeClr val="dk2"/>
                </a:solidFill>
              </a:rPr>
              <a:t>التقييم المالي للأضرار الناتجة عن المخاطر</a:t>
            </a:r>
            <a:r>
              <a:rPr lang="ar-YE" sz="2800" dirty="0"/>
              <a:t> </a:t>
            </a:r>
            <a:r>
              <a:rPr lang="ar-SA" sz="3600" dirty="0">
                <a:solidFill>
                  <a:schemeClr val="dk2"/>
                </a:solidFill>
              </a:rPr>
              <a:t>الشركة</a:t>
            </a:r>
            <a:endParaRPr sz="3600" dirty="0">
              <a:solidFill>
                <a:schemeClr val="dk2"/>
              </a:solidFill>
            </a:endParaRPr>
          </a:p>
        </p:txBody>
      </p:sp>
      <p:sp>
        <p:nvSpPr>
          <p:cNvPr id="425" name="Google Shape;425;p36">
            <a:extLst>
              <a:ext uri="{FF2B5EF4-FFF2-40B4-BE49-F238E27FC236}">
                <a16:creationId xmlns:a16="http://schemas.microsoft.com/office/drawing/2014/main" id="{FCB91460-AE8D-FCD9-5A26-AD82CF018708}"/>
              </a:ext>
            </a:extLst>
          </p:cNvPr>
          <p:cNvSpPr txBox="1">
            <a:spLocks noGrp="1"/>
          </p:cNvSpPr>
          <p:nvPr>
            <p:ph type="subTitle" idx="1"/>
          </p:nvPr>
        </p:nvSpPr>
        <p:spPr>
          <a:xfrm>
            <a:off x="912700" y="3306775"/>
            <a:ext cx="2306400" cy="105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dirty="0">
                <a:latin typeface="+mn-lt"/>
                <a:cs typeface="+mn-cs"/>
              </a:rPr>
              <a:t>التكلفة المحتملة 10-50 مليون دولار </a:t>
            </a:r>
          </a:p>
          <a:p>
            <a:pPr marL="0" lvl="0" indent="0" algn="ctr" rtl="0">
              <a:spcBef>
                <a:spcPts val="0"/>
              </a:spcBef>
              <a:spcAft>
                <a:spcPts val="0"/>
              </a:spcAft>
              <a:buNone/>
            </a:pPr>
            <a:r>
              <a:rPr lang="ar-SA" dirty="0">
                <a:latin typeface="+mn-lt"/>
                <a:cs typeface="+mn-cs"/>
              </a:rPr>
              <a:t>فقدان ثقة العملاء يؤدي الى انخفاض المبيعات</a:t>
            </a:r>
            <a:endParaRPr dirty="0">
              <a:latin typeface="+mn-lt"/>
              <a:cs typeface="+mn-cs"/>
            </a:endParaRPr>
          </a:p>
        </p:txBody>
      </p:sp>
      <p:sp>
        <p:nvSpPr>
          <p:cNvPr id="426" name="Google Shape;426;p36">
            <a:extLst>
              <a:ext uri="{FF2B5EF4-FFF2-40B4-BE49-F238E27FC236}">
                <a16:creationId xmlns:a16="http://schemas.microsoft.com/office/drawing/2014/main" id="{5A46EF4D-D519-93DA-609B-64FA9ADE8A3B}"/>
              </a:ext>
            </a:extLst>
          </p:cNvPr>
          <p:cNvSpPr txBox="1">
            <a:spLocks noGrp="1"/>
          </p:cNvSpPr>
          <p:nvPr>
            <p:ph type="subTitle" idx="2"/>
          </p:nvPr>
        </p:nvSpPr>
        <p:spPr>
          <a:xfrm>
            <a:off x="874900" y="2390313"/>
            <a:ext cx="2306400" cy="916458"/>
          </a:xfrm>
          <a:prstGeom prst="rect">
            <a:avLst/>
          </a:prstGeom>
        </p:spPr>
        <p:txBody>
          <a:bodyPr spcFirstLastPara="1" wrap="square" lIns="91425" tIns="91425" rIns="91425" bIns="91425" anchor="b" anchorCtr="0">
            <a:noAutofit/>
          </a:bodyPr>
          <a:lstStyle/>
          <a:p>
            <a:r>
              <a:rPr lang="ar-SA" sz="2000" b="0" i="0" u="none" strike="noStrike" cap="none" dirty="0">
                <a:solidFill>
                  <a:schemeClr val="dk2"/>
                </a:solidFill>
                <a:latin typeface="Anton"/>
                <a:ea typeface="Anton"/>
                <a:cs typeface="Anton"/>
                <a:sym typeface="Anton"/>
              </a:rPr>
              <a:t>هجمات التصيد الاحتيالي</a:t>
            </a:r>
            <a:endParaRPr lang="ar-SA" sz="1800" b="0" i="0" u="none" strike="noStrike" cap="none" dirty="0">
              <a:solidFill>
                <a:schemeClr val="dk2"/>
              </a:solidFill>
              <a:latin typeface="Anton"/>
              <a:ea typeface="Anton"/>
              <a:cs typeface="Anton"/>
              <a:sym typeface="Anton"/>
            </a:endParaRPr>
          </a:p>
          <a:p>
            <a:pPr marL="0" lvl="0" indent="0" algn="ctr" rtl="0">
              <a:spcBef>
                <a:spcPts val="0"/>
              </a:spcBef>
              <a:spcAft>
                <a:spcPts val="0"/>
              </a:spcAft>
              <a:buNone/>
            </a:pPr>
            <a:endParaRPr dirty="0"/>
          </a:p>
        </p:txBody>
      </p:sp>
      <p:sp>
        <p:nvSpPr>
          <p:cNvPr id="427" name="Google Shape;427;p36">
            <a:extLst>
              <a:ext uri="{FF2B5EF4-FFF2-40B4-BE49-F238E27FC236}">
                <a16:creationId xmlns:a16="http://schemas.microsoft.com/office/drawing/2014/main" id="{5F589528-7F74-BC48-DF0D-F07FFAF2C0AD}"/>
              </a:ext>
            </a:extLst>
          </p:cNvPr>
          <p:cNvSpPr txBox="1">
            <a:spLocks noGrp="1"/>
          </p:cNvSpPr>
          <p:nvPr>
            <p:ph type="subTitle" idx="3"/>
          </p:nvPr>
        </p:nvSpPr>
        <p:spPr>
          <a:xfrm>
            <a:off x="3418799" y="3306775"/>
            <a:ext cx="2306400" cy="1058100"/>
          </a:xfrm>
          <a:prstGeom prst="rect">
            <a:avLst/>
          </a:prstGeom>
        </p:spPr>
        <p:txBody>
          <a:bodyPr spcFirstLastPara="1" wrap="square" lIns="91425" tIns="91425" rIns="91425" bIns="91425" anchor="t" anchorCtr="0">
            <a:noAutofit/>
          </a:bodyPr>
          <a:lstStyle/>
          <a:p>
            <a:pPr marL="0" indent="0"/>
            <a:r>
              <a:rPr lang="ar-SA" dirty="0">
                <a:latin typeface="+mn-lt"/>
                <a:cs typeface="+mn-cs"/>
              </a:rPr>
              <a:t>التكلفة المحتملة 100-500 مليون دولار .</a:t>
            </a:r>
          </a:p>
          <a:p>
            <a:pPr marL="0" indent="0"/>
            <a:r>
              <a:rPr lang="ar-SA" dirty="0">
                <a:latin typeface="+mn-lt"/>
                <a:cs typeface="+mn-cs"/>
              </a:rPr>
              <a:t>التأثير على ثقة المستهلكين مما يؤدي الى تراجع مبيعات الاجهزة</a:t>
            </a:r>
          </a:p>
          <a:p>
            <a:pPr marL="0" lvl="0" indent="0" algn="ctr" rtl="0">
              <a:spcBef>
                <a:spcPts val="0"/>
              </a:spcBef>
              <a:spcAft>
                <a:spcPts val="0"/>
              </a:spcAft>
              <a:buNone/>
            </a:pPr>
            <a:endParaRPr dirty="0">
              <a:latin typeface="+mn-lt"/>
              <a:cs typeface="+mn-cs"/>
            </a:endParaRPr>
          </a:p>
        </p:txBody>
      </p:sp>
      <p:sp>
        <p:nvSpPr>
          <p:cNvPr id="428" name="Google Shape;428;p36">
            <a:extLst>
              <a:ext uri="{FF2B5EF4-FFF2-40B4-BE49-F238E27FC236}">
                <a16:creationId xmlns:a16="http://schemas.microsoft.com/office/drawing/2014/main" id="{5120079F-207E-EB98-DE1E-CE8DE992A55A}"/>
              </a:ext>
            </a:extLst>
          </p:cNvPr>
          <p:cNvSpPr txBox="1">
            <a:spLocks noGrp="1"/>
          </p:cNvSpPr>
          <p:nvPr>
            <p:ph type="subTitle" idx="4"/>
          </p:nvPr>
        </p:nvSpPr>
        <p:spPr>
          <a:xfrm>
            <a:off x="3418801" y="2571771"/>
            <a:ext cx="2306400" cy="735000"/>
          </a:xfrm>
          <a:prstGeom prst="rect">
            <a:avLst/>
          </a:prstGeom>
        </p:spPr>
        <p:txBody>
          <a:bodyPr spcFirstLastPara="1" wrap="square" lIns="91425" tIns="91425" rIns="91425" bIns="91425" anchor="b" anchorCtr="0">
            <a:noAutofit/>
          </a:bodyPr>
          <a:lstStyle/>
          <a:p>
            <a:r>
              <a:rPr lang="en-US" sz="2000" dirty="0"/>
              <a:t>IOS </a:t>
            </a:r>
            <a:r>
              <a:rPr lang="ar-SA" sz="2000" dirty="0"/>
              <a:t>استغلال</a:t>
            </a:r>
            <a:r>
              <a:rPr lang="ar-SA" sz="2200" dirty="0">
                <a:solidFill>
                  <a:schemeClr val="lt2"/>
                </a:solidFill>
                <a:latin typeface="Anton"/>
                <a:ea typeface="Anton"/>
                <a:cs typeface="Anton"/>
                <a:sym typeface="Anton"/>
              </a:rPr>
              <a:t> </a:t>
            </a:r>
            <a:r>
              <a:rPr lang="ar-SA" sz="2000" dirty="0"/>
              <a:t>ثغرات في </a:t>
            </a:r>
          </a:p>
          <a:p>
            <a:pPr marL="0" lvl="0" indent="0" algn="ctr" rtl="0">
              <a:spcBef>
                <a:spcPts val="0"/>
              </a:spcBef>
              <a:spcAft>
                <a:spcPts val="0"/>
              </a:spcAft>
              <a:buNone/>
            </a:pPr>
            <a:endParaRPr dirty="0"/>
          </a:p>
        </p:txBody>
      </p:sp>
      <p:sp>
        <p:nvSpPr>
          <p:cNvPr id="429" name="Google Shape;429;p36">
            <a:extLst>
              <a:ext uri="{FF2B5EF4-FFF2-40B4-BE49-F238E27FC236}">
                <a16:creationId xmlns:a16="http://schemas.microsoft.com/office/drawing/2014/main" id="{3EBC7BF5-587C-A57B-0D53-05E2CF104C32}"/>
              </a:ext>
            </a:extLst>
          </p:cNvPr>
          <p:cNvSpPr txBox="1">
            <a:spLocks noGrp="1"/>
          </p:cNvSpPr>
          <p:nvPr>
            <p:ph type="subTitle" idx="5"/>
          </p:nvPr>
        </p:nvSpPr>
        <p:spPr>
          <a:xfrm>
            <a:off x="5924900" y="3306775"/>
            <a:ext cx="2306400" cy="1235728"/>
          </a:xfrm>
          <a:prstGeom prst="rect">
            <a:avLst/>
          </a:prstGeom>
        </p:spPr>
        <p:txBody>
          <a:bodyPr spcFirstLastPara="1" wrap="square" lIns="91425" tIns="91425" rIns="91425" bIns="91425" anchor="t" anchorCtr="0">
            <a:noAutofit/>
          </a:bodyPr>
          <a:lstStyle/>
          <a:p>
            <a:pPr marL="0" indent="0"/>
            <a:r>
              <a:rPr lang="ar-SA" dirty="0">
                <a:latin typeface="+mn-lt"/>
                <a:cs typeface="+mn-cs"/>
              </a:rPr>
              <a:t>التكلفة المحتملة 50-200 مليون دولار لكل هجوم كبير .</a:t>
            </a:r>
          </a:p>
          <a:p>
            <a:pPr marL="0" lvl="0" indent="0" algn="ctr" rtl="0">
              <a:spcBef>
                <a:spcPts val="0"/>
              </a:spcBef>
              <a:spcAft>
                <a:spcPts val="0"/>
              </a:spcAft>
              <a:buNone/>
            </a:pPr>
            <a:r>
              <a:rPr lang="ar-SA" dirty="0">
                <a:latin typeface="+mn-lt"/>
                <a:cs typeface="+mn-cs"/>
              </a:rPr>
              <a:t>تعطل الخدمة السحابية يؤدي الى مطالبات تعويض من المستخدمين    والشركات</a:t>
            </a:r>
            <a:endParaRPr dirty="0">
              <a:latin typeface="+mn-lt"/>
              <a:cs typeface="+mn-cs"/>
            </a:endParaRPr>
          </a:p>
        </p:txBody>
      </p:sp>
      <p:sp>
        <p:nvSpPr>
          <p:cNvPr id="430" name="Google Shape;430;p36">
            <a:extLst>
              <a:ext uri="{FF2B5EF4-FFF2-40B4-BE49-F238E27FC236}">
                <a16:creationId xmlns:a16="http://schemas.microsoft.com/office/drawing/2014/main" id="{C9B51214-5BA8-42A5-5FB2-72BF35746BE0}"/>
              </a:ext>
            </a:extLst>
          </p:cNvPr>
          <p:cNvSpPr txBox="1">
            <a:spLocks noGrp="1"/>
          </p:cNvSpPr>
          <p:nvPr>
            <p:ph type="subTitle" idx="6"/>
          </p:nvPr>
        </p:nvSpPr>
        <p:spPr>
          <a:xfrm>
            <a:off x="5924900" y="2571771"/>
            <a:ext cx="2306400" cy="735000"/>
          </a:xfrm>
          <a:prstGeom prst="rect">
            <a:avLst/>
          </a:prstGeom>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US" sz="2000" dirty="0"/>
              <a:t>DDOS </a:t>
            </a:r>
            <a:r>
              <a:rPr lang="ar-YE" sz="2000" dirty="0"/>
              <a:t>هجمات</a:t>
            </a:r>
          </a:p>
          <a:p>
            <a:pPr marL="0" marR="0" lvl="0" indent="0" algn="ctr" rtl="0">
              <a:lnSpc>
                <a:spcPct val="100000"/>
              </a:lnSpc>
              <a:spcBef>
                <a:spcPts val="0"/>
              </a:spcBef>
              <a:spcAft>
                <a:spcPts val="0"/>
              </a:spcAft>
              <a:buNone/>
            </a:pPr>
            <a:r>
              <a:rPr lang="en-US" sz="2000" dirty="0">
                <a:sym typeface="Arial"/>
              </a:rPr>
              <a:t>iCloud </a:t>
            </a:r>
            <a:r>
              <a:rPr lang="ar-YE" sz="2000" dirty="0">
                <a:sym typeface="Arial"/>
              </a:rPr>
              <a:t>على </a:t>
            </a:r>
            <a:endParaRPr lang="ar-YE" sz="2000" dirty="0"/>
          </a:p>
        </p:txBody>
      </p:sp>
      <p:sp>
        <p:nvSpPr>
          <p:cNvPr id="431" name="Google Shape;431;p36">
            <a:extLst>
              <a:ext uri="{FF2B5EF4-FFF2-40B4-BE49-F238E27FC236}">
                <a16:creationId xmlns:a16="http://schemas.microsoft.com/office/drawing/2014/main" id="{C0588B77-871C-2C03-C00A-59350D04861D}"/>
              </a:ext>
            </a:extLst>
          </p:cNvPr>
          <p:cNvSpPr txBox="1"/>
          <p:nvPr/>
        </p:nvSpPr>
        <p:spPr>
          <a:xfrm>
            <a:off x="1680700" y="1543863"/>
            <a:ext cx="770400" cy="703200"/>
          </a:xfrm>
          <a:prstGeom prst="rect">
            <a:avLst/>
          </a:prstGeom>
          <a:solidFill>
            <a:srgbClr val="F51253"/>
          </a:solidFill>
          <a:ln w="9525" cap="flat" cmpd="sng">
            <a:solidFill>
              <a:srgbClr val="FFFFF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4000">
              <a:solidFill>
                <a:srgbClr val="000000"/>
              </a:solidFill>
              <a:latin typeface="Anton"/>
              <a:ea typeface="Anton"/>
              <a:cs typeface="Anton"/>
              <a:sym typeface="Anton"/>
            </a:endParaRPr>
          </a:p>
        </p:txBody>
      </p:sp>
      <p:sp>
        <p:nvSpPr>
          <p:cNvPr id="432" name="Google Shape;432;p36">
            <a:extLst>
              <a:ext uri="{FF2B5EF4-FFF2-40B4-BE49-F238E27FC236}">
                <a16:creationId xmlns:a16="http://schemas.microsoft.com/office/drawing/2014/main" id="{1FA24019-015C-CEFE-AE8F-6936C375EE0E}"/>
              </a:ext>
            </a:extLst>
          </p:cNvPr>
          <p:cNvSpPr txBox="1"/>
          <p:nvPr/>
        </p:nvSpPr>
        <p:spPr>
          <a:xfrm>
            <a:off x="4186800" y="1543863"/>
            <a:ext cx="770400" cy="703200"/>
          </a:xfrm>
          <a:prstGeom prst="rect">
            <a:avLst/>
          </a:prstGeom>
          <a:solidFill>
            <a:srgbClr val="F51253"/>
          </a:solidFill>
          <a:ln w="9525" cap="flat" cmpd="sng">
            <a:solidFill>
              <a:srgbClr val="FFFFF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4000">
              <a:solidFill>
                <a:srgbClr val="000000"/>
              </a:solidFill>
              <a:latin typeface="Anton"/>
              <a:ea typeface="Anton"/>
              <a:cs typeface="Anton"/>
              <a:sym typeface="Anton"/>
            </a:endParaRPr>
          </a:p>
        </p:txBody>
      </p:sp>
      <p:sp>
        <p:nvSpPr>
          <p:cNvPr id="433" name="Google Shape;433;p36">
            <a:extLst>
              <a:ext uri="{FF2B5EF4-FFF2-40B4-BE49-F238E27FC236}">
                <a16:creationId xmlns:a16="http://schemas.microsoft.com/office/drawing/2014/main" id="{C3BFFE5B-A70F-CF6F-A28F-C88FA71CABE4}"/>
              </a:ext>
            </a:extLst>
          </p:cNvPr>
          <p:cNvSpPr txBox="1"/>
          <p:nvPr/>
        </p:nvSpPr>
        <p:spPr>
          <a:xfrm>
            <a:off x="6692900" y="1543863"/>
            <a:ext cx="770400" cy="703200"/>
          </a:xfrm>
          <a:prstGeom prst="rect">
            <a:avLst/>
          </a:prstGeom>
          <a:solidFill>
            <a:srgbClr val="F51253"/>
          </a:solidFill>
          <a:ln w="9525" cap="flat" cmpd="sng">
            <a:solidFill>
              <a:srgbClr val="FFFFF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4000">
              <a:solidFill>
                <a:srgbClr val="000000"/>
              </a:solidFill>
              <a:latin typeface="Anton"/>
              <a:ea typeface="Anton"/>
              <a:cs typeface="Anton"/>
              <a:sym typeface="Anton"/>
            </a:endParaRPr>
          </a:p>
        </p:txBody>
      </p:sp>
      <p:sp>
        <p:nvSpPr>
          <p:cNvPr id="434" name="Google Shape;434;p36">
            <a:extLst>
              <a:ext uri="{FF2B5EF4-FFF2-40B4-BE49-F238E27FC236}">
                <a16:creationId xmlns:a16="http://schemas.microsoft.com/office/drawing/2014/main" id="{F53AEA48-D059-8A05-5B1F-F141FF33465F}"/>
              </a:ext>
            </a:extLst>
          </p:cNvPr>
          <p:cNvSpPr/>
          <p:nvPr/>
        </p:nvSpPr>
        <p:spPr>
          <a:xfrm>
            <a:off x="6894875" y="1686963"/>
            <a:ext cx="366450" cy="417025"/>
          </a:xfrm>
          <a:custGeom>
            <a:avLst/>
            <a:gdLst/>
            <a:ahLst/>
            <a:cxnLst/>
            <a:rect l="l" t="t" r="r" b="b"/>
            <a:pathLst>
              <a:path w="14658" h="16681" extrusionOk="0">
                <a:moveTo>
                  <a:pt x="8311" y="7882"/>
                </a:moveTo>
                <a:cubicBezTo>
                  <a:pt x="8573" y="7882"/>
                  <a:pt x="8799" y="8109"/>
                  <a:pt x="8799" y="8370"/>
                </a:cubicBezTo>
                <a:cubicBezTo>
                  <a:pt x="8799" y="8644"/>
                  <a:pt x="8573" y="8859"/>
                  <a:pt x="8311" y="8859"/>
                </a:cubicBezTo>
                <a:lnTo>
                  <a:pt x="7811" y="8859"/>
                </a:lnTo>
                <a:lnTo>
                  <a:pt x="7811" y="10323"/>
                </a:lnTo>
                <a:cubicBezTo>
                  <a:pt x="7811" y="10585"/>
                  <a:pt x="7597" y="10811"/>
                  <a:pt x="7323" y="10811"/>
                </a:cubicBezTo>
                <a:cubicBezTo>
                  <a:pt x="7061" y="10811"/>
                  <a:pt x="6835" y="10585"/>
                  <a:pt x="6835" y="10323"/>
                </a:cubicBezTo>
                <a:lnTo>
                  <a:pt x="6835" y="8859"/>
                </a:lnTo>
                <a:lnTo>
                  <a:pt x="6347" y="8859"/>
                </a:lnTo>
                <a:cubicBezTo>
                  <a:pt x="6340" y="8859"/>
                  <a:pt x="6333" y="8859"/>
                  <a:pt x="6326" y="8859"/>
                </a:cubicBezTo>
                <a:cubicBezTo>
                  <a:pt x="6063" y="8859"/>
                  <a:pt x="5871" y="8637"/>
                  <a:pt x="5871" y="8370"/>
                </a:cubicBezTo>
                <a:cubicBezTo>
                  <a:pt x="5871" y="8109"/>
                  <a:pt x="6085" y="7882"/>
                  <a:pt x="6359" y="7882"/>
                </a:cubicBezTo>
                <a:close/>
                <a:moveTo>
                  <a:pt x="7323" y="0"/>
                </a:moveTo>
                <a:cubicBezTo>
                  <a:pt x="5430" y="0"/>
                  <a:pt x="3906" y="1524"/>
                  <a:pt x="3906" y="3417"/>
                </a:cubicBezTo>
                <a:lnTo>
                  <a:pt x="3906" y="5918"/>
                </a:lnTo>
                <a:lnTo>
                  <a:pt x="3406" y="5918"/>
                </a:lnTo>
                <a:cubicBezTo>
                  <a:pt x="3144" y="5918"/>
                  <a:pt x="2918" y="6144"/>
                  <a:pt x="2918" y="6406"/>
                </a:cubicBezTo>
                <a:lnTo>
                  <a:pt x="2918" y="12276"/>
                </a:lnTo>
                <a:cubicBezTo>
                  <a:pt x="2918" y="12538"/>
                  <a:pt x="3144" y="12764"/>
                  <a:pt x="3406" y="12764"/>
                </a:cubicBezTo>
                <a:lnTo>
                  <a:pt x="6835" y="12764"/>
                </a:lnTo>
                <a:lnTo>
                  <a:pt x="6835" y="13752"/>
                </a:lnTo>
                <a:lnTo>
                  <a:pt x="6347" y="13752"/>
                </a:lnTo>
                <a:cubicBezTo>
                  <a:pt x="6073" y="13752"/>
                  <a:pt x="5847" y="13966"/>
                  <a:pt x="5847" y="14240"/>
                </a:cubicBezTo>
                <a:lnTo>
                  <a:pt x="5847" y="14728"/>
                </a:lnTo>
                <a:lnTo>
                  <a:pt x="2930" y="14728"/>
                </a:lnTo>
                <a:lnTo>
                  <a:pt x="2930" y="14240"/>
                </a:lnTo>
                <a:cubicBezTo>
                  <a:pt x="2930" y="13966"/>
                  <a:pt x="2715" y="13752"/>
                  <a:pt x="2442" y="13752"/>
                </a:cubicBezTo>
                <a:lnTo>
                  <a:pt x="489" y="13752"/>
                </a:lnTo>
                <a:cubicBezTo>
                  <a:pt x="227" y="13752"/>
                  <a:pt x="1" y="13966"/>
                  <a:pt x="1" y="14240"/>
                </a:cubicBezTo>
                <a:lnTo>
                  <a:pt x="1" y="16193"/>
                </a:lnTo>
                <a:cubicBezTo>
                  <a:pt x="1" y="16455"/>
                  <a:pt x="227" y="16681"/>
                  <a:pt x="489" y="16681"/>
                </a:cubicBezTo>
                <a:lnTo>
                  <a:pt x="2442" y="16681"/>
                </a:lnTo>
                <a:cubicBezTo>
                  <a:pt x="2703" y="16681"/>
                  <a:pt x="2930" y="16455"/>
                  <a:pt x="2930" y="16193"/>
                </a:cubicBezTo>
                <a:lnTo>
                  <a:pt x="2930" y="15693"/>
                </a:lnTo>
                <a:lnTo>
                  <a:pt x="5859" y="15693"/>
                </a:lnTo>
                <a:lnTo>
                  <a:pt x="5859" y="16193"/>
                </a:lnTo>
                <a:cubicBezTo>
                  <a:pt x="5859" y="16455"/>
                  <a:pt x="6085" y="16681"/>
                  <a:pt x="6359" y="16681"/>
                </a:cubicBezTo>
                <a:lnTo>
                  <a:pt x="8299" y="16681"/>
                </a:lnTo>
                <a:cubicBezTo>
                  <a:pt x="8573" y="16681"/>
                  <a:pt x="8799" y="16455"/>
                  <a:pt x="8799" y="16193"/>
                </a:cubicBezTo>
                <a:lnTo>
                  <a:pt x="8799" y="15693"/>
                </a:lnTo>
                <a:lnTo>
                  <a:pt x="11728" y="15693"/>
                </a:lnTo>
                <a:lnTo>
                  <a:pt x="11728" y="16193"/>
                </a:lnTo>
                <a:cubicBezTo>
                  <a:pt x="11728" y="16455"/>
                  <a:pt x="11955" y="16681"/>
                  <a:pt x="12217" y="16681"/>
                </a:cubicBezTo>
                <a:lnTo>
                  <a:pt x="14169" y="16681"/>
                </a:lnTo>
                <a:cubicBezTo>
                  <a:pt x="14431" y="16681"/>
                  <a:pt x="14657" y="16455"/>
                  <a:pt x="14657" y="16193"/>
                </a:cubicBezTo>
                <a:lnTo>
                  <a:pt x="14657" y="14240"/>
                </a:lnTo>
                <a:cubicBezTo>
                  <a:pt x="14645" y="13966"/>
                  <a:pt x="14443" y="13752"/>
                  <a:pt x="14157" y="13752"/>
                </a:cubicBezTo>
                <a:lnTo>
                  <a:pt x="12205" y="13752"/>
                </a:lnTo>
                <a:cubicBezTo>
                  <a:pt x="11943" y="13752"/>
                  <a:pt x="11716" y="13966"/>
                  <a:pt x="11716" y="14240"/>
                </a:cubicBezTo>
                <a:lnTo>
                  <a:pt x="11716" y="14728"/>
                </a:lnTo>
                <a:lnTo>
                  <a:pt x="8788" y="14728"/>
                </a:lnTo>
                <a:lnTo>
                  <a:pt x="8788" y="14240"/>
                </a:lnTo>
                <a:cubicBezTo>
                  <a:pt x="8788" y="13966"/>
                  <a:pt x="8561" y="13752"/>
                  <a:pt x="8287" y="13752"/>
                </a:cubicBezTo>
                <a:lnTo>
                  <a:pt x="7799" y="13752"/>
                </a:lnTo>
                <a:lnTo>
                  <a:pt x="7799" y="12764"/>
                </a:lnTo>
                <a:lnTo>
                  <a:pt x="11216" y="12764"/>
                </a:lnTo>
                <a:cubicBezTo>
                  <a:pt x="11490" y="12764"/>
                  <a:pt x="11716" y="12538"/>
                  <a:pt x="11716" y="12276"/>
                </a:cubicBezTo>
                <a:lnTo>
                  <a:pt x="11716" y="6406"/>
                </a:lnTo>
                <a:cubicBezTo>
                  <a:pt x="11716" y="6144"/>
                  <a:pt x="11490" y="5918"/>
                  <a:pt x="11216" y="5918"/>
                </a:cubicBezTo>
                <a:lnTo>
                  <a:pt x="6347" y="5918"/>
                </a:lnTo>
                <a:lnTo>
                  <a:pt x="6347" y="3417"/>
                </a:lnTo>
                <a:cubicBezTo>
                  <a:pt x="6347" y="2882"/>
                  <a:pt x="6775" y="2441"/>
                  <a:pt x="7323" y="2441"/>
                </a:cubicBezTo>
                <a:cubicBezTo>
                  <a:pt x="7871" y="2441"/>
                  <a:pt x="8299" y="2870"/>
                  <a:pt x="8299" y="3417"/>
                </a:cubicBezTo>
                <a:lnTo>
                  <a:pt x="8299" y="4465"/>
                </a:lnTo>
                <a:cubicBezTo>
                  <a:pt x="8299" y="4727"/>
                  <a:pt x="8526" y="4953"/>
                  <a:pt x="8799" y="4953"/>
                </a:cubicBezTo>
                <a:lnTo>
                  <a:pt x="10252" y="4953"/>
                </a:lnTo>
                <a:cubicBezTo>
                  <a:pt x="10526" y="4953"/>
                  <a:pt x="10752" y="4727"/>
                  <a:pt x="10752" y="4465"/>
                </a:cubicBezTo>
                <a:lnTo>
                  <a:pt x="10752" y="3417"/>
                </a:lnTo>
                <a:cubicBezTo>
                  <a:pt x="10752" y="1524"/>
                  <a:pt x="9216" y="0"/>
                  <a:pt x="73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36">
            <a:extLst>
              <a:ext uri="{FF2B5EF4-FFF2-40B4-BE49-F238E27FC236}">
                <a16:creationId xmlns:a16="http://schemas.microsoft.com/office/drawing/2014/main" id="{9732ADCD-C1D6-0D30-F0C6-C3C1A3C530EE}"/>
              </a:ext>
            </a:extLst>
          </p:cNvPr>
          <p:cNvGrpSpPr/>
          <p:nvPr/>
        </p:nvGrpSpPr>
        <p:grpSpPr>
          <a:xfrm>
            <a:off x="1857525" y="1687113"/>
            <a:ext cx="416750" cy="416725"/>
            <a:chOff x="1536775" y="2394775"/>
            <a:chExt cx="416750" cy="416725"/>
          </a:xfrm>
        </p:grpSpPr>
        <p:sp>
          <p:nvSpPr>
            <p:cNvPr id="436" name="Google Shape;436;p36">
              <a:extLst>
                <a:ext uri="{FF2B5EF4-FFF2-40B4-BE49-F238E27FC236}">
                  <a16:creationId xmlns:a16="http://schemas.microsoft.com/office/drawing/2014/main" id="{7B3CBDF6-4284-91B0-9719-468AB5638460}"/>
                </a:ext>
              </a:extLst>
            </p:cNvPr>
            <p:cNvSpPr/>
            <p:nvPr/>
          </p:nvSpPr>
          <p:spPr>
            <a:xfrm>
              <a:off x="1733550" y="2494175"/>
              <a:ext cx="24425" cy="24750"/>
            </a:xfrm>
            <a:custGeom>
              <a:avLst/>
              <a:gdLst/>
              <a:ahLst/>
              <a:cxnLst/>
              <a:rect l="l" t="t" r="r" b="b"/>
              <a:pathLst>
                <a:path w="977" h="990" extrusionOk="0">
                  <a:moveTo>
                    <a:pt x="488" y="1"/>
                  </a:moveTo>
                  <a:cubicBezTo>
                    <a:pt x="214" y="1"/>
                    <a:pt x="0" y="215"/>
                    <a:pt x="0" y="489"/>
                  </a:cubicBezTo>
                  <a:cubicBezTo>
                    <a:pt x="0" y="763"/>
                    <a:pt x="214" y="989"/>
                    <a:pt x="488" y="989"/>
                  </a:cubicBezTo>
                  <a:cubicBezTo>
                    <a:pt x="762" y="989"/>
                    <a:pt x="976" y="763"/>
                    <a:pt x="976" y="489"/>
                  </a:cubicBezTo>
                  <a:cubicBezTo>
                    <a:pt x="976" y="215"/>
                    <a:pt x="762" y="1"/>
                    <a:pt x="4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6">
              <a:extLst>
                <a:ext uri="{FF2B5EF4-FFF2-40B4-BE49-F238E27FC236}">
                  <a16:creationId xmlns:a16="http://schemas.microsoft.com/office/drawing/2014/main" id="{652D5935-79DD-AA5B-A5F4-E4B6A0A1E17A}"/>
                </a:ext>
              </a:extLst>
            </p:cNvPr>
            <p:cNvSpPr/>
            <p:nvPr/>
          </p:nvSpPr>
          <p:spPr>
            <a:xfrm>
              <a:off x="1610000" y="2713850"/>
              <a:ext cx="24450" cy="24450"/>
            </a:xfrm>
            <a:custGeom>
              <a:avLst/>
              <a:gdLst/>
              <a:ahLst/>
              <a:cxnLst/>
              <a:rect l="l" t="t" r="r" b="b"/>
              <a:pathLst>
                <a:path w="978" h="978" extrusionOk="0">
                  <a:moveTo>
                    <a:pt x="489" y="1"/>
                  </a:moveTo>
                  <a:cubicBezTo>
                    <a:pt x="215" y="1"/>
                    <a:pt x="1" y="215"/>
                    <a:pt x="1" y="489"/>
                  </a:cubicBezTo>
                  <a:cubicBezTo>
                    <a:pt x="1" y="763"/>
                    <a:pt x="215" y="977"/>
                    <a:pt x="489" y="977"/>
                  </a:cubicBezTo>
                  <a:cubicBezTo>
                    <a:pt x="763" y="977"/>
                    <a:pt x="977" y="763"/>
                    <a:pt x="977" y="489"/>
                  </a:cubicBezTo>
                  <a:cubicBezTo>
                    <a:pt x="977" y="215"/>
                    <a:pt x="763" y="1"/>
                    <a:pt x="4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6">
              <a:extLst>
                <a:ext uri="{FF2B5EF4-FFF2-40B4-BE49-F238E27FC236}">
                  <a16:creationId xmlns:a16="http://schemas.microsoft.com/office/drawing/2014/main" id="{7D17D5CC-2AB8-6A0C-4DD2-F3D2B2A228D4}"/>
                </a:ext>
              </a:extLst>
            </p:cNvPr>
            <p:cNvSpPr/>
            <p:nvPr/>
          </p:nvSpPr>
          <p:spPr>
            <a:xfrm>
              <a:off x="1610000" y="2665050"/>
              <a:ext cx="24450" cy="24425"/>
            </a:xfrm>
            <a:custGeom>
              <a:avLst/>
              <a:gdLst/>
              <a:ahLst/>
              <a:cxnLst/>
              <a:rect l="l" t="t" r="r" b="b"/>
              <a:pathLst>
                <a:path w="978" h="977" extrusionOk="0">
                  <a:moveTo>
                    <a:pt x="489" y="0"/>
                  </a:moveTo>
                  <a:cubicBezTo>
                    <a:pt x="215" y="0"/>
                    <a:pt x="1" y="214"/>
                    <a:pt x="1" y="488"/>
                  </a:cubicBezTo>
                  <a:cubicBezTo>
                    <a:pt x="1" y="762"/>
                    <a:pt x="215" y="976"/>
                    <a:pt x="489" y="976"/>
                  </a:cubicBezTo>
                  <a:cubicBezTo>
                    <a:pt x="763" y="976"/>
                    <a:pt x="977" y="762"/>
                    <a:pt x="977" y="488"/>
                  </a:cubicBezTo>
                  <a:cubicBezTo>
                    <a:pt x="977" y="214"/>
                    <a:pt x="763" y="0"/>
                    <a:pt x="4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6">
              <a:extLst>
                <a:ext uri="{FF2B5EF4-FFF2-40B4-BE49-F238E27FC236}">
                  <a16:creationId xmlns:a16="http://schemas.microsoft.com/office/drawing/2014/main" id="{4634D5F9-22DF-DBD8-18D1-66DBD28E02CE}"/>
                </a:ext>
              </a:extLst>
            </p:cNvPr>
            <p:cNvSpPr/>
            <p:nvPr/>
          </p:nvSpPr>
          <p:spPr>
            <a:xfrm>
              <a:off x="1658825" y="2713850"/>
              <a:ext cx="24425" cy="24450"/>
            </a:xfrm>
            <a:custGeom>
              <a:avLst/>
              <a:gdLst/>
              <a:ahLst/>
              <a:cxnLst/>
              <a:rect l="l" t="t" r="r" b="b"/>
              <a:pathLst>
                <a:path w="977" h="978" extrusionOk="0">
                  <a:moveTo>
                    <a:pt x="489" y="1"/>
                  </a:moveTo>
                  <a:cubicBezTo>
                    <a:pt x="215" y="1"/>
                    <a:pt x="1" y="215"/>
                    <a:pt x="1" y="489"/>
                  </a:cubicBezTo>
                  <a:cubicBezTo>
                    <a:pt x="1" y="763"/>
                    <a:pt x="215" y="977"/>
                    <a:pt x="489" y="977"/>
                  </a:cubicBezTo>
                  <a:cubicBezTo>
                    <a:pt x="763" y="977"/>
                    <a:pt x="977" y="763"/>
                    <a:pt x="977" y="489"/>
                  </a:cubicBezTo>
                  <a:cubicBezTo>
                    <a:pt x="977" y="215"/>
                    <a:pt x="763" y="1"/>
                    <a:pt x="4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6">
              <a:extLst>
                <a:ext uri="{FF2B5EF4-FFF2-40B4-BE49-F238E27FC236}">
                  <a16:creationId xmlns:a16="http://schemas.microsoft.com/office/drawing/2014/main" id="{2C97FF20-DAC6-D15D-AF50-6117DA5CD8AF}"/>
                </a:ext>
              </a:extLst>
            </p:cNvPr>
            <p:cNvSpPr/>
            <p:nvPr/>
          </p:nvSpPr>
          <p:spPr>
            <a:xfrm>
              <a:off x="1707350" y="2713850"/>
              <a:ext cx="24725" cy="24450"/>
            </a:xfrm>
            <a:custGeom>
              <a:avLst/>
              <a:gdLst/>
              <a:ahLst/>
              <a:cxnLst/>
              <a:rect l="l" t="t" r="r" b="b"/>
              <a:pathLst>
                <a:path w="989" h="978" extrusionOk="0">
                  <a:moveTo>
                    <a:pt x="500" y="1"/>
                  </a:moveTo>
                  <a:cubicBezTo>
                    <a:pt x="226" y="1"/>
                    <a:pt x="0" y="215"/>
                    <a:pt x="0" y="489"/>
                  </a:cubicBezTo>
                  <a:cubicBezTo>
                    <a:pt x="0" y="763"/>
                    <a:pt x="226" y="977"/>
                    <a:pt x="500" y="977"/>
                  </a:cubicBezTo>
                  <a:cubicBezTo>
                    <a:pt x="762" y="977"/>
                    <a:pt x="988" y="763"/>
                    <a:pt x="988" y="489"/>
                  </a:cubicBezTo>
                  <a:cubicBezTo>
                    <a:pt x="988" y="215"/>
                    <a:pt x="762" y="1"/>
                    <a:pt x="5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6">
              <a:extLst>
                <a:ext uri="{FF2B5EF4-FFF2-40B4-BE49-F238E27FC236}">
                  <a16:creationId xmlns:a16="http://schemas.microsoft.com/office/drawing/2014/main" id="{F1AB597D-4397-A6EF-4332-69BE2E9299D8}"/>
                </a:ext>
              </a:extLst>
            </p:cNvPr>
            <p:cNvSpPr/>
            <p:nvPr/>
          </p:nvSpPr>
          <p:spPr>
            <a:xfrm>
              <a:off x="1831475" y="2543000"/>
              <a:ext cx="24425" cy="24425"/>
            </a:xfrm>
            <a:custGeom>
              <a:avLst/>
              <a:gdLst/>
              <a:ahLst/>
              <a:cxnLst/>
              <a:rect l="l" t="t" r="r" b="b"/>
              <a:pathLst>
                <a:path w="977" h="977" extrusionOk="0">
                  <a:moveTo>
                    <a:pt x="488" y="1"/>
                  </a:moveTo>
                  <a:cubicBezTo>
                    <a:pt x="214" y="1"/>
                    <a:pt x="0" y="215"/>
                    <a:pt x="0" y="489"/>
                  </a:cubicBezTo>
                  <a:cubicBezTo>
                    <a:pt x="0" y="763"/>
                    <a:pt x="214" y="977"/>
                    <a:pt x="488" y="977"/>
                  </a:cubicBezTo>
                  <a:cubicBezTo>
                    <a:pt x="762" y="977"/>
                    <a:pt x="976" y="763"/>
                    <a:pt x="976" y="489"/>
                  </a:cubicBezTo>
                  <a:cubicBezTo>
                    <a:pt x="976" y="215"/>
                    <a:pt x="762" y="1"/>
                    <a:pt x="4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6">
              <a:extLst>
                <a:ext uri="{FF2B5EF4-FFF2-40B4-BE49-F238E27FC236}">
                  <a16:creationId xmlns:a16="http://schemas.microsoft.com/office/drawing/2014/main" id="{06746B52-A99B-8CA9-8105-9675EFFAB4C9}"/>
                </a:ext>
              </a:extLst>
            </p:cNvPr>
            <p:cNvSpPr/>
            <p:nvPr/>
          </p:nvSpPr>
          <p:spPr>
            <a:xfrm>
              <a:off x="1782650" y="2494175"/>
              <a:ext cx="24425" cy="24750"/>
            </a:xfrm>
            <a:custGeom>
              <a:avLst/>
              <a:gdLst/>
              <a:ahLst/>
              <a:cxnLst/>
              <a:rect l="l" t="t" r="r" b="b"/>
              <a:pathLst>
                <a:path w="977" h="990" extrusionOk="0">
                  <a:moveTo>
                    <a:pt x="489" y="1"/>
                  </a:moveTo>
                  <a:cubicBezTo>
                    <a:pt x="215" y="1"/>
                    <a:pt x="1" y="215"/>
                    <a:pt x="1" y="489"/>
                  </a:cubicBezTo>
                  <a:cubicBezTo>
                    <a:pt x="1" y="763"/>
                    <a:pt x="215" y="989"/>
                    <a:pt x="489" y="989"/>
                  </a:cubicBezTo>
                  <a:cubicBezTo>
                    <a:pt x="763" y="989"/>
                    <a:pt x="977" y="763"/>
                    <a:pt x="977" y="489"/>
                  </a:cubicBezTo>
                  <a:cubicBezTo>
                    <a:pt x="977" y="215"/>
                    <a:pt x="763" y="1"/>
                    <a:pt x="4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6">
              <a:extLst>
                <a:ext uri="{FF2B5EF4-FFF2-40B4-BE49-F238E27FC236}">
                  <a16:creationId xmlns:a16="http://schemas.microsoft.com/office/drawing/2014/main" id="{D8BF2509-0893-F85C-851C-D2BDEC0DAE0E}"/>
                </a:ext>
              </a:extLst>
            </p:cNvPr>
            <p:cNvSpPr/>
            <p:nvPr/>
          </p:nvSpPr>
          <p:spPr>
            <a:xfrm>
              <a:off x="1831475" y="2494175"/>
              <a:ext cx="24425" cy="24750"/>
            </a:xfrm>
            <a:custGeom>
              <a:avLst/>
              <a:gdLst/>
              <a:ahLst/>
              <a:cxnLst/>
              <a:rect l="l" t="t" r="r" b="b"/>
              <a:pathLst>
                <a:path w="977" h="990" extrusionOk="0">
                  <a:moveTo>
                    <a:pt x="488" y="1"/>
                  </a:moveTo>
                  <a:cubicBezTo>
                    <a:pt x="214" y="1"/>
                    <a:pt x="0" y="215"/>
                    <a:pt x="0" y="489"/>
                  </a:cubicBezTo>
                  <a:cubicBezTo>
                    <a:pt x="0" y="763"/>
                    <a:pt x="214" y="989"/>
                    <a:pt x="488" y="989"/>
                  </a:cubicBezTo>
                  <a:cubicBezTo>
                    <a:pt x="762" y="989"/>
                    <a:pt x="976" y="763"/>
                    <a:pt x="976" y="489"/>
                  </a:cubicBezTo>
                  <a:cubicBezTo>
                    <a:pt x="976" y="215"/>
                    <a:pt x="762" y="1"/>
                    <a:pt x="4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6">
              <a:extLst>
                <a:ext uri="{FF2B5EF4-FFF2-40B4-BE49-F238E27FC236}">
                  <a16:creationId xmlns:a16="http://schemas.microsoft.com/office/drawing/2014/main" id="{CDCA99B7-D593-B34E-AA23-026543D7288B}"/>
                </a:ext>
              </a:extLst>
            </p:cNvPr>
            <p:cNvSpPr/>
            <p:nvPr/>
          </p:nvSpPr>
          <p:spPr>
            <a:xfrm>
              <a:off x="1536775" y="2394775"/>
              <a:ext cx="171200" cy="246175"/>
            </a:xfrm>
            <a:custGeom>
              <a:avLst/>
              <a:gdLst/>
              <a:ahLst/>
              <a:cxnLst/>
              <a:rect l="l" t="t" r="r" b="b"/>
              <a:pathLst>
                <a:path w="6848" h="9847" extrusionOk="0">
                  <a:moveTo>
                    <a:pt x="3418" y="988"/>
                  </a:moveTo>
                  <a:cubicBezTo>
                    <a:pt x="4228" y="988"/>
                    <a:pt x="4883" y="1643"/>
                    <a:pt x="4883" y="2441"/>
                  </a:cubicBezTo>
                  <a:lnTo>
                    <a:pt x="4883" y="3977"/>
                  </a:lnTo>
                  <a:lnTo>
                    <a:pt x="1942" y="3977"/>
                  </a:lnTo>
                  <a:lnTo>
                    <a:pt x="1942" y="2441"/>
                  </a:lnTo>
                  <a:lnTo>
                    <a:pt x="1966" y="2441"/>
                  </a:lnTo>
                  <a:cubicBezTo>
                    <a:pt x="1966" y="1643"/>
                    <a:pt x="2620" y="988"/>
                    <a:pt x="3418" y="988"/>
                  </a:cubicBezTo>
                  <a:close/>
                  <a:moveTo>
                    <a:pt x="3418" y="5930"/>
                  </a:moveTo>
                  <a:cubicBezTo>
                    <a:pt x="3692" y="5930"/>
                    <a:pt x="3906" y="6156"/>
                    <a:pt x="3906" y="6418"/>
                  </a:cubicBezTo>
                  <a:lnTo>
                    <a:pt x="3906" y="7406"/>
                  </a:lnTo>
                  <a:cubicBezTo>
                    <a:pt x="3906" y="7668"/>
                    <a:pt x="3692" y="7894"/>
                    <a:pt x="3418" y="7894"/>
                  </a:cubicBezTo>
                  <a:cubicBezTo>
                    <a:pt x="3156" y="7894"/>
                    <a:pt x="2930" y="7668"/>
                    <a:pt x="2930" y="7406"/>
                  </a:cubicBezTo>
                  <a:lnTo>
                    <a:pt x="2930" y="6418"/>
                  </a:lnTo>
                  <a:cubicBezTo>
                    <a:pt x="2930" y="6156"/>
                    <a:pt x="3156" y="5930"/>
                    <a:pt x="3418" y="5930"/>
                  </a:cubicBezTo>
                  <a:close/>
                  <a:moveTo>
                    <a:pt x="3418" y="0"/>
                  </a:moveTo>
                  <a:cubicBezTo>
                    <a:pt x="2085" y="0"/>
                    <a:pt x="977" y="1108"/>
                    <a:pt x="977" y="2441"/>
                  </a:cubicBezTo>
                  <a:lnTo>
                    <a:pt x="977" y="3977"/>
                  </a:lnTo>
                  <a:lnTo>
                    <a:pt x="489" y="3977"/>
                  </a:lnTo>
                  <a:cubicBezTo>
                    <a:pt x="215" y="3977"/>
                    <a:pt x="1" y="4203"/>
                    <a:pt x="1" y="4465"/>
                  </a:cubicBezTo>
                  <a:lnTo>
                    <a:pt x="1" y="9347"/>
                  </a:lnTo>
                  <a:cubicBezTo>
                    <a:pt x="1" y="9621"/>
                    <a:pt x="215" y="9847"/>
                    <a:pt x="489" y="9847"/>
                  </a:cubicBezTo>
                  <a:lnTo>
                    <a:pt x="6347" y="9847"/>
                  </a:lnTo>
                  <a:cubicBezTo>
                    <a:pt x="6621" y="9847"/>
                    <a:pt x="6847" y="9621"/>
                    <a:pt x="6847" y="9347"/>
                  </a:cubicBezTo>
                  <a:lnTo>
                    <a:pt x="6847" y="4465"/>
                  </a:lnTo>
                  <a:cubicBezTo>
                    <a:pt x="6847" y="4203"/>
                    <a:pt x="6621" y="3977"/>
                    <a:pt x="6347" y="3977"/>
                  </a:cubicBezTo>
                  <a:lnTo>
                    <a:pt x="5859" y="3977"/>
                  </a:lnTo>
                  <a:lnTo>
                    <a:pt x="5859" y="2441"/>
                  </a:lnTo>
                  <a:cubicBezTo>
                    <a:pt x="5859" y="1108"/>
                    <a:pt x="4763" y="0"/>
                    <a:pt x="34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6">
              <a:extLst>
                <a:ext uri="{FF2B5EF4-FFF2-40B4-BE49-F238E27FC236}">
                  <a16:creationId xmlns:a16="http://schemas.microsoft.com/office/drawing/2014/main" id="{EAF30497-A49E-F082-B288-E6DC53BA2D9D}"/>
                </a:ext>
              </a:extLst>
            </p:cNvPr>
            <p:cNvSpPr/>
            <p:nvPr/>
          </p:nvSpPr>
          <p:spPr>
            <a:xfrm>
              <a:off x="1904700" y="2599250"/>
              <a:ext cx="41675" cy="41700"/>
            </a:xfrm>
            <a:custGeom>
              <a:avLst/>
              <a:gdLst/>
              <a:ahLst/>
              <a:cxnLst/>
              <a:rect l="l" t="t" r="r" b="b"/>
              <a:pathLst>
                <a:path w="1667" h="1668" extrusionOk="0">
                  <a:moveTo>
                    <a:pt x="0" y="1"/>
                  </a:moveTo>
                  <a:lnTo>
                    <a:pt x="0" y="1668"/>
                  </a:lnTo>
                  <a:lnTo>
                    <a:pt x="1667" y="166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6">
              <a:extLst>
                <a:ext uri="{FF2B5EF4-FFF2-40B4-BE49-F238E27FC236}">
                  <a16:creationId xmlns:a16="http://schemas.microsoft.com/office/drawing/2014/main" id="{D4326EFD-C989-F384-4ADF-5F95286E29B9}"/>
                </a:ext>
              </a:extLst>
            </p:cNvPr>
            <p:cNvSpPr/>
            <p:nvPr/>
          </p:nvSpPr>
          <p:spPr>
            <a:xfrm>
              <a:off x="1782350" y="2591825"/>
              <a:ext cx="171175" cy="219675"/>
            </a:xfrm>
            <a:custGeom>
              <a:avLst/>
              <a:gdLst/>
              <a:ahLst/>
              <a:cxnLst/>
              <a:rect l="l" t="t" r="r" b="b"/>
              <a:pathLst>
                <a:path w="6847" h="8787" extrusionOk="0">
                  <a:moveTo>
                    <a:pt x="489" y="0"/>
                  </a:moveTo>
                  <a:cubicBezTo>
                    <a:pt x="215" y="0"/>
                    <a:pt x="1" y="215"/>
                    <a:pt x="1" y="488"/>
                  </a:cubicBezTo>
                  <a:lnTo>
                    <a:pt x="1" y="8299"/>
                  </a:lnTo>
                  <a:cubicBezTo>
                    <a:pt x="1" y="8561"/>
                    <a:pt x="215" y="8787"/>
                    <a:pt x="489" y="8787"/>
                  </a:cubicBezTo>
                  <a:lnTo>
                    <a:pt x="6347" y="8787"/>
                  </a:lnTo>
                  <a:cubicBezTo>
                    <a:pt x="6621" y="8787"/>
                    <a:pt x="6847" y="8561"/>
                    <a:pt x="6847" y="8299"/>
                  </a:cubicBezTo>
                  <a:lnTo>
                    <a:pt x="6847" y="2929"/>
                  </a:lnTo>
                  <a:lnTo>
                    <a:pt x="4406" y="2929"/>
                  </a:lnTo>
                  <a:cubicBezTo>
                    <a:pt x="4132" y="2929"/>
                    <a:pt x="3906" y="2703"/>
                    <a:pt x="3906" y="2441"/>
                  </a:cubicBezTo>
                  <a:lnTo>
                    <a:pt x="3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 name="Google Shape;447;p36">
            <a:extLst>
              <a:ext uri="{FF2B5EF4-FFF2-40B4-BE49-F238E27FC236}">
                <a16:creationId xmlns:a16="http://schemas.microsoft.com/office/drawing/2014/main" id="{D20F82F0-78E8-7E15-9384-922D949F609D}"/>
              </a:ext>
            </a:extLst>
          </p:cNvPr>
          <p:cNvGrpSpPr/>
          <p:nvPr/>
        </p:nvGrpSpPr>
        <p:grpSpPr>
          <a:xfrm>
            <a:off x="4413325" y="1687088"/>
            <a:ext cx="317325" cy="416750"/>
            <a:chOff x="2580075" y="1021975"/>
            <a:chExt cx="317325" cy="416750"/>
          </a:xfrm>
        </p:grpSpPr>
        <p:sp>
          <p:nvSpPr>
            <p:cNvPr id="448" name="Google Shape;448;p36">
              <a:extLst>
                <a:ext uri="{FF2B5EF4-FFF2-40B4-BE49-F238E27FC236}">
                  <a16:creationId xmlns:a16="http://schemas.microsoft.com/office/drawing/2014/main" id="{FC21FC85-8213-C79A-F161-2C063520DE3D}"/>
                </a:ext>
              </a:extLst>
            </p:cNvPr>
            <p:cNvSpPr/>
            <p:nvPr/>
          </p:nvSpPr>
          <p:spPr>
            <a:xfrm>
              <a:off x="2580075" y="1243425"/>
              <a:ext cx="317325" cy="195300"/>
            </a:xfrm>
            <a:custGeom>
              <a:avLst/>
              <a:gdLst/>
              <a:ahLst/>
              <a:cxnLst/>
              <a:rect l="l" t="t" r="r" b="b"/>
              <a:pathLst>
                <a:path w="12693" h="7812" extrusionOk="0">
                  <a:moveTo>
                    <a:pt x="6335" y="2918"/>
                  </a:moveTo>
                  <a:cubicBezTo>
                    <a:pt x="6608" y="2918"/>
                    <a:pt x="6823" y="3132"/>
                    <a:pt x="6823" y="3406"/>
                  </a:cubicBezTo>
                  <a:cubicBezTo>
                    <a:pt x="6823" y="3692"/>
                    <a:pt x="6608" y="3894"/>
                    <a:pt x="6335" y="3894"/>
                  </a:cubicBezTo>
                  <a:cubicBezTo>
                    <a:pt x="6073" y="3894"/>
                    <a:pt x="5846" y="3668"/>
                    <a:pt x="5846" y="3406"/>
                  </a:cubicBezTo>
                  <a:cubicBezTo>
                    <a:pt x="5846" y="3132"/>
                    <a:pt x="6073" y="2918"/>
                    <a:pt x="6335" y="2918"/>
                  </a:cubicBezTo>
                  <a:close/>
                  <a:moveTo>
                    <a:pt x="489" y="1"/>
                  </a:moveTo>
                  <a:cubicBezTo>
                    <a:pt x="215" y="1"/>
                    <a:pt x="0" y="215"/>
                    <a:pt x="0" y="489"/>
                  </a:cubicBezTo>
                  <a:lnTo>
                    <a:pt x="0" y="7311"/>
                  </a:lnTo>
                  <a:cubicBezTo>
                    <a:pt x="0" y="7585"/>
                    <a:pt x="215" y="7811"/>
                    <a:pt x="489" y="7811"/>
                  </a:cubicBezTo>
                  <a:lnTo>
                    <a:pt x="12204" y="7811"/>
                  </a:lnTo>
                  <a:cubicBezTo>
                    <a:pt x="12466" y="7811"/>
                    <a:pt x="12692" y="7585"/>
                    <a:pt x="12692" y="7311"/>
                  </a:cubicBezTo>
                  <a:lnTo>
                    <a:pt x="12692" y="489"/>
                  </a:lnTo>
                  <a:cubicBezTo>
                    <a:pt x="12692" y="215"/>
                    <a:pt x="12466" y="1"/>
                    <a:pt x="122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6">
              <a:extLst>
                <a:ext uri="{FF2B5EF4-FFF2-40B4-BE49-F238E27FC236}">
                  <a16:creationId xmlns:a16="http://schemas.microsoft.com/office/drawing/2014/main" id="{CC8CC0C3-5651-D761-66AB-1908BCCC5281}"/>
                </a:ext>
              </a:extLst>
            </p:cNvPr>
            <p:cNvSpPr/>
            <p:nvPr/>
          </p:nvSpPr>
          <p:spPr>
            <a:xfrm>
              <a:off x="2630975" y="1162175"/>
              <a:ext cx="54800" cy="56575"/>
            </a:xfrm>
            <a:custGeom>
              <a:avLst/>
              <a:gdLst/>
              <a:ahLst/>
              <a:cxnLst/>
              <a:rect l="l" t="t" r="r" b="b"/>
              <a:pathLst>
                <a:path w="2192" h="2263" extrusionOk="0">
                  <a:moveTo>
                    <a:pt x="1917" y="1"/>
                  </a:moveTo>
                  <a:lnTo>
                    <a:pt x="1917" y="1"/>
                  </a:lnTo>
                  <a:cubicBezTo>
                    <a:pt x="1167" y="429"/>
                    <a:pt x="500" y="1072"/>
                    <a:pt x="0" y="1882"/>
                  </a:cubicBezTo>
                  <a:cubicBezTo>
                    <a:pt x="24" y="2013"/>
                    <a:pt x="60" y="2144"/>
                    <a:pt x="84" y="2263"/>
                  </a:cubicBezTo>
                  <a:lnTo>
                    <a:pt x="2191" y="2263"/>
                  </a:lnTo>
                  <a:cubicBezTo>
                    <a:pt x="1953" y="1858"/>
                    <a:pt x="1858" y="1358"/>
                    <a:pt x="1858" y="810"/>
                  </a:cubicBezTo>
                  <a:cubicBezTo>
                    <a:pt x="1858" y="536"/>
                    <a:pt x="1870" y="274"/>
                    <a:pt x="19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6">
              <a:extLst>
                <a:ext uri="{FF2B5EF4-FFF2-40B4-BE49-F238E27FC236}">
                  <a16:creationId xmlns:a16="http://schemas.microsoft.com/office/drawing/2014/main" id="{76A9AD20-5655-301E-4092-9277260EC47B}"/>
                </a:ext>
              </a:extLst>
            </p:cNvPr>
            <p:cNvSpPr/>
            <p:nvPr/>
          </p:nvSpPr>
          <p:spPr>
            <a:xfrm>
              <a:off x="2702400" y="1145800"/>
              <a:ext cx="72950" cy="72950"/>
            </a:xfrm>
            <a:custGeom>
              <a:avLst/>
              <a:gdLst/>
              <a:ahLst/>
              <a:cxnLst/>
              <a:rect l="l" t="t" r="r" b="b"/>
              <a:pathLst>
                <a:path w="2918" h="2918" extrusionOk="0">
                  <a:moveTo>
                    <a:pt x="1453" y="1"/>
                  </a:moveTo>
                  <a:cubicBezTo>
                    <a:pt x="1025" y="1"/>
                    <a:pt x="596" y="60"/>
                    <a:pt x="179" y="179"/>
                  </a:cubicBezTo>
                  <a:cubicBezTo>
                    <a:pt x="60" y="608"/>
                    <a:pt x="1" y="1049"/>
                    <a:pt x="1" y="1465"/>
                  </a:cubicBezTo>
                  <a:cubicBezTo>
                    <a:pt x="1" y="2382"/>
                    <a:pt x="239" y="2918"/>
                    <a:pt x="1453" y="2918"/>
                  </a:cubicBezTo>
                  <a:cubicBezTo>
                    <a:pt x="2680" y="2918"/>
                    <a:pt x="2918" y="2382"/>
                    <a:pt x="2918" y="1465"/>
                  </a:cubicBezTo>
                  <a:cubicBezTo>
                    <a:pt x="2918" y="1049"/>
                    <a:pt x="2858" y="608"/>
                    <a:pt x="2739" y="179"/>
                  </a:cubicBezTo>
                  <a:cubicBezTo>
                    <a:pt x="2323" y="60"/>
                    <a:pt x="1906" y="1"/>
                    <a:pt x="1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6">
              <a:extLst>
                <a:ext uri="{FF2B5EF4-FFF2-40B4-BE49-F238E27FC236}">
                  <a16:creationId xmlns:a16="http://schemas.microsoft.com/office/drawing/2014/main" id="{72B53B22-31E4-7CDC-79D9-46B6B0011E35}"/>
                </a:ext>
              </a:extLst>
            </p:cNvPr>
            <p:cNvSpPr/>
            <p:nvPr/>
          </p:nvSpPr>
          <p:spPr>
            <a:xfrm>
              <a:off x="2629175" y="1021975"/>
              <a:ext cx="218800" cy="150050"/>
            </a:xfrm>
            <a:custGeom>
              <a:avLst/>
              <a:gdLst/>
              <a:ahLst/>
              <a:cxnLst/>
              <a:rect l="l" t="t" r="r" b="b"/>
              <a:pathLst>
                <a:path w="8752" h="6002" extrusionOk="0">
                  <a:moveTo>
                    <a:pt x="4371" y="1"/>
                  </a:moveTo>
                  <a:cubicBezTo>
                    <a:pt x="1870" y="1"/>
                    <a:pt x="156" y="3358"/>
                    <a:pt x="1" y="6002"/>
                  </a:cubicBezTo>
                  <a:cubicBezTo>
                    <a:pt x="1156" y="4716"/>
                    <a:pt x="2716" y="3977"/>
                    <a:pt x="4371" y="3977"/>
                  </a:cubicBezTo>
                  <a:cubicBezTo>
                    <a:pt x="6049" y="3977"/>
                    <a:pt x="7597" y="4728"/>
                    <a:pt x="8752" y="6002"/>
                  </a:cubicBezTo>
                  <a:cubicBezTo>
                    <a:pt x="8585" y="3346"/>
                    <a:pt x="6871" y="1"/>
                    <a:pt x="43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6">
              <a:extLst>
                <a:ext uri="{FF2B5EF4-FFF2-40B4-BE49-F238E27FC236}">
                  <a16:creationId xmlns:a16="http://schemas.microsoft.com/office/drawing/2014/main" id="{EE3BFF0B-AFAE-2A59-A290-CA73FBB6FAE2}"/>
                </a:ext>
              </a:extLst>
            </p:cNvPr>
            <p:cNvSpPr/>
            <p:nvPr/>
          </p:nvSpPr>
          <p:spPr>
            <a:xfrm>
              <a:off x="2791400" y="1162175"/>
              <a:ext cx="54500" cy="56575"/>
            </a:xfrm>
            <a:custGeom>
              <a:avLst/>
              <a:gdLst/>
              <a:ahLst/>
              <a:cxnLst/>
              <a:rect l="l" t="t" r="r" b="b"/>
              <a:pathLst>
                <a:path w="2180" h="2263" extrusionOk="0">
                  <a:moveTo>
                    <a:pt x="263" y="1"/>
                  </a:moveTo>
                  <a:lnTo>
                    <a:pt x="263" y="1"/>
                  </a:lnTo>
                  <a:cubicBezTo>
                    <a:pt x="310" y="274"/>
                    <a:pt x="322" y="536"/>
                    <a:pt x="322" y="810"/>
                  </a:cubicBezTo>
                  <a:cubicBezTo>
                    <a:pt x="322" y="1346"/>
                    <a:pt x="239" y="1846"/>
                    <a:pt x="1" y="2263"/>
                  </a:cubicBezTo>
                  <a:lnTo>
                    <a:pt x="2096" y="2263"/>
                  </a:lnTo>
                  <a:cubicBezTo>
                    <a:pt x="2120" y="2144"/>
                    <a:pt x="2156" y="2013"/>
                    <a:pt x="2180" y="1882"/>
                  </a:cubicBezTo>
                  <a:cubicBezTo>
                    <a:pt x="1680" y="1072"/>
                    <a:pt x="1025" y="429"/>
                    <a:pt x="2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3" name="Google Shape;453;p36">
            <a:extLst>
              <a:ext uri="{FF2B5EF4-FFF2-40B4-BE49-F238E27FC236}">
                <a16:creationId xmlns:a16="http://schemas.microsoft.com/office/drawing/2014/main" id="{4725DBC2-4413-CC47-41F9-033ECCA644F7}"/>
              </a:ext>
            </a:extLst>
          </p:cNvPr>
          <p:cNvSpPr/>
          <p:nvPr/>
        </p:nvSpPr>
        <p:spPr>
          <a:xfrm flipH="1">
            <a:off x="7694774" y="861817"/>
            <a:ext cx="819431" cy="121758"/>
          </a:xfrm>
          <a:custGeom>
            <a:avLst/>
            <a:gdLst/>
            <a:ahLst/>
            <a:cxnLst/>
            <a:rect l="l" t="t" r="r" b="b"/>
            <a:pathLst>
              <a:path w="12289" h="1826" extrusionOk="0">
                <a:moveTo>
                  <a:pt x="4662" y="0"/>
                </a:moveTo>
                <a:cubicBezTo>
                  <a:pt x="4447" y="0"/>
                  <a:pt x="4236" y="9"/>
                  <a:pt x="4040" y="22"/>
                </a:cubicBezTo>
                <a:cubicBezTo>
                  <a:pt x="3871" y="64"/>
                  <a:pt x="3300" y="106"/>
                  <a:pt x="3194" y="254"/>
                </a:cubicBezTo>
                <a:cubicBezTo>
                  <a:pt x="3025" y="487"/>
                  <a:pt x="3363" y="741"/>
                  <a:pt x="3469" y="910"/>
                </a:cubicBezTo>
                <a:cubicBezTo>
                  <a:pt x="3247" y="1008"/>
                  <a:pt x="3011" y="1042"/>
                  <a:pt x="2767" y="1042"/>
                </a:cubicBezTo>
                <a:cubicBezTo>
                  <a:pt x="2226" y="1042"/>
                  <a:pt x="1644" y="875"/>
                  <a:pt x="1088" y="875"/>
                </a:cubicBezTo>
                <a:cubicBezTo>
                  <a:pt x="868" y="875"/>
                  <a:pt x="653" y="901"/>
                  <a:pt x="445" y="973"/>
                </a:cubicBezTo>
                <a:cubicBezTo>
                  <a:pt x="0" y="1143"/>
                  <a:pt x="381" y="1270"/>
                  <a:pt x="677" y="1375"/>
                </a:cubicBezTo>
                <a:cubicBezTo>
                  <a:pt x="994" y="1481"/>
                  <a:pt x="1312" y="1566"/>
                  <a:pt x="1650" y="1587"/>
                </a:cubicBezTo>
                <a:cubicBezTo>
                  <a:pt x="2370" y="1663"/>
                  <a:pt x="3080" y="1718"/>
                  <a:pt x="3794" y="1718"/>
                </a:cubicBezTo>
                <a:cubicBezTo>
                  <a:pt x="4065" y="1718"/>
                  <a:pt x="4337" y="1710"/>
                  <a:pt x="4611" y="1693"/>
                </a:cubicBezTo>
                <a:cubicBezTo>
                  <a:pt x="5330" y="1671"/>
                  <a:pt x="6054" y="1666"/>
                  <a:pt x="6779" y="1666"/>
                </a:cubicBezTo>
                <a:cubicBezTo>
                  <a:pt x="7503" y="1666"/>
                  <a:pt x="8228" y="1671"/>
                  <a:pt x="8947" y="1671"/>
                </a:cubicBezTo>
                <a:cubicBezTo>
                  <a:pt x="9291" y="1671"/>
                  <a:pt x="10661" y="1826"/>
                  <a:pt x="11408" y="1826"/>
                </a:cubicBezTo>
                <a:cubicBezTo>
                  <a:pt x="11578" y="1826"/>
                  <a:pt x="11716" y="1818"/>
                  <a:pt x="11802" y="1798"/>
                </a:cubicBezTo>
                <a:cubicBezTo>
                  <a:pt x="11992" y="1777"/>
                  <a:pt x="12288" y="1650"/>
                  <a:pt x="12098" y="1396"/>
                </a:cubicBezTo>
                <a:cubicBezTo>
                  <a:pt x="12022" y="1282"/>
                  <a:pt x="11816" y="1259"/>
                  <a:pt x="11627" y="1259"/>
                </a:cubicBezTo>
                <a:cubicBezTo>
                  <a:pt x="11501" y="1259"/>
                  <a:pt x="11383" y="1270"/>
                  <a:pt x="11315" y="1270"/>
                </a:cubicBezTo>
                <a:cubicBezTo>
                  <a:pt x="11224" y="1270"/>
                  <a:pt x="11116" y="1274"/>
                  <a:pt x="11004" y="1274"/>
                </a:cubicBezTo>
                <a:cubicBezTo>
                  <a:pt x="10780" y="1274"/>
                  <a:pt x="10540" y="1255"/>
                  <a:pt x="10385" y="1143"/>
                </a:cubicBezTo>
                <a:cubicBezTo>
                  <a:pt x="10046" y="889"/>
                  <a:pt x="10427" y="995"/>
                  <a:pt x="10321" y="741"/>
                </a:cubicBezTo>
                <a:cubicBezTo>
                  <a:pt x="10220" y="474"/>
                  <a:pt x="9646" y="421"/>
                  <a:pt x="9126" y="421"/>
                </a:cubicBezTo>
                <a:cubicBezTo>
                  <a:pt x="8779" y="421"/>
                  <a:pt x="8456" y="445"/>
                  <a:pt x="8312" y="445"/>
                </a:cubicBezTo>
                <a:cubicBezTo>
                  <a:pt x="8084" y="445"/>
                  <a:pt x="7857" y="450"/>
                  <a:pt x="7633" y="450"/>
                </a:cubicBezTo>
                <a:cubicBezTo>
                  <a:pt x="7108" y="450"/>
                  <a:pt x="6595" y="419"/>
                  <a:pt x="6091" y="212"/>
                </a:cubicBezTo>
                <a:cubicBezTo>
                  <a:pt x="5691" y="49"/>
                  <a:pt x="5166" y="0"/>
                  <a:pt x="46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6">
            <a:extLst>
              <a:ext uri="{FF2B5EF4-FFF2-40B4-BE49-F238E27FC236}">
                <a16:creationId xmlns:a16="http://schemas.microsoft.com/office/drawing/2014/main" id="{0B62583C-EC8F-A316-E672-EEC0B6779F2C}"/>
              </a:ext>
            </a:extLst>
          </p:cNvPr>
          <p:cNvSpPr/>
          <p:nvPr/>
        </p:nvSpPr>
        <p:spPr>
          <a:xfrm>
            <a:off x="1681692" y="865400"/>
            <a:ext cx="645729" cy="82283"/>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7875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47"/>
          <p:cNvSpPr txBox="1">
            <a:spLocks noGrp="1"/>
          </p:cNvSpPr>
          <p:nvPr>
            <p:ph type="title"/>
          </p:nvPr>
        </p:nvSpPr>
        <p:spPr>
          <a:xfrm>
            <a:off x="399543" y="541120"/>
            <a:ext cx="7715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sz="3600" dirty="0">
                <a:solidFill>
                  <a:schemeClr val="dk2"/>
                </a:solidFill>
              </a:rPr>
              <a:t>تحليل استجابة الشركة للمخاطر</a:t>
            </a:r>
            <a:endParaRPr sz="3600" dirty="0">
              <a:solidFill>
                <a:schemeClr val="dk2"/>
              </a:solidFill>
            </a:endParaRPr>
          </a:p>
        </p:txBody>
      </p:sp>
      <p:sp>
        <p:nvSpPr>
          <p:cNvPr id="896" name="Google Shape;896;p47"/>
          <p:cNvSpPr txBox="1"/>
          <p:nvPr/>
        </p:nvSpPr>
        <p:spPr>
          <a:xfrm>
            <a:off x="4186818" y="1242438"/>
            <a:ext cx="770400" cy="703200"/>
          </a:xfrm>
          <a:prstGeom prst="rect">
            <a:avLst/>
          </a:prstGeom>
          <a:solidFill>
            <a:schemeClr val="lt2"/>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4000">
              <a:solidFill>
                <a:srgbClr val="000000"/>
              </a:solidFill>
              <a:latin typeface="Anton"/>
              <a:ea typeface="Anton"/>
              <a:cs typeface="Anton"/>
              <a:sym typeface="Anton"/>
            </a:endParaRPr>
          </a:p>
        </p:txBody>
      </p:sp>
      <p:sp>
        <p:nvSpPr>
          <p:cNvPr id="897" name="Google Shape;897;p47"/>
          <p:cNvSpPr txBox="1"/>
          <p:nvPr/>
        </p:nvSpPr>
        <p:spPr>
          <a:xfrm>
            <a:off x="977785" y="2843861"/>
            <a:ext cx="1674300" cy="203836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ar-SA" dirty="0">
                <a:solidFill>
                  <a:schemeClr val="dk1"/>
                </a:solidFill>
                <a:latin typeface="+mn-lt"/>
                <a:cs typeface="+mn-cs"/>
                <a:sym typeface="Dosis"/>
              </a:rPr>
              <a:t>1 تطبيق المصادقة الثنائية لحماية المستخدمين.</a:t>
            </a:r>
          </a:p>
          <a:p>
            <a:pPr marL="0" lvl="0" indent="0" algn="ctr" rtl="0">
              <a:spcBef>
                <a:spcPts val="0"/>
              </a:spcBef>
              <a:spcAft>
                <a:spcPts val="0"/>
              </a:spcAft>
              <a:buNone/>
            </a:pPr>
            <a:endParaRPr lang="ar-SA" dirty="0">
              <a:solidFill>
                <a:schemeClr val="dk1"/>
              </a:solidFill>
              <a:latin typeface="+mn-lt"/>
              <a:cs typeface="+mn-cs"/>
              <a:sym typeface="Dosis"/>
            </a:endParaRPr>
          </a:p>
          <a:p>
            <a:pPr marL="0" lvl="0" indent="0" algn="ctr" rtl="0">
              <a:spcBef>
                <a:spcPts val="0"/>
              </a:spcBef>
              <a:spcAft>
                <a:spcPts val="0"/>
              </a:spcAft>
              <a:buNone/>
            </a:pPr>
            <a:r>
              <a:rPr lang="ar-SA" dirty="0">
                <a:solidFill>
                  <a:schemeClr val="dk1"/>
                </a:solidFill>
                <a:latin typeface="+mn-lt"/>
                <a:cs typeface="+mn-cs"/>
                <a:sym typeface="Dosis"/>
              </a:rPr>
              <a:t>2- تعزيز التدريب الأمني للموظفين لاكتشاف الرسائل المشبوهة.</a:t>
            </a:r>
          </a:p>
        </p:txBody>
      </p:sp>
      <p:sp>
        <p:nvSpPr>
          <p:cNvPr id="898" name="Google Shape;898;p47"/>
          <p:cNvSpPr txBox="1"/>
          <p:nvPr/>
        </p:nvSpPr>
        <p:spPr>
          <a:xfrm>
            <a:off x="1030801" y="2285400"/>
            <a:ext cx="1674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ar-SA" dirty="0">
                <a:solidFill>
                  <a:schemeClr val="dk2"/>
                </a:solidFill>
                <a:latin typeface="Anton"/>
                <a:ea typeface="Anton"/>
                <a:cs typeface="Anton"/>
                <a:sym typeface="Anton"/>
              </a:rPr>
              <a:t>الاستجابة لهجمات التصيد الاحتيالي</a:t>
            </a:r>
            <a:endParaRPr dirty="0">
              <a:solidFill>
                <a:schemeClr val="dk2"/>
              </a:solidFill>
              <a:latin typeface="Anton"/>
              <a:ea typeface="Anton"/>
              <a:cs typeface="Anton"/>
              <a:sym typeface="Anton"/>
            </a:endParaRPr>
          </a:p>
        </p:txBody>
      </p:sp>
      <p:sp>
        <p:nvSpPr>
          <p:cNvPr id="899" name="Google Shape;899;p47"/>
          <p:cNvSpPr txBox="1"/>
          <p:nvPr/>
        </p:nvSpPr>
        <p:spPr>
          <a:xfrm>
            <a:off x="3736645" y="2843862"/>
            <a:ext cx="1674300" cy="203836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ar-SA" dirty="0">
                <a:solidFill>
                  <a:schemeClr val="dk1"/>
                </a:solidFill>
                <a:latin typeface="+mn-lt"/>
                <a:cs typeface="+mn-cs"/>
                <a:sym typeface="Dosis"/>
              </a:rPr>
              <a:t>1- إطلاق تحديثات امنية طارئة فور اكتشاف الثغرة.</a:t>
            </a:r>
          </a:p>
          <a:p>
            <a:pPr marL="0" lvl="0" indent="0" algn="ctr" rtl="0">
              <a:spcBef>
                <a:spcPts val="0"/>
              </a:spcBef>
              <a:spcAft>
                <a:spcPts val="0"/>
              </a:spcAft>
              <a:buNone/>
            </a:pPr>
            <a:r>
              <a:rPr lang="ar-SA" dirty="0">
                <a:solidFill>
                  <a:schemeClr val="dk1"/>
                </a:solidFill>
                <a:latin typeface="+mn-lt"/>
                <a:cs typeface="+mn-cs"/>
                <a:sym typeface="Dosis"/>
              </a:rPr>
              <a:t>2- تحليل الثغرة بالتعاون مع فرق الأمن السيبراني وأجراء اختبارات اختراق.</a:t>
            </a:r>
          </a:p>
          <a:p>
            <a:pPr marL="0" lvl="0" indent="0" algn="ctr" rtl="0">
              <a:spcBef>
                <a:spcPts val="0"/>
              </a:spcBef>
              <a:spcAft>
                <a:spcPts val="0"/>
              </a:spcAft>
              <a:buNone/>
            </a:pPr>
            <a:endParaRPr dirty="0">
              <a:solidFill>
                <a:schemeClr val="dk1"/>
              </a:solidFill>
              <a:latin typeface="+mn-lt"/>
              <a:cs typeface="+mn-cs"/>
              <a:sym typeface="Dosis"/>
            </a:endParaRPr>
          </a:p>
        </p:txBody>
      </p:sp>
      <p:sp>
        <p:nvSpPr>
          <p:cNvPr id="900" name="Google Shape;900;p47"/>
          <p:cNvSpPr txBox="1"/>
          <p:nvPr/>
        </p:nvSpPr>
        <p:spPr>
          <a:xfrm>
            <a:off x="3734851" y="2299575"/>
            <a:ext cx="1674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ar-SA" dirty="0">
                <a:solidFill>
                  <a:schemeClr val="dk2"/>
                </a:solidFill>
                <a:latin typeface="Anton"/>
                <a:sym typeface="Anton"/>
              </a:rPr>
              <a:t>الاستجابة لاكتشاف ثغرة </a:t>
            </a:r>
            <a:r>
              <a:rPr lang="en-US" dirty="0">
                <a:solidFill>
                  <a:schemeClr val="dk2"/>
                </a:solidFill>
                <a:latin typeface="Anton"/>
                <a:sym typeface="Anton"/>
              </a:rPr>
              <a:t>IOS</a:t>
            </a:r>
            <a:r>
              <a:rPr lang="ar-SA" dirty="0">
                <a:solidFill>
                  <a:schemeClr val="dk2"/>
                </a:solidFill>
                <a:latin typeface="Anton"/>
                <a:sym typeface="Anton"/>
              </a:rPr>
              <a:t> أمنية في </a:t>
            </a:r>
            <a:r>
              <a:rPr lang="en-US" dirty="0">
                <a:solidFill>
                  <a:schemeClr val="dk2"/>
                </a:solidFill>
                <a:latin typeface="Anton"/>
                <a:sym typeface="Anton"/>
              </a:rPr>
              <a:t> </a:t>
            </a:r>
            <a:endParaRPr dirty="0">
              <a:solidFill>
                <a:schemeClr val="dk2"/>
              </a:solidFill>
              <a:latin typeface="Anton"/>
              <a:sym typeface="Anton"/>
            </a:endParaRPr>
          </a:p>
        </p:txBody>
      </p:sp>
      <p:cxnSp>
        <p:nvCxnSpPr>
          <p:cNvPr id="901" name="Google Shape;901;p47"/>
          <p:cNvCxnSpPr>
            <a:cxnSpLocks/>
            <a:stCxn id="896" idx="2"/>
            <a:endCxn id="898" idx="0"/>
          </p:cNvCxnSpPr>
          <p:nvPr/>
        </p:nvCxnSpPr>
        <p:spPr>
          <a:xfrm rot="5400000">
            <a:off x="3050104" y="763486"/>
            <a:ext cx="339762" cy="2704067"/>
          </a:xfrm>
          <a:prstGeom prst="bentConnector3">
            <a:avLst>
              <a:gd name="adj1" fmla="val 50000"/>
            </a:avLst>
          </a:prstGeom>
          <a:noFill/>
          <a:ln w="9525" cap="flat" cmpd="sng">
            <a:solidFill>
              <a:schemeClr val="dk1"/>
            </a:solidFill>
            <a:prstDash val="dash"/>
            <a:round/>
            <a:headEnd type="none" w="med" len="med"/>
            <a:tailEnd type="oval" w="med" len="med"/>
          </a:ln>
        </p:spPr>
      </p:cxnSp>
      <p:sp>
        <p:nvSpPr>
          <p:cNvPr id="902" name="Google Shape;902;p47"/>
          <p:cNvSpPr txBox="1"/>
          <p:nvPr/>
        </p:nvSpPr>
        <p:spPr>
          <a:xfrm>
            <a:off x="6140695" y="2939888"/>
            <a:ext cx="1674300" cy="1632112"/>
          </a:xfrm>
          <a:prstGeom prst="rect">
            <a:avLst/>
          </a:prstGeom>
          <a:noFill/>
          <a:ln>
            <a:noFill/>
          </a:ln>
        </p:spPr>
        <p:txBody>
          <a:bodyPr spcFirstLastPara="1" wrap="square" lIns="91425" tIns="91425" rIns="91425" bIns="91425" anchor="t" anchorCtr="0">
            <a:noAutofit/>
          </a:bodyPr>
          <a:lstStyle/>
          <a:p>
            <a:pPr algn="ctr"/>
            <a:r>
              <a:rPr lang="ar-SA" dirty="0">
                <a:solidFill>
                  <a:schemeClr val="dk1"/>
                </a:solidFill>
                <a:latin typeface="+mn-lt"/>
                <a:cs typeface="+mn-cs"/>
                <a:sym typeface="Dosis"/>
              </a:rPr>
              <a:t>1- </a:t>
            </a:r>
            <a:r>
              <a:rPr lang="ar-YE" dirty="0">
                <a:solidFill>
                  <a:schemeClr val="dk1"/>
                </a:solidFill>
                <a:latin typeface="+mn-lt"/>
                <a:cs typeface="+mn-cs"/>
                <a:sym typeface="Dosis"/>
              </a:rPr>
              <a:t>استخدام تقنية كشف </a:t>
            </a:r>
            <a:r>
              <a:rPr lang="en-US" dirty="0">
                <a:solidFill>
                  <a:schemeClr val="dk1"/>
                </a:solidFill>
                <a:latin typeface="+mn-lt"/>
                <a:cs typeface="+mn-cs"/>
                <a:sym typeface="Dosis"/>
              </a:rPr>
              <a:t>DDOS </a:t>
            </a:r>
            <a:r>
              <a:rPr lang="ar-YE" dirty="0">
                <a:solidFill>
                  <a:schemeClr val="dk1"/>
                </a:solidFill>
                <a:latin typeface="+mn-lt"/>
                <a:cs typeface="+mn-cs"/>
                <a:sym typeface="Dosis"/>
              </a:rPr>
              <a:t>ومنع الـ</a:t>
            </a:r>
            <a:r>
              <a:rPr lang="en-US" dirty="0">
                <a:solidFill>
                  <a:schemeClr val="dk1"/>
                </a:solidFill>
                <a:latin typeface="+mn-lt"/>
                <a:cs typeface="+mn-cs"/>
                <a:sym typeface="Dosis"/>
              </a:rPr>
              <a:t> </a:t>
            </a:r>
            <a:endParaRPr lang="ar-SA" dirty="0">
              <a:solidFill>
                <a:schemeClr val="dk1"/>
              </a:solidFill>
              <a:latin typeface="+mn-lt"/>
              <a:cs typeface="+mn-cs"/>
              <a:sym typeface="Dosis"/>
            </a:endParaRPr>
          </a:p>
          <a:p>
            <a:pPr marL="0" marR="0" lvl="0" indent="0" algn="ctr" rtl="0">
              <a:lnSpc>
                <a:spcPct val="100000"/>
              </a:lnSpc>
              <a:spcBef>
                <a:spcPts val="0"/>
              </a:spcBef>
              <a:spcAft>
                <a:spcPts val="0"/>
              </a:spcAft>
              <a:buNone/>
            </a:pPr>
            <a:r>
              <a:rPr lang="ar-SA" dirty="0">
                <a:solidFill>
                  <a:schemeClr val="dk1"/>
                </a:solidFill>
                <a:latin typeface="+mn-lt"/>
                <a:cs typeface="+mn-cs"/>
                <a:sym typeface="Dosis"/>
              </a:rPr>
              <a:t>عبر الخوادم.</a:t>
            </a:r>
          </a:p>
          <a:p>
            <a:pPr marL="0" marR="0" lvl="0" indent="0" algn="ctr" rtl="0">
              <a:lnSpc>
                <a:spcPct val="100000"/>
              </a:lnSpc>
              <a:spcBef>
                <a:spcPts val="0"/>
              </a:spcBef>
              <a:spcAft>
                <a:spcPts val="0"/>
              </a:spcAft>
              <a:buNone/>
            </a:pPr>
            <a:r>
              <a:rPr lang="ar-SA" dirty="0">
                <a:solidFill>
                  <a:schemeClr val="dk1"/>
                </a:solidFill>
                <a:latin typeface="+mn-lt"/>
                <a:cs typeface="+mn-cs"/>
                <a:sym typeface="Dosis"/>
              </a:rPr>
              <a:t>2- توزيع حركة المرور على عدة مراكز البيانات.</a:t>
            </a:r>
          </a:p>
          <a:p>
            <a:pPr marL="0" marR="0" lvl="0" indent="0" algn="ctr" rtl="0">
              <a:lnSpc>
                <a:spcPct val="100000"/>
              </a:lnSpc>
              <a:spcBef>
                <a:spcPts val="0"/>
              </a:spcBef>
              <a:spcAft>
                <a:spcPts val="0"/>
              </a:spcAft>
              <a:buNone/>
            </a:pPr>
            <a:r>
              <a:rPr lang="ar-SA" dirty="0">
                <a:solidFill>
                  <a:schemeClr val="dk1"/>
                </a:solidFill>
                <a:latin typeface="+mn-lt"/>
                <a:cs typeface="+mn-cs"/>
                <a:sym typeface="Dosis"/>
              </a:rPr>
              <a:t> </a:t>
            </a:r>
          </a:p>
        </p:txBody>
      </p:sp>
      <p:sp>
        <p:nvSpPr>
          <p:cNvPr id="903" name="Google Shape;903;p47"/>
          <p:cNvSpPr txBox="1"/>
          <p:nvPr/>
        </p:nvSpPr>
        <p:spPr>
          <a:xfrm>
            <a:off x="6140324" y="2299588"/>
            <a:ext cx="1674300" cy="5727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US" dirty="0">
                <a:solidFill>
                  <a:schemeClr val="dk2"/>
                </a:solidFill>
                <a:latin typeface="Anton"/>
              </a:rPr>
              <a:t>DDOS</a:t>
            </a:r>
            <a:r>
              <a:rPr lang="en-US" sz="1400" dirty="0"/>
              <a:t> </a:t>
            </a:r>
            <a:r>
              <a:rPr lang="ar-YE" dirty="0">
                <a:solidFill>
                  <a:schemeClr val="dk2"/>
                </a:solidFill>
                <a:latin typeface="Anton"/>
              </a:rPr>
              <a:t>هجمات</a:t>
            </a:r>
          </a:p>
          <a:p>
            <a:pPr marL="0" marR="0" lvl="0" indent="0" algn="ctr" rtl="0">
              <a:lnSpc>
                <a:spcPct val="100000"/>
              </a:lnSpc>
              <a:spcBef>
                <a:spcPts val="0"/>
              </a:spcBef>
              <a:spcAft>
                <a:spcPts val="0"/>
              </a:spcAft>
              <a:buNone/>
            </a:pPr>
            <a:r>
              <a:rPr lang="en-US" dirty="0">
                <a:solidFill>
                  <a:schemeClr val="dk2"/>
                </a:solidFill>
                <a:latin typeface="Anton"/>
              </a:rPr>
              <a:t>iCloud</a:t>
            </a:r>
            <a:r>
              <a:rPr lang="en-US" sz="1400" dirty="0">
                <a:sym typeface="Arial"/>
              </a:rPr>
              <a:t> </a:t>
            </a:r>
            <a:r>
              <a:rPr lang="ar-YE" dirty="0">
                <a:solidFill>
                  <a:schemeClr val="dk2"/>
                </a:solidFill>
                <a:latin typeface="Anton"/>
              </a:rPr>
              <a:t>على</a:t>
            </a:r>
            <a:endParaRPr dirty="0">
              <a:solidFill>
                <a:schemeClr val="dk2"/>
              </a:solidFill>
              <a:latin typeface="Anton"/>
              <a:sym typeface="Anton"/>
            </a:endParaRPr>
          </a:p>
        </p:txBody>
      </p:sp>
      <p:cxnSp>
        <p:nvCxnSpPr>
          <p:cNvPr id="904" name="Google Shape;904;p47"/>
          <p:cNvCxnSpPr>
            <a:stCxn id="896" idx="2"/>
            <a:endCxn id="903" idx="0"/>
          </p:cNvCxnSpPr>
          <p:nvPr/>
        </p:nvCxnSpPr>
        <p:spPr>
          <a:xfrm rot="-5400000" flipH="1">
            <a:off x="5597718" y="919938"/>
            <a:ext cx="354000" cy="2405400"/>
          </a:xfrm>
          <a:prstGeom prst="bentConnector3">
            <a:avLst>
              <a:gd name="adj1" fmla="val 49993"/>
            </a:avLst>
          </a:prstGeom>
          <a:noFill/>
          <a:ln w="9525" cap="flat" cmpd="sng">
            <a:solidFill>
              <a:schemeClr val="dk1"/>
            </a:solidFill>
            <a:prstDash val="dash"/>
            <a:round/>
            <a:headEnd type="none" w="med" len="med"/>
            <a:tailEnd type="oval" w="med" len="med"/>
          </a:ln>
        </p:spPr>
      </p:cxnSp>
      <p:cxnSp>
        <p:nvCxnSpPr>
          <p:cNvPr id="905" name="Google Shape;905;p47"/>
          <p:cNvCxnSpPr>
            <a:stCxn id="896" idx="2"/>
            <a:endCxn id="900" idx="0"/>
          </p:cNvCxnSpPr>
          <p:nvPr/>
        </p:nvCxnSpPr>
        <p:spPr>
          <a:xfrm>
            <a:off x="4572018" y="1945638"/>
            <a:ext cx="0" cy="354000"/>
          </a:xfrm>
          <a:prstGeom prst="straightConnector1">
            <a:avLst/>
          </a:prstGeom>
          <a:noFill/>
          <a:ln w="9525" cap="flat" cmpd="sng">
            <a:solidFill>
              <a:schemeClr val="dk1"/>
            </a:solidFill>
            <a:prstDash val="dash"/>
            <a:round/>
            <a:headEnd type="none" w="med" len="med"/>
            <a:tailEnd type="oval" w="med" len="med"/>
          </a:ln>
        </p:spPr>
      </p:cxnSp>
      <p:sp>
        <p:nvSpPr>
          <p:cNvPr id="906" name="Google Shape;906;p47"/>
          <p:cNvSpPr/>
          <p:nvPr/>
        </p:nvSpPr>
        <p:spPr>
          <a:xfrm>
            <a:off x="4388925" y="1385963"/>
            <a:ext cx="366150" cy="416150"/>
          </a:xfrm>
          <a:custGeom>
            <a:avLst/>
            <a:gdLst/>
            <a:ahLst/>
            <a:cxnLst/>
            <a:rect l="l" t="t" r="r" b="b"/>
            <a:pathLst>
              <a:path w="14646" h="16646" extrusionOk="0">
                <a:moveTo>
                  <a:pt x="2441" y="965"/>
                </a:moveTo>
                <a:cubicBezTo>
                  <a:pt x="2703" y="965"/>
                  <a:pt x="2929" y="1191"/>
                  <a:pt x="2929" y="1453"/>
                </a:cubicBezTo>
                <a:lnTo>
                  <a:pt x="2929" y="2905"/>
                </a:lnTo>
                <a:lnTo>
                  <a:pt x="1953" y="2905"/>
                </a:lnTo>
                <a:lnTo>
                  <a:pt x="1953" y="1453"/>
                </a:lnTo>
                <a:cubicBezTo>
                  <a:pt x="1953" y="1191"/>
                  <a:pt x="2179" y="965"/>
                  <a:pt x="2441" y="965"/>
                </a:cubicBezTo>
                <a:close/>
                <a:moveTo>
                  <a:pt x="2441" y="4858"/>
                </a:moveTo>
                <a:cubicBezTo>
                  <a:pt x="2715" y="4858"/>
                  <a:pt x="2929" y="5084"/>
                  <a:pt x="2929" y="5358"/>
                </a:cubicBezTo>
                <a:cubicBezTo>
                  <a:pt x="2929" y="5620"/>
                  <a:pt x="2715" y="5846"/>
                  <a:pt x="2441" y="5846"/>
                </a:cubicBezTo>
                <a:cubicBezTo>
                  <a:pt x="2179" y="5846"/>
                  <a:pt x="1953" y="5620"/>
                  <a:pt x="1953" y="5358"/>
                </a:cubicBezTo>
                <a:cubicBezTo>
                  <a:pt x="1953" y="5084"/>
                  <a:pt x="2179" y="4858"/>
                  <a:pt x="2441" y="4858"/>
                </a:cubicBezTo>
                <a:close/>
                <a:moveTo>
                  <a:pt x="12204" y="4858"/>
                </a:moveTo>
                <a:cubicBezTo>
                  <a:pt x="12466" y="4858"/>
                  <a:pt x="12692" y="5084"/>
                  <a:pt x="12692" y="5346"/>
                </a:cubicBezTo>
                <a:cubicBezTo>
                  <a:pt x="12692" y="5620"/>
                  <a:pt x="12466" y="5846"/>
                  <a:pt x="12204" y="5846"/>
                </a:cubicBezTo>
                <a:cubicBezTo>
                  <a:pt x="11942" y="5846"/>
                  <a:pt x="11716" y="5620"/>
                  <a:pt x="11716" y="5346"/>
                </a:cubicBezTo>
                <a:cubicBezTo>
                  <a:pt x="11716" y="5084"/>
                  <a:pt x="11942" y="4858"/>
                  <a:pt x="12204" y="4858"/>
                </a:cubicBezTo>
                <a:close/>
                <a:moveTo>
                  <a:pt x="2441" y="9799"/>
                </a:moveTo>
                <a:cubicBezTo>
                  <a:pt x="2703" y="9799"/>
                  <a:pt x="2929" y="10025"/>
                  <a:pt x="2929" y="10299"/>
                </a:cubicBezTo>
                <a:lnTo>
                  <a:pt x="2929" y="11752"/>
                </a:lnTo>
                <a:lnTo>
                  <a:pt x="1953" y="11752"/>
                </a:lnTo>
                <a:lnTo>
                  <a:pt x="1953" y="10299"/>
                </a:lnTo>
                <a:cubicBezTo>
                  <a:pt x="1953" y="10025"/>
                  <a:pt x="2179" y="9799"/>
                  <a:pt x="2441" y="9799"/>
                </a:cubicBezTo>
                <a:close/>
                <a:moveTo>
                  <a:pt x="12204" y="9823"/>
                </a:moveTo>
                <a:cubicBezTo>
                  <a:pt x="12466" y="9823"/>
                  <a:pt x="12692" y="10037"/>
                  <a:pt x="12692" y="10311"/>
                </a:cubicBezTo>
                <a:lnTo>
                  <a:pt x="12692" y="11764"/>
                </a:lnTo>
                <a:lnTo>
                  <a:pt x="11716" y="11764"/>
                </a:lnTo>
                <a:lnTo>
                  <a:pt x="11716" y="10311"/>
                </a:lnTo>
                <a:cubicBezTo>
                  <a:pt x="11716" y="10037"/>
                  <a:pt x="11942" y="9823"/>
                  <a:pt x="12204" y="9823"/>
                </a:cubicBezTo>
                <a:close/>
                <a:moveTo>
                  <a:pt x="9740" y="5846"/>
                </a:moveTo>
                <a:lnTo>
                  <a:pt x="9740" y="7299"/>
                </a:lnTo>
                <a:cubicBezTo>
                  <a:pt x="9740" y="7573"/>
                  <a:pt x="9954" y="7799"/>
                  <a:pt x="10228" y="7799"/>
                </a:cubicBezTo>
                <a:lnTo>
                  <a:pt x="11680" y="7799"/>
                </a:lnTo>
                <a:lnTo>
                  <a:pt x="11680" y="8930"/>
                </a:lnTo>
                <a:lnTo>
                  <a:pt x="11716" y="8930"/>
                </a:lnTo>
                <a:cubicBezTo>
                  <a:pt x="11145" y="9132"/>
                  <a:pt x="10728" y="9668"/>
                  <a:pt x="10728" y="10311"/>
                </a:cubicBezTo>
                <a:lnTo>
                  <a:pt x="10728" y="11764"/>
                </a:lnTo>
                <a:lnTo>
                  <a:pt x="10240" y="11764"/>
                </a:lnTo>
                <a:cubicBezTo>
                  <a:pt x="9978" y="11764"/>
                  <a:pt x="9752" y="11990"/>
                  <a:pt x="9752" y="12252"/>
                </a:cubicBezTo>
                <a:lnTo>
                  <a:pt x="9752" y="13716"/>
                </a:lnTo>
                <a:lnTo>
                  <a:pt x="4870" y="13716"/>
                </a:lnTo>
                <a:lnTo>
                  <a:pt x="4870" y="12252"/>
                </a:lnTo>
                <a:cubicBezTo>
                  <a:pt x="4870" y="11990"/>
                  <a:pt x="4644" y="11764"/>
                  <a:pt x="4382" y="11764"/>
                </a:cubicBezTo>
                <a:lnTo>
                  <a:pt x="3882" y="11764"/>
                </a:lnTo>
                <a:lnTo>
                  <a:pt x="3882" y="10311"/>
                </a:lnTo>
                <a:cubicBezTo>
                  <a:pt x="3882" y="9668"/>
                  <a:pt x="3489" y="9132"/>
                  <a:pt x="2905" y="8930"/>
                </a:cubicBezTo>
                <a:lnTo>
                  <a:pt x="2905" y="7799"/>
                </a:lnTo>
                <a:lnTo>
                  <a:pt x="4358" y="7799"/>
                </a:lnTo>
                <a:cubicBezTo>
                  <a:pt x="4632" y="7799"/>
                  <a:pt x="4858" y="7573"/>
                  <a:pt x="4858" y="7299"/>
                </a:cubicBezTo>
                <a:lnTo>
                  <a:pt x="4858" y="5846"/>
                </a:lnTo>
                <a:close/>
                <a:moveTo>
                  <a:pt x="2441" y="13716"/>
                </a:moveTo>
                <a:cubicBezTo>
                  <a:pt x="2715" y="13716"/>
                  <a:pt x="2929" y="13943"/>
                  <a:pt x="2929" y="14204"/>
                </a:cubicBezTo>
                <a:cubicBezTo>
                  <a:pt x="2929" y="14478"/>
                  <a:pt x="2715" y="14705"/>
                  <a:pt x="2441" y="14705"/>
                </a:cubicBezTo>
                <a:cubicBezTo>
                  <a:pt x="2179" y="14705"/>
                  <a:pt x="1953" y="14478"/>
                  <a:pt x="1953" y="14204"/>
                </a:cubicBezTo>
                <a:cubicBezTo>
                  <a:pt x="1953" y="13943"/>
                  <a:pt x="2179" y="13716"/>
                  <a:pt x="2441" y="13716"/>
                </a:cubicBezTo>
                <a:close/>
                <a:moveTo>
                  <a:pt x="12204" y="13716"/>
                </a:moveTo>
                <a:cubicBezTo>
                  <a:pt x="12466" y="13716"/>
                  <a:pt x="12692" y="13943"/>
                  <a:pt x="12692" y="14204"/>
                </a:cubicBezTo>
                <a:cubicBezTo>
                  <a:pt x="12692" y="14478"/>
                  <a:pt x="12478" y="14705"/>
                  <a:pt x="12204" y="14705"/>
                </a:cubicBezTo>
                <a:cubicBezTo>
                  <a:pt x="11942" y="14705"/>
                  <a:pt x="11716" y="14478"/>
                  <a:pt x="11716" y="14204"/>
                </a:cubicBezTo>
                <a:cubicBezTo>
                  <a:pt x="11716" y="13943"/>
                  <a:pt x="11942" y="13716"/>
                  <a:pt x="12204" y="13716"/>
                </a:cubicBezTo>
                <a:close/>
                <a:moveTo>
                  <a:pt x="2453" y="0"/>
                </a:moveTo>
                <a:cubicBezTo>
                  <a:pt x="1655" y="0"/>
                  <a:pt x="1000" y="655"/>
                  <a:pt x="1000" y="1453"/>
                </a:cubicBezTo>
                <a:lnTo>
                  <a:pt x="1000" y="2905"/>
                </a:lnTo>
                <a:lnTo>
                  <a:pt x="512" y="2905"/>
                </a:lnTo>
                <a:cubicBezTo>
                  <a:pt x="238" y="2905"/>
                  <a:pt x="12" y="3132"/>
                  <a:pt x="12" y="3406"/>
                </a:cubicBezTo>
                <a:lnTo>
                  <a:pt x="12" y="7299"/>
                </a:lnTo>
                <a:cubicBezTo>
                  <a:pt x="12" y="7573"/>
                  <a:pt x="238" y="7787"/>
                  <a:pt x="512" y="7787"/>
                </a:cubicBezTo>
                <a:lnTo>
                  <a:pt x="1965" y="7787"/>
                </a:lnTo>
                <a:lnTo>
                  <a:pt x="1965" y="8930"/>
                </a:lnTo>
                <a:cubicBezTo>
                  <a:pt x="1405" y="9132"/>
                  <a:pt x="989" y="9668"/>
                  <a:pt x="989" y="10311"/>
                </a:cubicBezTo>
                <a:lnTo>
                  <a:pt x="989" y="11764"/>
                </a:lnTo>
                <a:lnTo>
                  <a:pt x="489" y="11764"/>
                </a:lnTo>
                <a:cubicBezTo>
                  <a:pt x="227" y="11764"/>
                  <a:pt x="0" y="11990"/>
                  <a:pt x="0" y="12252"/>
                </a:cubicBezTo>
                <a:lnTo>
                  <a:pt x="0" y="16157"/>
                </a:lnTo>
                <a:cubicBezTo>
                  <a:pt x="0" y="16419"/>
                  <a:pt x="227" y="16645"/>
                  <a:pt x="489" y="16645"/>
                </a:cubicBezTo>
                <a:lnTo>
                  <a:pt x="4394" y="16645"/>
                </a:lnTo>
                <a:cubicBezTo>
                  <a:pt x="4656" y="16645"/>
                  <a:pt x="4882" y="16419"/>
                  <a:pt x="4882" y="16157"/>
                </a:cubicBezTo>
                <a:lnTo>
                  <a:pt x="4882" y="14705"/>
                </a:lnTo>
                <a:lnTo>
                  <a:pt x="9763" y="14705"/>
                </a:lnTo>
                <a:lnTo>
                  <a:pt x="9763" y="16157"/>
                </a:lnTo>
                <a:cubicBezTo>
                  <a:pt x="9763" y="16419"/>
                  <a:pt x="9990" y="16645"/>
                  <a:pt x="10252" y="16645"/>
                </a:cubicBezTo>
                <a:lnTo>
                  <a:pt x="14157" y="16645"/>
                </a:lnTo>
                <a:cubicBezTo>
                  <a:pt x="14419" y="16645"/>
                  <a:pt x="14645" y="16419"/>
                  <a:pt x="14645" y="16157"/>
                </a:cubicBezTo>
                <a:lnTo>
                  <a:pt x="14645" y="12252"/>
                </a:lnTo>
                <a:cubicBezTo>
                  <a:pt x="14645" y="11990"/>
                  <a:pt x="14419" y="11764"/>
                  <a:pt x="14157" y="11764"/>
                </a:cubicBezTo>
                <a:lnTo>
                  <a:pt x="13669" y="11764"/>
                </a:lnTo>
                <a:lnTo>
                  <a:pt x="13669" y="10311"/>
                </a:lnTo>
                <a:cubicBezTo>
                  <a:pt x="13669" y="9668"/>
                  <a:pt x="13264" y="9132"/>
                  <a:pt x="12681" y="8930"/>
                </a:cubicBezTo>
                <a:lnTo>
                  <a:pt x="12681" y="7799"/>
                </a:lnTo>
                <a:lnTo>
                  <a:pt x="14157" y="7799"/>
                </a:lnTo>
                <a:cubicBezTo>
                  <a:pt x="14419" y="7799"/>
                  <a:pt x="14645" y="7573"/>
                  <a:pt x="14645" y="7299"/>
                </a:cubicBezTo>
                <a:lnTo>
                  <a:pt x="14645" y="3406"/>
                </a:lnTo>
                <a:cubicBezTo>
                  <a:pt x="14645" y="3132"/>
                  <a:pt x="14419" y="2917"/>
                  <a:pt x="14157" y="2917"/>
                </a:cubicBezTo>
                <a:lnTo>
                  <a:pt x="11716" y="2917"/>
                </a:lnTo>
                <a:lnTo>
                  <a:pt x="11716" y="1453"/>
                </a:lnTo>
                <a:cubicBezTo>
                  <a:pt x="11716" y="1191"/>
                  <a:pt x="11942" y="965"/>
                  <a:pt x="12204" y="965"/>
                </a:cubicBezTo>
                <a:cubicBezTo>
                  <a:pt x="12466" y="965"/>
                  <a:pt x="12692" y="1191"/>
                  <a:pt x="12692" y="1453"/>
                </a:cubicBezTo>
                <a:lnTo>
                  <a:pt x="12692" y="1941"/>
                </a:lnTo>
                <a:cubicBezTo>
                  <a:pt x="12692" y="2215"/>
                  <a:pt x="12919" y="2429"/>
                  <a:pt x="13181" y="2429"/>
                </a:cubicBezTo>
                <a:cubicBezTo>
                  <a:pt x="13454" y="2429"/>
                  <a:pt x="13681" y="2215"/>
                  <a:pt x="13681" y="1941"/>
                </a:cubicBezTo>
                <a:lnTo>
                  <a:pt x="13681" y="1453"/>
                </a:lnTo>
                <a:cubicBezTo>
                  <a:pt x="13681" y="655"/>
                  <a:pt x="13026" y="0"/>
                  <a:pt x="12216" y="0"/>
                </a:cubicBezTo>
                <a:cubicBezTo>
                  <a:pt x="11418" y="0"/>
                  <a:pt x="10764" y="655"/>
                  <a:pt x="10764" y="1453"/>
                </a:cubicBezTo>
                <a:lnTo>
                  <a:pt x="10764" y="2905"/>
                </a:lnTo>
                <a:lnTo>
                  <a:pt x="10275" y="2905"/>
                </a:lnTo>
                <a:cubicBezTo>
                  <a:pt x="10002" y="2905"/>
                  <a:pt x="9775" y="3132"/>
                  <a:pt x="9775" y="3406"/>
                </a:cubicBezTo>
                <a:lnTo>
                  <a:pt x="9775" y="4858"/>
                </a:lnTo>
                <a:lnTo>
                  <a:pt x="4894" y="4858"/>
                </a:lnTo>
                <a:lnTo>
                  <a:pt x="4894" y="3406"/>
                </a:lnTo>
                <a:cubicBezTo>
                  <a:pt x="4894" y="3132"/>
                  <a:pt x="4680" y="2905"/>
                  <a:pt x="4406" y="2905"/>
                </a:cubicBezTo>
                <a:lnTo>
                  <a:pt x="3918" y="2905"/>
                </a:lnTo>
                <a:lnTo>
                  <a:pt x="3918" y="1453"/>
                </a:lnTo>
                <a:cubicBezTo>
                  <a:pt x="3918" y="655"/>
                  <a:pt x="3263" y="0"/>
                  <a:pt x="2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9" name="Google Shape;949;p47"/>
          <p:cNvGrpSpPr/>
          <p:nvPr/>
        </p:nvGrpSpPr>
        <p:grpSpPr>
          <a:xfrm flipH="1">
            <a:off x="6630513" y="689650"/>
            <a:ext cx="2082925" cy="625775"/>
            <a:chOff x="589700" y="738375"/>
            <a:chExt cx="2082925" cy="625775"/>
          </a:xfrm>
        </p:grpSpPr>
        <p:sp>
          <p:nvSpPr>
            <p:cNvPr id="950" name="Google Shape;950;p47"/>
            <p:cNvSpPr/>
            <p:nvPr/>
          </p:nvSpPr>
          <p:spPr>
            <a:xfrm>
              <a:off x="589700" y="1242392"/>
              <a:ext cx="819431" cy="121758"/>
            </a:xfrm>
            <a:custGeom>
              <a:avLst/>
              <a:gdLst/>
              <a:ahLst/>
              <a:cxnLst/>
              <a:rect l="l" t="t" r="r" b="b"/>
              <a:pathLst>
                <a:path w="12289" h="1826" extrusionOk="0">
                  <a:moveTo>
                    <a:pt x="4662" y="0"/>
                  </a:moveTo>
                  <a:cubicBezTo>
                    <a:pt x="4447" y="0"/>
                    <a:pt x="4236" y="9"/>
                    <a:pt x="4040" y="22"/>
                  </a:cubicBezTo>
                  <a:cubicBezTo>
                    <a:pt x="3871" y="64"/>
                    <a:pt x="3300" y="106"/>
                    <a:pt x="3194" y="254"/>
                  </a:cubicBezTo>
                  <a:cubicBezTo>
                    <a:pt x="3025" y="487"/>
                    <a:pt x="3363" y="741"/>
                    <a:pt x="3469" y="910"/>
                  </a:cubicBezTo>
                  <a:cubicBezTo>
                    <a:pt x="3247" y="1008"/>
                    <a:pt x="3011" y="1042"/>
                    <a:pt x="2767" y="1042"/>
                  </a:cubicBezTo>
                  <a:cubicBezTo>
                    <a:pt x="2226" y="1042"/>
                    <a:pt x="1644" y="875"/>
                    <a:pt x="1088" y="875"/>
                  </a:cubicBezTo>
                  <a:cubicBezTo>
                    <a:pt x="868" y="875"/>
                    <a:pt x="653" y="901"/>
                    <a:pt x="445" y="973"/>
                  </a:cubicBezTo>
                  <a:cubicBezTo>
                    <a:pt x="0" y="1143"/>
                    <a:pt x="381" y="1270"/>
                    <a:pt x="677" y="1375"/>
                  </a:cubicBezTo>
                  <a:cubicBezTo>
                    <a:pt x="994" y="1481"/>
                    <a:pt x="1312" y="1566"/>
                    <a:pt x="1650" y="1587"/>
                  </a:cubicBezTo>
                  <a:cubicBezTo>
                    <a:pt x="2370" y="1663"/>
                    <a:pt x="3080" y="1718"/>
                    <a:pt x="3794" y="1718"/>
                  </a:cubicBezTo>
                  <a:cubicBezTo>
                    <a:pt x="4065" y="1718"/>
                    <a:pt x="4337" y="1710"/>
                    <a:pt x="4611" y="1693"/>
                  </a:cubicBezTo>
                  <a:cubicBezTo>
                    <a:pt x="5330" y="1671"/>
                    <a:pt x="6054" y="1666"/>
                    <a:pt x="6779" y="1666"/>
                  </a:cubicBezTo>
                  <a:cubicBezTo>
                    <a:pt x="7503" y="1666"/>
                    <a:pt x="8228" y="1671"/>
                    <a:pt x="8947" y="1671"/>
                  </a:cubicBezTo>
                  <a:cubicBezTo>
                    <a:pt x="9291" y="1671"/>
                    <a:pt x="10661" y="1826"/>
                    <a:pt x="11408" y="1826"/>
                  </a:cubicBezTo>
                  <a:cubicBezTo>
                    <a:pt x="11578" y="1826"/>
                    <a:pt x="11716" y="1818"/>
                    <a:pt x="11802" y="1798"/>
                  </a:cubicBezTo>
                  <a:cubicBezTo>
                    <a:pt x="11992" y="1777"/>
                    <a:pt x="12288" y="1650"/>
                    <a:pt x="12098" y="1396"/>
                  </a:cubicBezTo>
                  <a:cubicBezTo>
                    <a:pt x="12022" y="1282"/>
                    <a:pt x="11816" y="1259"/>
                    <a:pt x="11627" y="1259"/>
                  </a:cubicBezTo>
                  <a:cubicBezTo>
                    <a:pt x="11501" y="1259"/>
                    <a:pt x="11383" y="1270"/>
                    <a:pt x="11315" y="1270"/>
                  </a:cubicBezTo>
                  <a:cubicBezTo>
                    <a:pt x="11224" y="1270"/>
                    <a:pt x="11116" y="1274"/>
                    <a:pt x="11004" y="1274"/>
                  </a:cubicBezTo>
                  <a:cubicBezTo>
                    <a:pt x="10780" y="1274"/>
                    <a:pt x="10540" y="1255"/>
                    <a:pt x="10385" y="1143"/>
                  </a:cubicBezTo>
                  <a:cubicBezTo>
                    <a:pt x="10046" y="889"/>
                    <a:pt x="10427" y="995"/>
                    <a:pt x="10321" y="741"/>
                  </a:cubicBezTo>
                  <a:cubicBezTo>
                    <a:pt x="10220" y="474"/>
                    <a:pt x="9646" y="421"/>
                    <a:pt x="9126" y="421"/>
                  </a:cubicBezTo>
                  <a:cubicBezTo>
                    <a:pt x="8779" y="421"/>
                    <a:pt x="8456" y="445"/>
                    <a:pt x="8312" y="445"/>
                  </a:cubicBezTo>
                  <a:cubicBezTo>
                    <a:pt x="8084" y="445"/>
                    <a:pt x="7857" y="450"/>
                    <a:pt x="7633" y="450"/>
                  </a:cubicBezTo>
                  <a:cubicBezTo>
                    <a:pt x="7108" y="450"/>
                    <a:pt x="6595" y="419"/>
                    <a:pt x="6091" y="212"/>
                  </a:cubicBezTo>
                  <a:cubicBezTo>
                    <a:pt x="5691" y="49"/>
                    <a:pt x="5166" y="0"/>
                    <a:pt x="46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7"/>
            <p:cNvSpPr/>
            <p:nvPr/>
          </p:nvSpPr>
          <p:spPr>
            <a:xfrm>
              <a:off x="2026896" y="738375"/>
              <a:ext cx="645729" cy="82283"/>
            </a:xfrm>
            <a:custGeom>
              <a:avLst/>
              <a:gdLst/>
              <a:ahLst/>
              <a:cxnLst/>
              <a:rect l="l" t="t" r="r" b="b"/>
              <a:pathLst>
                <a:path w="9684" h="1234" extrusionOk="0">
                  <a:moveTo>
                    <a:pt x="5350" y="1"/>
                  </a:moveTo>
                  <a:cubicBezTo>
                    <a:pt x="5254" y="1"/>
                    <a:pt x="5166" y="13"/>
                    <a:pt x="5097" y="47"/>
                  </a:cubicBezTo>
                  <a:cubicBezTo>
                    <a:pt x="4992" y="89"/>
                    <a:pt x="4971" y="195"/>
                    <a:pt x="4844" y="258"/>
                  </a:cubicBezTo>
                  <a:cubicBezTo>
                    <a:pt x="4653" y="343"/>
                    <a:pt x="4442" y="301"/>
                    <a:pt x="4251" y="343"/>
                  </a:cubicBezTo>
                  <a:cubicBezTo>
                    <a:pt x="4222" y="345"/>
                    <a:pt x="4192" y="346"/>
                    <a:pt x="4162" y="346"/>
                  </a:cubicBezTo>
                  <a:cubicBezTo>
                    <a:pt x="3857" y="346"/>
                    <a:pt x="3568" y="253"/>
                    <a:pt x="3279" y="195"/>
                  </a:cubicBezTo>
                  <a:cubicBezTo>
                    <a:pt x="3127" y="181"/>
                    <a:pt x="2354" y="77"/>
                    <a:pt x="1811" y="77"/>
                  </a:cubicBezTo>
                  <a:cubicBezTo>
                    <a:pt x="1522" y="77"/>
                    <a:pt x="1299" y="107"/>
                    <a:pt x="1269" y="195"/>
                  </a:cubicBezTo>
                  <a:cubicBezTo>
                    <a:pt x="1206" y="385"/>
                    <a:pt x="1883" y="385"/>
                    <a:pt x="1819" y="576"/>
                  </a:cubicBezTo>
                  <a:cubicBezTo>
                    <a:pt x="1798" y="702"/>
                    <a:pt x="1058" y="702"/>
                    <a:pt x="931" y="724"/>
                  </a:cubicBezTo>
                  <a:cubicBezTo>
                    <a:pt x="741" y="766"/>
                    <a:pt x="0" y="724"/>
                    <a:pt x="0" y="999"/>
                  </a:cubicBezTo>
                  <a:cubicBezTo>
                    <a:pt x="529" y="1147"/>
                    <a:pt x="1037" y="1189"/>
                    <a:pt x="1587" y="1189"/>
                  </a:cubicBezTo>
                  <a:lnTo>
                    <a:pt x="1671" y="1189"/>
                  </a:lnTo>
                  <a:cubicBezTo>
                    <a:pt x="1930" y="1124"/>
                    <a:pt x="2188" y="1097"/>
                    <a:pt x="2447" y="1097"/>
                  </a:cubicBezTo>
                  <a:cubicBezTo>
                    <a:pt x="2527" y="1097"/>
                    <a:pt x="2607" y="1099"/>
                    <a:pt x="2686" y="1104"/>
                  </a:cubicBezTo>
                  <a:cubicBezTo>
                    <a:pt x="3216" y="1120"/>
                    <a:pt x="3745" y="1170"/>
                    <a:pt x="4282" y="1170"/>
                  </a:cubicBezTo>
                  <a:cubicBezTo>
                    <a:pt x="4475" y="1170"/>
                    <a:pt x="4669" y="1163"/>
                    <a:pt x="4865" y="1147"/>
                  </a:cubicBezTo>
                  <a:cubicBezTo>
                    <a:pt x="4950" y="1141"/>
                    <a:pt x="5033" y="1138"/>
                    <a:pt x="5116" y="1138"/>
                  </a:cubicBezTo>
                  <a:cubicBezTo>
                    <a:pt x="5342" y="1138"/>
                    <a:pt x="5563" y="1158"/>
                    <a:pt x="5795" y="1189"/>
                  </a:cubicBezTo>
                  <a:cubicBezTo>
                    <a:pt x="6003" y="1221"/>
                    <a:pt x="6204" y="1234"/>
                    <a:pt x="6402" y="1234"/>
                  </a:cubicBezTo>
                  <a:cubicBezTo>
                    <a:pt x="6852" y="1234"/>
                    <a:pt x="7286" y="1169"/>
                    <a:pt x="7741" y="1125"/>
                  </a:cubicBezTo>
                  <a:cubicBezTo>
                    <a:pt x="8143" y="1104"/>
                    <a:pt x="8608" y="1147"/>
                    <a:pt x="8989" y="977"/>
                  </a:cubicBezTo>
                  <a:cubicBezTo>
                    <a:pt x="9683" y="620"/>
                    <a:pt x="8796" y="468"/>
                    <a:pt x="8421" y="468"/>
                  </a:cubicBezTo>
                  <a:cubicBezTo>
                    <a:pt x="8397" y="468"/>
                    <a:pt x="8374" y="469"/>
                    <a:pt x="8354" y="470"/>
                  </a:cubicBezTo>
                  <a:cubicBezTo>
                    <a:pt x="8206" y="480"/>
                    <a:pt x="8065" y="487"/>
                    <a:pt x="7928" y="487"/>
                  </a:cubicBezTo>
                  <a:cubicBezTo>
                    <a:pt x="7518" y="487"/>
                    <a:pt x="7149" y="428"/>
                    <a:pt x="6768" y="237"/>
                  </a:cubicBezTo>
                  <a:cubicBezTo>
                    <a:pt x="6493" y="89"/>
                    <a:pt x="6240" y="89"/>
                    <a:pt x="5943" y="68"/>
                  </a:cubicBezTo>
                  <a:cubicBezTo>
                    <a:pt x="5786" y="54"/>
                    <a:pt x="555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43"/>
          <p:cNvSpPr txBox="1">
            <a:spLocks noGrp="1"/>
          </p:cNvSpPr>
          <p:nvPr>
            <p:ph type="title"/>
          </p:nvPr>
        </p:nvSpPr>
        <p:spPr>
          <a:xfrm>
            <a:off x="576523" y="445763"/>
            <a:ext cx="7715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sz="3600" dirty="0">
                <a:solidFill>
                  <a:schemeClr val="dk2"/>
                </a:solidFill>
              </a:rPr>
              <a:t>معادلات لحساب المخاطر</a:t>
            </a:r>
            <a:endParaRPr sz="3600" dirty="0">
              <a:solidFill>
                <a:schemeClr val="dk2"/>
              </a:solidFill>
            </a:endParaRPr>
          </a:p>
        </p:txBody>
      </p:sp>
      <p:sp>
        <p:nvSpPr>
          <p:cNvPr id="838" name="Google Shape;838;p43"/>
          <p:cNvSpPr txBox="1">
            <a:spLocks noGrp="1"/>
          </p:cNvSpPr>
          <p:nvPr>
            <p:ph type="subTitle" idx="1"/>
          </p:nvPr>
        </p:nvSpPr>
        <p:spPr>
          <a:xfrm>
            <a:off x="1471262" y="1193563"/>
            <a:ext cx="4265700" cy="3482323"/>
          </a:xfrm>
          <a:prstGeom prst="rect">
            <a:avLst/>
          </a:prstGeom>
        </p:spPr>
        <p:txBody>
          <a:bodyPr spcFirstLastPara="1" wrap="square" lIns="91425" tIns="91425" rIns="91425" bIns="91425" anchor="t" anchorCtr="0">
            <a:noAutofit/>
          </a:bodyPr>
          <a:lstStyle/>
          <a:p>
            <a:pPr marL="274320" lvl="0" indent="-226059" algn="l" rtl="0">
              <a:spcBef>
                <a:spcPts val="0"/>
              </a:spcBef>
              <a:spcAft>
                <a:spcPts val="0"/>
              </a:spcAft>
              <a:buSzPts val="1400"/>
              <a:buChar char="■"/>
            </a:pPr>
            <a:r>
              <a:rPr lang="ar-SA" dirty="0"/>
              <a:t> </a:t>
            </a:r>
            <a:r>
              <a:rPr lang="en-US" dirty="0">
                <a:latin typeface="+mn-lt"/>
                <a:cs typeface="+mn-cs"/>
                <a:sym typeface="Arial"/>
              </a:rPr>
              <a:t>Likelihood : </a:t>
            </a:r>
            <a:r>
              <a:rPr lang="ar-SA" dirty="0">
                <a:latin typeface="+mn-lt"/>
                <a:cs typeface="+mn-cs"/>
                <a:sym typeface="Arial"/>
              </a:rPr>
              <a:t>احتمال حدوث الخطر</a:t>
            </a:r>
          </a:p>
          <a:p>
            <a:pPr marL="274320" lvl="0" indent="-226059" algn="l" rtl="0">
              <a:spcBef>
                <a:spcPts val="0"/>
              </a:spcBef>
              <a:spcAft>
                <a:spcPts val="0"/>
              </a:spcAft>
              <a:buSzPts val="1400"/>
              <a:buChar char="■"/>
            </a:pPr>
            <a:r>
              <a:rPr lang="en-US" dirty="0">
                <a:latin typeface="+mn-lt"/>
                <a:cs typeface="+mn-cs"/>
                <a:sym typeface="Arial"/>
              </a:rPr>
              <a:t>Impact : </a:t>
            </a:r>
            <a:r>
              <a:rPr lang="ar-SA" dirty="0">
                <a:latin typeface="+mn-lt"/>
                <a:cs typeface="+mn-cs"/>
                <a:sym typeface="Arial"/>
              </a:rPr>
              <a:t>التأثير المالي أو التشغيلي أو الأمني </a:t>
            </a:r>
          </a:p>
          <a:p>
            <a:pPr marL="48261" lvl="0" indent="0" algn="r" rtl="0">
              <a:spcBef>
                <a:spcPts val="0"/>
              </a:spcBef>
              <a:spcAft>
                <a:spcPts val="0"/>
              </a:spcAft>
              <a:buSzPts val="1400"/>
              <a:buNone/>
            </a:pPr>
            <a:r>
              <a:rPr lang="ar-SA" sz="1600" dirty="0">
                <a:solidFill>
                  <a:schemeClr val="dk2"/>
                </a:solidFill>
                <a:latin typeface="Anton"/>
                <a:cs typeface="+mn-cs"/>
                <a:sym typeface="Arial"/>
              </a:rPr>
              <a:t>هجوم التصيد الاحتيالي :</a:t>
            </a:r>
          </a:p>
          <a:p>
            <a:pPr marL="48261" lvl="0" indent="0" algn="r" rtl="0">
              <a:spcBef>
                <a:spcPts val="0"/>
              </a:spcBef>
              <a:spcAft>
                <a:spcPts val="0"/>
              </a:spcAft>
              <a:buSzPts val="1400"/>
              <a:buNone/>
            </a:pPr>
            <a:r>
              <a:rPr lang="ar-SA" dirty="0">
                <a:latin typeface="+mn-lt"/>
                <a:cs typeface="+mn-cs"/>
                <a:sym typeface="Arial"/>
              </a:rPr>
              <a:t>الاحتمالية: 0.3 (احتمال حدوث الهجوم منخفض).</a:t>
            </a:r>
          </a:p>
          <a:p>
            <a:pPr marL="48261" lvl="0" indent="0" algn="r" rtl="0">
              <a:spcBef>
                <a:spcPts val="0"/>
              </a:spcBef>
              <a:spcAft>
                <a:spcPts val="0"/>
              </a:spcAft>
              <a:buSzPts val="1400"/>
              <a:buNone/>
            </a:pPr>
            <a:r>
              <a:rPr lang="ar-SA" dirty="0">
                <a:latin typeface="+mn-lt"/>
                <a:cs typeface="+mn-cs"/>
                <a:sym typeface="Arial"/>
              </a:rPr>
              <a:t>التأثير:0.7 (التأثير عالي اذا حدث بسبب سرقة البيانات )</a:t>
            </a:r>
          </a:p>
          <a:p>
            <a:pPr marL="48261" lvl="0" indent="0" algn="r" rtl="0">
              <a:spcBef>
                <a:spcPts val="0"/>
              </a:spcBef>
              <a:spcAft>
                <a:spcPts val="0"/>
              </a:spcAft>
              <a:buSzPts val="1400"/>
              <a:buNone/>
            </a:pPr>
            <a:r>
              <a:rPr lang="ar-SA" dirty="0">
                <a:latin typeface="+mn-lt"/>
                <a:cs typeface="+mn-cs"/>
                <a:sym typeface="Arial"/>
              </a:rPr>
              <a:t>المخاطر = 0.3×0.7 =0.21 </a:t>
            </a:r>
            <a:endParaRPr lang="ar-YE" dirty="0"/>
          </a:p>
          <a:p>
            <a:pPr marL="48261" lvl="0" indent="0" algn="r" rtl="0">
              <a:spcBef>
                <a:spcPts val="0"/>
              </a:spcBef>
              <a:spcAft>
                <a:spcPts val="0"/>
              </a:spcAft>
              <a:buSzPts val="1400"/>
              <a:buNone/>
            </a:pPr>
            <a:r>
              <a:rPr lang="ar-SA" sz="1400" dirty="0">
                <a:solidFill>
                  <a:schemeClr val="dk2"/>
                </a:solidFill>
                <a:latin typeface="Anton"/>
                <a:cs typeface="+mn-cs"/>
                <a:sym typeface="Arial"/>
              </a:rPr>
              <a:t> :</a:t>
            </a:r>
            <a:r>
              <a:rPr lang="en-US" sz="1400" dirty="0">
                <a:solidFill>
                  <a:schemeClr val="dk2"/>
                </a:solidFill>
                <a:latin typeface="Anton"/>
                <a:cs typeface="+mn-cs"/>
              </a:rPr>
              <a:t>IOS </a:t>
            </a:r>
            <a:r>
              <a:rPr lang="ar-YE" sz="1400" dirty="0">
                <a:solidFill>
                  <a:schemeClr val="dk2"/>
                </a:solidFill>
                <a:latin typeface="Anton"/>
                <a:cs typeface="+mn-cs"/>
              </a:rPr>
              <a:t>استغلال</a:t>
            </a:r>
            <a:r>
              <a:rPr lang="ar-YE" sz="1400" dirty="0">
                <a:solidFill>
                  <a:schemeClr val="dk2"/>
                </a:solidFill>
                <a:latin typeface="Anton"/>
                <a:cs typeface="+mn-cs"/>
                <a:sym typeface="Anton"/>
              </a:rPr>
              <a:t> </a:t>
            </a:r>
            <a:r>
              <a:rPr lang="ar-YE" sz="1400" dirty="0">
                <a:solidFill>
                  <a:schemeClr val="dk2"/>
                </a:solidFill>
                <a:latin typeface="Anton"/>
                <a:cs typeface="+mn-cs"/>
              </a:rPr>
              <a:t>ثغرات في </a:t>
            </a:r>
            <a:endParaRPr lang="ar-SA" sz="1400" dirty="0">
              <a:solidFill>
                <a:schemeClr val="dk2"/>
              </a:solidFill>
              <a:latin typeface="Anton"/>
              <a:cs typeface="+mn-cs"/>
            </a:endParaRPr>
          </a:p>
          <a:p>
            <a:pPr marL="48261" indent="0" algn="r">
              <a:buNone/>
            </a:pPr>
            <a:r>
              <a:rPr lang="ar-SA" dirty="0">
                <a:latin typeface="+mn-lt"/>
                <a:cs typeface="+mn-cs"/>
                <a:sym typeface="Arial"/>
              </a:rPr>
              <a:t>الاحتمالية : 0.4 (احتمال حدوثها متوسط)</a:t>
            </a:r>
          </a:p>
          <a:p>
            <a:pPr marL="48261" lvl="0" indent="0" algn="r" rtl="0">
              <a:spcBef>
                <a:spcPts val="0"/>
              </a:spcBef>
              <a:spcAft>
                <a:spcPts val="0"/>
              </a:spcAft>
              <a:buSzPts val="1400"/>
              <a:buNone/>
            </a:pPr>
            <a:r>
              <a:rPr lang="ar-SA" dirty="0">
                <a:latin typeface="+mn-lt"/>
                <a:cs typeface="+mn-cs"/>
                <a:sym typeface="Arial"/>
              </a:rPr>
              <a:t>التأثير: 0.9 (تأثير شديد من حيث فقدان الثقة والمالية) </a:t>
            </a:r>
          </a:p>
          <a:p>
            <a:pPr marL="48261" lvl="0" indent="0" algn="r" rtl="0">
              <a:spcBef>
                <a:spcPts val="0"/>
              </a:spcBef>
              <a:spcAft>
                <a:spcPts val="0"/>
              </a:spcAft>
              <a:buSzPts val="1400"/>
              <a:buNone/>
            </a:pPr>
            <a:r>
              <a:rPr lang="ar-SA" dirty="0">
                <a:latin typeface="+mn-lt"/>
                <a:cs typeface="+mn-cs"/>
                <a:sym typeface="Arial"/>
              </a:rPr>
              <a:t>المخاطر = 0.4×0.9 =0.36  </a:t>
            </a:r>
          </a:p>
          <a:p>
            <a:pPr marL="0" indent="0" algn="r">
              <a:buNone/>
            </a:pPr>
            <a:r>
              <a:rPr lang="ar-SA" dirty="0">
                <a:solidFill>
                  <a:schemeClr val="dk2"/>
                </a:solidFill>
                <a:latin typeface="Anton"/>
                <a:cs typeface="+mn-cs"/>
              </a:rPr>
              <a:t> </a:t>
            </a:r>
            <a:r>
              <a:rPr lang="en-US" dirty="0">
                <a:solidFill>
                  <a:schemeClr val="dk2"/>
                </a:solidFill>
                <a:latin typeface="Anton"/>
                <a:cs typeface="+mn-cs"/>
                <a:sym typeface="Arial"/>
              </a:rPr>
              <a:t>iCloud</a:t>
            </a:r>
            <a:r>
              <a:rPr lang="ar-SA" dirty="0">
                <a:solidFill>
                  <a:schemeClr val="dk2"/>
                </a:solidFill>
                <a:latin typeface="Anton"/>
                <a:cs typeface="+mn-cs"/>
                <a:sym typeface="Arial"/>
              </a:rPr>
              <a:t> على </a:t>
            </a:r>
            <a:r>
              <a:rPr lang="en-US" dirty="0">
                <a:solidFill>
                  <a:schemeClr val="dk2"/>
                </a:solidFill>
                <a:latin typeface="Anton"/>
                <a:cs typeface="+mn-cs"/>
              </a:rPr>
              <a:t>DDOS </a:t>
            </a:r>
            <a:r>
              <a:rPr lang="ar-YE" dirty="0">
                <a:solidFill>
                  <a:schemeClr val="dk2"/>
                </a:solidFill>
                <a:latin typeface="Anton"/>
                <a:cs typeface="+mn-cs"/>
              </a:rPr>
              <a:t>هجمات</a:t>
            </a:r>
            <a:endParaRPr lang="ar-YE" sz="1400" dirty="0"/>
          </a:p>
          <a:p>
            <a:pPr marL="48261" indent="0" algn="r">
              <a:buNone/>
            </a:pPr>
            <a:r>
              <a:rPr lang="ar-SA" dirty="0">
                <a:latin typeface="+mn-lt"/>
                <a:cs typeface="+mn-cs"/>
                <a:sym typeface="Arial"/>
              </a:rPr>
              <a:t>الاحتمالية : 0.5 (احتمال متوسط من حيث كثرة الهجمات)</a:t>
            </a:r>
          </a:p>
          <a:p>
            <a:pPr marL="48261" lvl="0" indent="0" algn="r" rtl="0">
              <a:spcBef>
                <a:spcPts val="0"/>
              </a:spcBef>
              <a:spcAft>
                <a:spcPts val="0"/>
              </a:spcAft>
              <a:buSzPts val="1400"/>
              <a:buNone/>
            </a:pPr>
            <a:r>
              <a:rPr lang="ar-SA" dirty="0">
                <a:latin typeface="+mn-lt"/>
                <a:cs typeface="+mn-cs"/>
                <a:sym typeface="Arial"/>
              </a:rPr>
              <a:t>التأثير: 0.8 (تأثير مرتفع بسبب تعطل الخدمة) </a:t>
            </a:r>
          </a:p>
          <a:p>
            <a:pPr marL="48261" lvl="0" indent="0" algn="r" rtl="0">
              <a:spcBef>
                <a:spcPts val="0"/>
              </a:spcBef>
              <a:spcAft>
                <a:spcPts val="0"/>
              </a:spcAft>
              <a:buSzPts val="1400"/>
              <a:buNone/>
            </a:pPr>
            <a:r>
              <a:rPr lang="ar-SA" dirty="0">
                <a:latin typeface="+mn-lt"/>
                <a:cs typeface="+mn-cs"/>
                <a:sym typeface="Arial"/>
              </a:rPr>
              <a:t>المخاطر = 0.5×0.8 =0.40</a:t>
            </a:r>
          </a:p>
        </p:txBody>
      </p:sp>
      <p:sp>
        <p:nvSpPr>
          <p:cNvPr id="840" name="Google Shape;840;p43"/>
          <p:cNvSpPr/>
          <p:nvPr/>
        </p:nvSpPr>
        <p:spPr>
          <a:xfrm>
            <a:off x="7217673" y="1703964"/>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3"/>
          <p:cNvSpPr/>
          <p:nvPr/>
        </p:nvSpPr>
        <p:spPr>
          <a:xfrm>
            <a:off x="1145223" y="831939"/>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1787;p60">
            <a:extLst>
              <a:ext uri="{FF2B5EF4-FFF2-40B4-BE49-F238E27FC236}">
                <a16:creationId xmlns:a16="http://schemas.microsoft.com/office/drawing/2014/main" id="{40E1D986-9F96-8B23-C782-E660074A241C}"/>
              </a:ext>
            </a:extLst>
          </p:cNvPr>
          <p:cNvGrpSpPr/>
          <p:nvPr/>
        </p:nvGrpSpPr>
        <p:grpSpPr>
          <a:xfrm>
            <a:off x="6154500" y="2571750"/>
            <a:ext cx="1877975" cy="1429950"/>
            <a:chOff x="2981925" y="3295475"/>
            <a:chExt cx="1877975" cy="1429950"/>
          </a:xfrm>
        </p:grpSpPr>
        <p:sp>
          <p:nvSpPr>
            <p:cNvPr id="5" name="Google Shape;1788;p60">
              <a:extLst>
                <a:ext uri="{FF2B5EF4-FFF2-40B4-BE49-F238E27FC236}">
                  <a16:creationId xmlns:a16="http://schemas.microsoft.com/office/drawing/2014/main" id="{666D1335-A41D-C0D0-1BB7-CDBA2AD3ED50}"/>
                </a:ext>
              </a:extLst>
            </p:cNvPr>
            <p:cNvSpPr/>
            <p:nvPr/>
          </p:nvSpPr>
          <p:spPr>
            <a:xfrm>
              <a:off x="2981925" y="4254600"/>
              <a:ext cx="966725" cy="23975"/>
            </a:xfrm>
            <a:custGeom>
              <a:avLst/>
              <a:gdLst/>
              <a:ahLst/>
              <a:cxnLst/>
              <a:rect l="l" t="t" r="r" b="b"/>
              <a:pathLst>
                <a:path w="38669" h="959" extrusionOk="0">
                  <a:moveTo>
                    <a:pt x="1" y="0"/>
                  </a:moveTo>
                  <a:lnTo>
                    <a:pt x="1" y="958"/>
                  </a:lnTo>
                  <a:lnTo>
                    <a:pt x="38669" y="958"/>
                  </a:lnTo>
                  <a:lnTo>
                    <a:pt x="386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89;p60">
              <a:extLst>
                <a:ext uri="{FF2B5EF4-FFF2-40B4-BE49-F238E27FC236}">
                  <a16:creationId xmlns:a16="http://schemas.microsoft.com/office/drawing/2014/main" id="{797A5BF7-E8DC-E582-A627-3B81A34E6608}"/>
                </a:ext>
              </a:extLst>
            </p:cNvPr>
            <p:cNvSpPr/>
            <p:nvPr/>
          </p:nvSpPr>
          <p:spPr>
            <a:xfrm>
              <a:off x="2983200" y="4113450"/>
              <a:ext cx="965450" cy="141175"/>
            </a:xfrm>
            <a:custGeom>
              <a:avLst/>
              <a:gdLst/>
              <a:ahLst/>
              <a:cxnLst/>
              <a:rect l="l" t="t" r="r" b="b"/>
              <a:pathLst>
                <a:path w="38618" h="5647" extrusionOk="0">
                  <a:moveTo>
                    <a:pt x="4437" y="0"/>
                  </a:moveTo>
                  <a:lnTo>
                    <a:pt x="0" y="5646"/>
                  </a:lnTo>
                  <a:lnTo>
                    <a:pt x="38618" y="5646"/>
                  </a:lnTo>
                  <a:lnTo>
                    <a:pt x="329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790;p60">
              <a:extLst>
                <a:ext uri="{FF2B5EF4-FFF2-40B4-BE49-F238E27FC236}">
                  <a16:creationId xmlns:a16="http://schemas.microsoft.com/office/drawing/2014/main" id="{E812D102-4998-CE6D-70B4-4B3F6A44D3E9}"/>
                </a:ext>
              </a:extLst>
            </p:cNvPr>
            <p:cNvSpPr/>
            <p:nvPr/>
          </p:nvSpPr>
          <p:spPr>
            <a:xfrm>
              <a:off x="3415500" y="3940775"/>
              <a:ext cx="539450" cy="75650"/>
            </a:xfrm>
            <a:custGeom>
              <a:avLst/>
              <a:gdLst/>
              <a:ahLst/>
              <a:cxnLst/>
              <a:rect l="l" t="t" r="r" b="b"/>
              <a:pathLst>
                <a:path w="21578" h="3026" extrusionOk="0">
                  <a:moveTo>
                    <a:pt x="0" y="0"/>
                  </a:moveTo>
                  <a:lnTo>
                    <a:pt x="0" y="3025"/>
                  </a:lnTo>
                  <a:lnTo>
                    <a:pt x="21578" y="3025"/>
                  </a:lnTo>
                  <a:lnTo>
                    <a:pt x="215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91;p60">
              <a:extLst>
                <a:ext uri="{FF2B5EF4-FFF2-40B4-BE49-F238E27FC236}">
                  <a16:creationId xmlns:a16="http://schemas.microsoft.com/office/drawing/2014/main" id="{9E0AE436-8EDD-EF30-56C7-5284024FFBAC}"/>
                </a:ext>
              </a:extLst>
            </p:cNvPr>
            <p:cNvSpPr/>
            <p:nvPr/>
          </p:nvSpPr>
          <p:spPr>
            <a:xfrm>
              <a:off x="3270550" y="3998750"/>
              <a:ext cx="828075" cy="58000"/>
            </a:xfrm>
            <a:custGeom>
              <a:avLst/>
              <a:gdLst/>
              <a:ahLst/>
              <a:cxnLst/>
              <a:rect l="l" t="t" r="r" b="b"/>
              <a:pathLst>
                <a:path w="33123" h="2320" extrusionOk="0">
                  <a:moveTo>
                    <a:pt x="1" y="0"/>
                  </a:moveTo>
                  <a:lnTo>
                    <a:pt x="1" y="2319"/>
                  </a:lnTo>
                  <a:lnTo>
                    <a:pt x="33123" y="2319"/>
                  </a:lnTo>
                  <a:lnTo>
                    <a:pt x="3312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92;p60">
              <a:extLst>
                <a:ext uri="{FF2B5EF4-FFF2-40B4-BE49-F238E27FC236}">
                  <a16:creationId xmlns:a16="http://schemas.microsoft.com/office/drawing/2014/main" id="{9E1A9FCF-3E15-F178-DE11-79B3C99DAFC1}"/>
                </a:ext>
              </a:extLst>
            </p:cNvPr>
            <p:cNvSpPr/>
            <p:nvPr/>
          </p:nvSpPr>
          <p:spPr>
            <a:xfrm>
              <a:off x="3581850" y="3887000"/>
              <a:ext cx="254625" cy="762125"/>
            </a:xfrm>
            <a:custGeom>
              <a:avLst/>
              <a:gdLst/>
              <a:ahLst/>
              <a:cxnLst/>
              <a:rect l="l" t="t" r="r" b="b"/>
              <a:pathLst>
                <a:path w="10185" h="30485" extrusionOk="0">
                  <a:moveTo>
                    <a:pt x="2467" y="0"/>
                  </a:moveTo>
                  <a:cubicBezTo>
                    <a:pt x="1921" y="0"/>
                    <a:pt x="1630" y="177"/>
                    <a:pt x="1765" y="538"/>
                  </a:cubicBezTo>
                  <a:cubicBezTo>
                    <a:pt x="2169" y="1748"/>
                    <a:pt x="1" y="30333"/>
                    <a:pt x="2421" y="30484"/>
                  </a:cubicBezTo>
                  <a:cubicBezTo>
                    <a:pt x="2432" y="30485"/>
                    <a:pt x="2443" y="30485"/>
                    <a:pt x="2455" y="30485"/>
                  </a:cubicBezTo>
                  <a:cubicBezTo>
                    <a:pt x="4939" y="30485"/>
                    <a:pt x="10185" y="19595"/>
                    <a:pt x="10185" y="19595"/>
                  </a:cubicBezTo>
                  <a:lnTo>
                    <a:pt x="8370" y="2857"/>
                  </a:lnTo>
                  <a:cubicBezTo>
                    <a:pt x="6459" y="982"/>
                    <a:pt x="3753" y="0"/>
                    <a:pt x="24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93;p60">
              <a:extLst>
                <a:ext uri="{FF2B5EF4-FFF2-40B4-BE49-F238E27FC236}">
                  <a16:creationId xmlns:a16="http://schemas.microsoft.com/office/drawing/2014/main" id="{8353FD1D-9357-2C9D-B255-F1CF98DAEC1D}"/>
                </a:ext>
              </a:extLst>
            </p:cNvPr>
            <p:cNvSpPr/>
            <p:nvPr/>
          </p:nvSpPr>
          <p:spPr>
            <a:xfrm>
              <a:off x="3699075" y="3920600"/>
              <a:ext cx="136150" cy="635250"/>
            </a:xfrm>
            <a:custGeom>
              <a:avLst/>
              <a:gdLst/>
              <a:ahLst/>
              <a:cxnLst/>
              <a:rect l="l" t="t" r="r" b="b"/>
              <a:pathLst>
                <a:path w="5446" h="25410" extrusionOk="0">
                  <a:moveTo>
                    <a:pt x="1664" y="1"/>
                  </a:moveTo>
                  <a:cubicBezTo>
                    <a:pt x="656" y="454"/>
                    <a:pt x="1" y="757"/>
                    <a:pt x="1" y="757"/>
                  </a:cubicBezTo>
                  <a:cubicBezTo>
                    <a:pt x="1" y="757"/>
                    <a:pt x="1160" y="10789"/>
                    <a:pt x="1765" y="17545"/>
                  </a:cubicBezTo>
                  <a:cubicBezTo>
                    <a:pt x="2017" y="19965"/>
                    <a:pt x="1715" y="22788"/>
                    <a:pt x="1412" y="25409"/>
                  </a:cubicBezTo>
                  <a:cubicBezTo>
                    <a:pt x="3479" y="22334"/>
                    <a:pt x="5445" y="18251"/>
                    <a:pt x="5445" y="18251"/>
                  </a:cubicBezTo>
                  <a:lnTo>
                    <a:pt x="3630" y="1513"/>
                  </a:lnTo>
                  <a:cubicBezTo>
                    <a:pt x="3025" y="958"/>
                    <a:pt x="2370" y="454"/>
                    <a:pt x="16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94;p60">
              <a:extLst>
                <a:ext uri="{FF2B5EF4-FFF2-40B4-BE49-F238E27FC236}">
                  <a16:creationId xmlns:a16="http://schemas.microsoft.com/office/drawing/2014/main" id="{6A3943F4-C036-4F63-9DB8-F4493AEB9F2B}"/>
                </a:ext>
              </a:extLst>
            </p:cNvPr>
            <p:cNvSpPr/>
            <p:nvPr/>
          </p:nvSpPr>
          <p:spPr>
            <a:xfrm>
              <a:off x="3613950" y="4017400"/>
              <a:ext cx="589300" cy="670775"/>
            </a:xfrm>
            <a:custGeom>
              <a:avLst/>
              <a:gdLst/>
              <a:ahLst/>
              <a:cxnLst/>
              <a:rect l="l" t="t" r="r" b="b"/>
              <a:pathLst>
                <a:path w="23572" h="26831" extrusionOk="0">
                  <a:moveTo>
                    <a:pt x="13411" y="1"/>
                  </a:moveTo>
                  <a:cubicBezTo>
                    <a:pt x="11762" y="1"/>
                    <a:pt x="10496" y="1594"/>
                    <a:pt x="7892" y="5354"/>
                  </a:cubicBezTo>
                  <a:cubicBezTo>
                    <a:pt x="4615" y="10093"/>
                    <a:pt x="481" y="18361"/>
                    <a:pt x="481" y="20025"/>
                  </a:cubicBezTo>
                  <a:cubicBezTo>
                    <a:pt x="409" y="24723"/>
                    <a:pt x="0" y="26830"/>
                    <a:pt x="2355" y="26830"/>
                  </a:cubicBezTo>
                  <a:cubicBezTo>
                    <a:pt x="3286" y="26830"/>
                    <a:pt x="4647" y="26501"/>
                    <a:pt x="6632" y="25873"/>
                  </a:cubicBezTo>
                  <a:cubicBezTo>
                    <a:pt x="9102" y="25117"/>
                    <a:pt x="15404" y="17252"/>
                    <a:pt x="21454" y="5808"/>
                  </a:cubicBezTo>
                  <a:cubicBezTo>
                    <a:pt x="23571" y="1825"/>
                    <a:pt x="14950" y="61"/>
                    <a:pt x="13640" y="11"/>
                  </a:cubicBezTo>
                  <a:cubicBezTo>
                    <a:pt x="13562" y="4"/>
                    <a:pt x="13486" y="1"/>
                    <a:pt x="134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95;p60">
              <a:extLst>
                <a:ext uri="{FF2B5EF4-FFF2-40B4-BE49-F238E27FC236}">
                  <a16:creationId xmlns:a16="http://schemas.microsoft.com/office/drawing/2014/main" id="{398765C7-4C1E-3277-85A3-F8183EA01F8C}"/>
                </a:ext>
              </a:extLst>
            </p:cNvPr>
            <p:cNvSpPr/>
            <p:nvPr/>
          </p:nvSpPr>
          <p:spPr>
            <a:xfrm>
              <a:off x="3118050" y="3295475"/>
              <a:ext cx="1134350" cy="656650"/>
            </a:xfrm>
            <a:custGeom>
              <a:avLst/>
              <a:gdLst/>
              <a:ahLst/>
              <a:cxnLst/>
              <a:rect l="l" t="t" r="r" b="b"/>
              <a:pathLst>
                <a:path w="45374" h="26266" extrusionOk="0">
                  <a:moveTo>
                    <a:pt x="0" y="0"/>
                  </a:moveTo>
                  <a:lnTo>
                    <a:pt x="0" y="26266"/>
                  </a:lnTo>
                  <a:lnTo>
                    <a:pt x="45374" y="26266"/>
                  </a:lnTo>
                  <a:lnTo>
                    <a:pt x="453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96;p60">
              <a:extLst>
                <a:ext uri="{FF2B5EF4-FFF2-40B4-BE49-F238E27FC236}">
                  <a16:creationId xmlns:a16="http://schemas.microsoft.com/office/drawing/2014/main" id="{017D29EE-E6BC-EB49-E970-CC465023F85A}"/>
                </a:ext>
              </a:extLst>
            </p:cNvPr>
            <p:cNvSpPr/>
            <p:nvPr/>
          </p:nvSpPr>
          <p:spPr>
            <a:xfrm>
              <a:off x="3155850" y="3334525"/>
              <a:ext cx="1063775" cy="583575"/>
            </a:xfrm>
            <a:custGeom>
              <a:avLst/>
              <a:gdLst/>
              <a:ahLst/>
              <a:cxnLst/>
              <a:rect l="l" t="t" r="r" b="b"/>
              <a:pathLst>
                <a:path w="42551" h="23343" extrusionOk="0">
                  <a:moveTo>
                    <a:pt x="1" y="1"/>
                  </a:moveTo>
                  <a:lnTo>
                    <a:pt x="1" y="23343"/>
                  </a:lnTo>
                  <a:lnTo>
                    <a:pt x="42551" y="23343"/>
                  </a:lnTo>
                  <a:lnTo>
                    <a:pt x="425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97;p60">
              <a:extLst>
                <a:ext uri="{FF2B5EF4-FFF2-40B4-BE49-F238E27FC236}">
                  <a16:creationId xmlns:a16="http://schemas.microsoft.com/office/drawing/2014/main" id="{8D76331B-50FA-BBBB-F84D-6A238EC146A6}"/>
                </a:ext>
              </a:extLst>
            </p:cNvPr>
            <p:cNvSpPr/>
            <p:nvPr/>
          </p:nvSpPr>
          <p:spPr>
            <a:xfrm>
              <a:off x="3163425" y="3339575"/>
              <a:ext cx="1041075" cy="568450"/>
            </a:xfrm>
            <a:custGeom>
              <a:avLst/>
              <a:gdLst/>
              <a:ahLst/>
              <a:cxnLst/>
              <a:rect l="l" t="t" r="r" b="b"/>
              <a:pathLst>
                <a:path w="41643" h="22738" extrusionOk="0">
                  <a:moveTo>
                    <a:pt x="0" y="1"/>
                  </a:moveTo>
                  <a:lnTo>
                    <a:pt x="0" y="22737"/>
                  </a:lnTo>
                  <a:lnTo>
                    <a:pt x="41643" y="22737"/>
                  </a:lnTo>
                  <a:lnTo>
                    <a:pt x="416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98;p60">
              <a:extLst>
                <a:ext uri="{FF2B5EF4-FFF2-40B4-BE49-F238E27FC236}">
                  <a16:creationId xmlns:a16="http://schemas.microsoft.com/office/drawing/2014/main" id="{BE097BF8-A757-094B-169B-BF965456F61A}"/>
                </a:ext>
              </a:extLst>
            </p:cNvPr>
            <p:cNvSpPr/>
            <p:nvPr/>
          </p:nvSpPr>
          <p:spPr>
            <a:xfrm>
              <a:off x="3394075" y="3383700"/>
              <a:ext cx="811700" cy="494075"/>
            </a:xfrm>
            <a:custGeom>
              <a:avLst/>
              <a:gdLst/>
              <a:ahLst/>
              <a:cxnLst/>
              <a:rect l="l" t="t" r="r" b="b"/>
              <a:pathLst>
                <a:path w="32468" h="19763" extrusionOk="0">
                  <a:moveTo>
                    <a:pt x="0" y="0"/>
                  </a:moveTo>
                  <a:lnTo>
                    <a:pt x="0" y="19763"/>
                  </a:lnTo>
                  <a:lnTo>
                    <a:pt x="32467" y="19763"/>
                  </a:lnTo>
                  <a:lnTo>
                    <a:pt x="3246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99;p60">
              <a:extLst>
                <a:ext uri="{FF2B5EF4-FFF2-40B4-BE49-F238E27FC236}">
                  <a16:creationId xmlns:a16="http://schemas.microsoft.com/office/drawing/2014/main" id="{53658F80-F695-EAA6-31B0-6A9A1763E5C7}"/>
                </a:ext>
              </a:extLst>
            </p:cNvPr>
            <p:cNvSpPr/>
            <p:nvPr/>
          </p:nvSpPr>
          <p:spPr>
            <a:xfrm>
              <a:off x="3625975" y="3458050"/>
              <a:ext cx="334025" cy="334025"/>
            </a:xfrm>
            <a:custGeom>
              <a:avLst/>
              <a:gdLst/>
              <a:ahLst/>
              <a:cxnLst/>
              <a:rect l="l" t="t" r="r" b="b"/>
              <a:pathLst>
                <a:path w="13361" h="13361" extrusionOk="0">
                  <a:moveTo>
                    <a:pt x="6655" y="0"/>
                  </a:moveTo>
                  <a:cubicBezTo>
                    <a:pt x="2975" y="0"/>
                    <a:pt x="0" y="2975"/>
                    <a:pt x="0" y="6655"/>
                  </a:cubicBezTo>
                  <a:cubicBezTo>
                    <a:pt x="0" y="10335"/>
                    <a:pt x="2975" y="13360"/>
                    <a:pt x="6655" y="13360"/>
                  </a:cubicBezTo>
                  <a:cubicBezTo>
                    <a:pt x="10335" y="13360"/>
                    <a:pt x="13360" y="10335"/>
                    <a:pt x="13360" y="6655"/>
                  </a:cubicBezTo>
                  <a:cubicBezTo>
                    <a:pt x="13360" y="2975"/>
                    <a:pt x="10335" y="0"/>
                    <a:pt x="66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00;p60">
              <a:extLst>
                <a:ext uri="{FF2B5EF4-FFF2-40B4-BE49-F238E27FC236}">
                  <a16:creationId xmlns:a16="http://schemas.microsoft.com/office/drawing/2014/main" id="{08CB3AEF-C789-B273-E720-309E97A38A58}"/>
                </a:ext>
              </a:extLst>
            </p:cNvPr>
            <p:cNvSpPr/>
            <p:nvPr/>
          </p:nvSpPr>
          <p:spPr>
            <a:xfrm>
              <a:off x="3685200" y="3517275"/>
              <a:ext cx="214300" cy="214300"/>
            </a:xfrm>
            <a:custGeom>
              <a:avLst/>
              <a:gdLst/>
              <a:ahLst/>
              <a:cxnLst/>
              <a:rect l="l" t="t" r="r" b="b"/>
              <a:pathLst>
                <a:path w="8572" h="8572" extrusionOk="0">
                  <a:moveTo>
                    <a:pt x="4286" y="1"/>
                  </a:moveTo>
                  <a:cubicBezTo>
                    <a:pt x="1917" y="1"/>
                    <a:pt x="1" y="1917"/>
                    <a:pt x="1" y="4286"/>
                  </a:cubicBezTo>
                  <a:cubicBezTo>
                    <a:pt x="1" y="6656"/>
                    <a:pt x="1917" y="8571"/>
                    <a:pt x="4286" y="8571"/>
                  </a:cubicBezTo>
                  <a:cubicBezTo>
                    <a:pt x="6656" y="8571"/>
                    <a:pt x="8571" y="6656"/>
                    <a:pt x="8571" y="4286"/>
                  </a:cubicBezTo>
                  <a:cubicBezTo>
                    <a:pt x="8571" y="1917"/>
                    <a:pt x="6656" y="1"/>
                    <a:pt x="42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01;p60">
              <a:extLst>
                <a:ext uri="{FF2B5EF4-FFF2-40B4-BE49-F238E27FC236}">
                  <a16:creationId xmlns:a16="http://schemas.microsoft.com/office/drawing/2014/main" id="{85C7EBBD-EB60-512C-3EF1-BD3470E97C30}"/>
                </a:ext>
              </a:extLst>
            </p:cNvPr>
            <p:cNvSpPr/>
            <p:nvPr/>
          </p:nvSpPr>
          <p:spPr>
            <a:xfrm>
              <a:off x="3749500" y="3582825"/>
              <a:ext cx="85725" cy="84475"/>
            </a:xfrm>
            <a:custGeom>
              <a:avLst/>
              <a:gdLst/>
              <a:ahLst/>
              <a:cxnLst/>
              <a:rect l="l" t="t" r="r" b="b"/>
              <a:pathLst>
                <a:path w="3429" h="3379" extrusionOk="0">
                  <a:moveTo>
                    <a:pt x="1714" y="1"/>
                  </a:moveTo>
                  <a:cubicBezTo>
                    <a:pt x="756" y="1"/>
                    <a:pt x="0" y="757"/>
                    <a:pt x="0" y="1664"/>
                  </a:cubicBezTo>
                  <a:cubicBezTo>
                    <a:pt x="0" y="2622"/>
                    <a:pt x="756" y="3378"/>
                    <a:pt x="1714" y="3378"/>
                  </a:cubicBezTo>
                  <a:cubicBezTo>
                    <a:pt x="2672" y="3378"/>
                    <a:pt x="3428" y="2622"/>
                    <a:pt x="3428" y="1664"/>
                  </a:cubicBezTo>
                  <a:cubicBezTo>
                    <a:pt x="3428" y="757"/>
                    <a:pt x="2672" y="1"/>
                    <a:pt x="17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802;p60">
              <a:extLst>
                <a:ext uri="{FF2B5EF4-FFF2-40B4-BE49-F238E27FC236}">
                  <a16:creationId xmlns:a16="http://schemas.microsoft.com/office/drawing/2014/main" id="{11E6C2EE-6067-B575-8BB5-69F1D1F75684}"/>
                </a:ext>
              </a:extLst>
            </p:cNvPr>
            <p:cNvSpPr/>
            <p:nvPr/>
          </p:nvSpPr>
          <p:spPr>
            <a:xfrm>
              <a:off x="3770925" y="3603000"/>
              <a:ext cx="44125" cy="44125"/>
            </a:xfrm>
            <a:custGeom>
              <a:avLst/>
              <a:gdLst/>
              <a:ahLst/>
              <a:cxnLst/>
              <a:rect l="l" t="t" r="r" b="b"/>
              <a:pathLst>
                <a:path w="1765" h="1765" extrusionOk="0">
                  <a:moveTo>
                    <a:pt x="857" y="0"/>
                  </a:moveTo>
                  <a:cubicBezTo>
                    <a:pt x="353" y="0"/>
                    <a:pt x="0" y="403"/>
                    <a:pt x="0" y="857"/>
                  </a:cubicBezTo>
                  <a:cubicBezTo>
                    <a:pt x="0" y="1361"/>
                    <a:pt x="353" y="1765"/>
                    <a:pt x="857" y="1765"/>
                  </a:cubicBezTo>
                  <a:cubicBezTo>
                    <a:pt x="1361" y="1765"/>
                    <a:pt x="1765" y="1361"/>
                    <a:pt x="1765" y="857"/>
                  </a:cubicBezTo>
                  <a:cubicBezTo>
                    <a:pt x="1765" y="403"/>
                    <a:pt x="1361" y="0"/>
                    <a:pt x="857" y="0"/>
                  </a:cubicBezTo>
                  <a:close/>
                </a:path>
              </a:pathLst>
            </a:custGeom>
            <a:solidFill>
              <a:srgbClr val="5151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803;p60">
              <a:extLst>
                <a:ext uri="{FF2B5EF4-FFF2-40B4-BE49-F238E27FC236}">
                  <a16:creationId xmlns:a16="http://schemas.microsoft.com/office/drawing/2014/main" id="{DFE16857-1C56-40CD-5A73-8A92D33C6A26}"/>
                </a:ext>
              </a:extLst>
            </p:cNvPr>
            <p:cNvSpPr/>
            <p:nvPr/>
          </p:nvSpPr>
          <p:spPr>
            <a:xfrm>
              <a:off x="3997775" y="3519800"/>
              <a:ext cx="253375" cy="367525"/>
            </a:xfrm>
            <a:custGeom>
              <a:avLst/>
              <a:gdLst/>
              <a:ahLst/>
              <a:cxnLst/>
              <a:rect l="l" t="t" r="r" b="b"/>
              <a:pathLst>
                <a:path w="10135" h="14701" extrusionOk="0">
                  <a:moveTo>
                    <a:pt x="2169" y="1"/>
                  </a:moveTo>
                  <a:cubicBezTo>
                    <a:pt x="1160" y="656"/>
                    <a:pt x="354" y="2572"/>
                    <a:pt x="757" y="3580"/>
                  </a:cubicBezTo>
                  <a:cubicBezTo>
                    <a:pt x="1362" y="5093"/>
                    <a:pt x="51" y="8118"/>
                    <a:pt x="1" y="8672"/>
                  </a:cubicBezTo>
                  <a:cubicBezTo>
                    <a:pt x="1" y="8823"/>
                    <a:pt x="121" y="8873"/>
                    <a:pt x="298" y="8873"/>
                  </a:cubicBezTo>
                  <a:cubicBezTo>
                    <a:pt x="646" y="8873"/>
                    <a:pt x="1216" y="8680"/>
                    <a:pt x="1538" y="8680"/>
                  </a:cubicBezTo>
                  <a:cubicBezTo>
                    <a:pt x="1653" y="8680"/>
                    <a:pt x="1736" y="8705"/>
                    <a:pt x="1765" y="8773"/>
                  </a:cubicBezTo>
                  <a:cubicBezTo>
                    <a:pt x="1917" y="9176"/>
                    <a:pt x="1261" y="9932"/>
                    <a:pt x="1362" y="10285"/>
                  </a:cubicBezTo>
                  <a:cubicBezTo>
                    <a:pt x="1513" y="10537"/>
                    <a:pt x="2370" y="10638"/>
                    <a:pt x="2370" y="10638"/>
                  </a:cubicBezTo>
                  <a:cubicBezTo>
                    <a:pt x="2370" y="10638"/>
                    <a:pt x="1816" y="10941"/>
                    <a:pt x="1765" y="11193"/>
                  </a:cubicBezTo>
                  <a:cubicBezTo>
                    <a:pt x="1513" y="11999"/>
                    <a:pt x="2421" y="11949"/>
                    <a:pt x="2370" y="12352"/>
                  </a:cubicBezTo>
                  <a:cubicBezTo>
                    <a:pt x="2320" y="12705"/>
                    <a:pt x="1564" y="13361"/>
                    <a:pt x="2572" y="14268"/>
                  </a:cubicBezTo>
                  <a:cubicBezTo>
                    <a:pt x="2869" y="14565"/>
                    <a:pt x="3250" y="14701"/>
                    <a:pt x="3697" y="14701"/>
                  </a:cubicBezTo>
                  <a:cubicBezTo>
                    <a:pt x="4766" y="14701"/>
                    <a:pt x="6216" y="13929"/>
                    <a:pt x="7815" y="12756"/>
                  </a:cubicBezTo>
                  <a:cubicBezTo>
                    <a:pt x="10134" y="11243"/>
                    <a:pt x="2169" y="1"/>
                    <a:pt x="2169" y="1"/>
                  </a:cubicBezTo>
                  <a:close/>
                </a:path>
              </a:pathLst>
            </a:custGeom>
            <a:solidFill>
              <a:srgbClr val="FFB1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04;p60">
              <a:extLst>
                <a:ext uri="{FF2B5EF4-FFF2-40B4-BE49-F238E27FC236}">
                  <a16:creationId xmlns:a16="http://schemas.microsoft.com/office/drawing/2014/main" id="{5CC7D54A-CAEB-D548-5505-364BC917621D}"/>
                </a:ext>
              </a:extLst>
            </p:cNvPr>
            <p:cNvSpPr/>
            <p:nvPr/>
          </p:nvSpPr>
          <p:spPr>
            <a:xfrm>
              <a:off x="3835200" y="3370900"/>
              <a:ext cx="1024700" cy="1354525"/>
            </a:xfrm>
            <a:custGeom>
              <a:avLst/>
              <a:gdLst/>
              <a:ahLst/>
              <a:cxnLst/>
              <a:rect l="l" t="t" r="r" b="b"/>
              <a:pathLst>
                <a:path w="40988" h="54181" extrusionOk="0">
                  <a:moveTo>
                    <a:pt x="20261" y="1"/>
                  </a:moveTo>
                  <a:cubicBezTo>
                    <a:pt x="14048" y="1"/>
                    <a:pt x="5687" y="3880"/>
                    <a:pt x="5294" y="5503"/>
                  </a:cubicBezTo>
                  <a:cubicBezTo>
                    <a:pt x="4840" y="7016"/>
                    <a:pt x="11444" y="15082"/>
                    <a:pt x="11243" y="20174"/>
                  </a:cubicBezTo>
                  <a:cubicBezTo>
                    <a:pt x="11092" y="24459"/>
                    <a:pt x="7210" y="24106"/>
                    <a:pt x="6705" y="24862"/>
                  </a:cubicBezTo>
                  <a:cubicBezTo>
                    <a:pt x="4084" y="25215"/>
                    <a:pt x="3378" y="26425"/>
                    <a:pt x="1664" y="27635"/>
                  </a:cubicBezTo>
                  <a:cubicBezTo>
                    <a:pt x="0" y="28795"/>
                    <a:pt x="13007" y="51078"/>
                    <a:pt x="12654" y="52741"/>
                  </a:cubicBezTo>
                  <a:cubicBezTo>
                    <a:pt x="12517" y="53336"/>
                    <a:pt x="24093" y="54180"/>
                    <a:pt x="27325" y="54180"/>
                  </a:cubicBezTo>
                  <a:cubicBezTo>
                    <a:pt x="27653" y="54180"/>
                    <a:pt x="27896" y="54172"/>
                    <a:pt x="28031" y="54153"/>
                  </a:cubicBezTo>
                  <a:cubicBezTo>
                    <a:pt x="39172" y="52741"/>
                    <a:pt x="39979" y="51078"/>
                    <a:pt x="39979" y="50674"/>
                  </a:cubicBezTo>
                  <a:cubicBezTo>
                    <a:pt x="39929" y="49969"/>
                    <a:pt x="40987" y="38373"/>
                    <a:pt x="33879" y="28795"/>
                  </a:cubicBezTo>
                  <a:cubicBezTo>
                    <a:pt x="33375" y="28139"/>
                    <a:pt x="29846" y="25618"/>
                    <a:pt x="29090" y="25266"/>
                  </a:cubicBezTo>
                  <a:cubicBezTo>
                    <a:pt x="27476" y="24459"/>
                    <a:pt x="26821" y="22089"/>
                    <a:pt x="26821" y="22089"/>
                  </a:cubicBezTo>
                  <a:cubicBezTo>
                    <a:pt x="26821" y="22089"/>
                    <a:pt x="25712" y="15536"/>
                    <a:pt x="27073" y="11906"/>
                  </a:cubicBezTo>
                  <a:cubicBezTo>
                    <a:pt x="29090" y="6612"/>
                    <a:pt x="25813" y="210"/>
                    <a:pt x="20721" y="8"/>
                  </a:cubicBezTo>
                  <a:cubicBezTo>
                    <a:pt x="20569" y="3"/>
                    <a:pt x="20416" y="1"/>
                    <a:pt x="202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805;p60">
              <a:extLst>
                <a:ext uri="{FF2B5EF4-FFF2-40B4-BE49-F238E27FC236}">
                  <a16:creationId xmlns:a16="http://schemas.microsoft.com/office/drawing/2014/main" id="{B639C8F0-C4D1-97DE-03D8-769A43E5CDF5}"/>
                </a:ext>
              </a:extLst>
            </p:cNvPr>
            <p:cNvSpPr/>
            <p:nvPr/>
          </p:nvSpPr>
          <p:spPr>
            <a:xfrm>
              <a:off x="3792350" y="3517275"/>
              <a:ext cx="5050" cy="32800"/>
            </a:xfrm>
            <a:custGeom>
              <a:avLst/>
              <a:gdLst/>
              <a:ahLst/>
              <a:cxnLst/>
              <a:rect l="l" t="t" r="r" b="b"/>
              <a:pathLst>
                <a:path w="202" h="1312" extrusionOk="0">
                  <a:moveTo>
                    <a:pt x="0" y="1"/>
                  </a:moveTo>
                  <a:lnTo>
                    <a:pt x="0" y="1312"/>
                  </a:lnTo>
                  <a:lnTo>
                    <a:pt x="202" y="1312"/>
                  </a:lnTo>
                  <a:lnTo>
                    <a:pt x="2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806;p60">
              <a:extLst>
                <a:ext uri="{FF2B5EF4-FFF2-40B4-BE49-F238E27FC236}">
                  <a16:creationId xmlns:a16="http://schemas.microsoft.com/office/drawing/2014/main" id="{07EEB1A4-1CEE-CB6B-3697-0E6D5DB59C2B}"/>
                </a:ext>
              </a:extLst>
            </p:cNvPr>
            <p:cNvSpPr/>
            <p:nvPr/>
          </p:nvSpPr>
          <p:spPr>
            <a:xfrm>
              <a:off x="3792350" y="3458050"/>
              <a:ext cx="5050" cy="16400"/>
            </a:xfrm>
            <a:custGeom>
              <a:avLst/>
              <a:gdLst/>
              <a:ahLst/>
              <a:cxnLst/>
              <a:rect l="l" t="t" r="r" b="b"/>
              <a:pathLst>
                <a:path w="202" h="656" extrusionOk="0">
                  <a:moveTo>
                    <a:pt x="0" y="0"/>
                  </a:moveTo>
                  <a:lnTo>
                    <a:pt x="0" y="656"/>
                  </a:lnTo>
                  <a:lnTo>
                    <a:pt x="202" y="656"/>
                  </a:lnTo>
                  <a:lnTo>
                    <a:pt x="2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807;p60">
              <a:extLst>
                <a:ext uri="{FF2B5EF4-FFF2-40B4-BE49-F238E27FC236}">
                  <a16:creationId xmlns:a16="http://schemas.microsoft.com/office/drawing/2014/main" id="{DFF03E80-AD64-C17D-2805-76C0C0295E09}"/>
                </a:ext>
              </a:extLst>
            </p:cNvPr>
            <p:cNvSpPr/>
            <p:nvPr/>
          </p:nvSpPr>
          <p:spPr>
            <a:xfrm>
              <a:off x="3707900" y="3478225"/>
              <a:ext cx="12625" cy="17650"/>
            </a:xfrm>
            <a:custGeom>
              <a:avLst/>
              <a:gdLst/>
              <a:ahLst/>
              <a:cxnLst/>
              <a:rect l="l" t="t" r="r" b="b"/>
              <a:pathLst>
                <a:path w="505" h="706" extrusionOk="0">
                  <a:moveTo>
                    <a:pt x="152" y="0"/>
                  </a:moveTo>
                  <a:lnTo>
                    <a:pt x="0" y="101"/>
                  </a:lnTo>
                  <a:lnTo>
                    <a:pt x="353" y="706"/>
                  </a:lnTo>
                  <a:lnTo>
                    <a:pt x="505" y="605"/>
                  </a:lnTo>
                  <a:lnTo>
                    <a:pt x="1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808;p60">
              <a:extLst>
                <a:ext uri="{FF2B5EF4-FFF2-40B4-BE49-F238E27FC236}">
                  <a16:creationId xmlns:a16="http://schemas.microsoft.com/office/drawing/2014/main" id="{FA7D55DC-8A5B-939C-D24C-417BBC6C3DC4}"/>
                </a:ext>
              </a:extLst>
            </p:cNvPr>
            <p:cNvSpPr/>
            <p:nvPr/>
          </p:nvSpPr>
          <p:spPr>
            <a:xfrm>
              <a:off x="3647400" y="3537450"/>
              <a:ext cx="17675" cy="12625"/>
            </a:xfrm>
            <a:custGeom>
              <a:avLst/>
              <a:gdLst/>
              <a:ahLst/>
              <a:cxnLst/>
              <a:rect l="l" t="t" r="r" b="b"/>
              <a:pathLst>
                <a:path w="707" h="505" extrusionOk="0">
                  <a:moveTo>
                    <a:pt x="101" y="1"/>
                  </a:moveTo>
                  <a:lnTo>
                    <a:pt x="1" y="152"/>
                  </a:lnTo>
                  <a:lnTo>
                    <a:pt x="605" y="505"/>
                  </a:lnTo>
                  <a:lnTo>
                    <a:pt x="706" y="354"/>
                  </a:lnTo>
                  <a:lnTo>
                    <a:pt x="1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809;p60">
              <a:extLst>
                <a:ext uri="{FF2B5EF4-FFF2-40B4-BE49-F238E27FC236}">
                  <a16:creationId xmlns:a16="http://schemas.microsoft.com/office/drawing/2014/main" id="{D61333EA-AE1B-1D57-CDF4-260A75A345D2}"/>
                </a:ext>
              </a:extLst>
            </p:cNvPr>
            <p:cNvSpPr/>
            <p:nvPr/>
          </p:nvSpPr>
          <p:spPr>
            <a:xfrm>
              <a:off x="3624725" y="3620625"/>
              <a:ext cx="17650" cy="3825"/>
            </a:xfrm>
            <a:custGeom>
              <a:avLst/>
              <a:gdLst/>
              <a:ahLst/>
              <a:cxnLst/>
              <a:rect l="l" t="t" r="r" b="b"/>
              <a:pathLst>
                <a:path w="706" h="153" extrusionOk="0">
                  <a:moveTo>
                    <a:pt x="0" y="1"/>
                  </a:moveTo>
                  <a:lnTo>
                    <a:pt x="0" y="152"/>
                  </a:lnTo>
                  <a:lnTo>
                    <a:pt x="706" y="152"/>
                  </a:lnTo>
                  <a:lnTo>
                    <a:pt x="7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810;p60">
              <a:extLst>
                <a:ext uri="{FF2B5EF4-FFF2-40B4-BE49-F238E27FC236}">
                  <a16:creationId xmlns:a16="http://schemas.microsoft.com/office/drawing/2014/main" id="{73B32A8A-083B-F386-CF65-28457D0BE27A}"/>
                </a:ext>
              </a:extLst>
            </p:cNvPr>
            <p:cNvSpPr/>
            <p:nvPr/>
          </p:nvSpPr>
          <p:spPr>
            <a:xfrm>
              <a:off x="3644875" y="3695000"/>
              <a:ext cx="17675" cy="12625"/>
            </a:xfrm>
            <a:custGeom>
              <a:avLst/>
              <a:gdLst/>
              <a:ahLst/>
              <a:cxnLst/>
              <a:rect l="l" t="t" r="r" b="b"/>
              <a:pathLst>
                <a:path w="707" h="505" extrusionOk="0">
                  <a:moveTo>
                    <a:pt x="606" y="0"/>
                  </a:moveTo>
                  <a:lnTo>
                    <a:pt x="1" y="353"/>
                  </a:lnTo>
                  <a:lnTo>
                    <a:pt x="102" y="505"/>
                  </a:lnTo>
                  <a:lnTo>
                    <a:pt x="706" y="152"/>
                  </a:lnTo>
                  <a:lnTo>
                    <a:pt x="606" y="0"/>
                  </a:ln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811;p60">
              <a:extLst>
                <a:ext uri="{FF2B5EF4-FFF2-40B4-BE49-F238E27FC236}">
                  <a16:creationId xmlns:a16="http://schemas.microsoft.com/office/drawing/2014/main" id="{11124B54-3FC0-E19A-BF2A-F51F66E76100}"/>
                </a:ext>
              </a:extLst>
            </p:cNvPr>
            <p:cNvSpPr/>
            <p:nvPr/>
          </p:nvSpPr>
          <p:spPr>
            <a:xfrm>
              <a:off x="3704125" y="3752975"/>
              <a:ext cx="12625" cy="16400"/>
            </a:xfrm>
            <a:custGeom>
              <a:avLst/>
              <a:gdLst/>
              <a:ahLst/>
              <a:cxnLst/>
              <a:rect l="l" t="t" r="r" b="b"/>
              <a:pathLst>
                <a:path w="505" h="656" extrusionOk="0">
                  <a:moveTo>
                    <a:pt x="353" y="0"/>
                  </a:moveTo>
                  <a:lnTo>
                    <a:pt x="0" y="555"/>
                  </a:lnTo>
                  <a:lnTo>
                    <a:pt x="202" y="656"/>
                  </a:lnTo>
                  <a:lnTo>
                    <a:pt x="504" y="51"/>
                  </a:lnTo>
                  <a:lnTo>
                    <a:pt x="353" y="0"/>
                  </a:ln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812;p60">
              <a:extLst>
                <a:ext uri="{FF2B5EF4-FFF2-40B4-BE49-F238E27FC236}">
                  <a16:creationId xmlns:a16="http://schemas.microsoft.com/office/drawing/2014/main" id="{10A70EB4-5D5D-9A0D-BB20-87CD3764A9C7}"/>
                </a:ext>
              </a:extLst>
            </p:cNvPr>
            <p:cNvSpPr/>
            <p:nvPr/>
          </p:nvSpPr>
          <p:spPr>
            <a:xfrm>
              <a:off x="3787300" y="3774400"/>
              <a:ext cx="5075" cy="17675"/>
            </a:xfrm>
            <a:custGeom>
              <a:avLst/>
              <a:gdLst/>
              <a:ahLst/>
              <a:cxnLst/>
              <a:rect l="l" t="t" r="r" b="b"/>
              <a:pathLst>
                <a:path w="203" h="707" extrusionOk="0">
                  <a:moveTo>
                    <a:pt x="1" y="1"/>
                  </a:moveTo>
                  <a:lnTo>
                    <a:pt x="1" y="706"/>
                  </a:lnTo>
                  <a:lnTo>
                    <a:pt x="202" y="706"/>
                  </a:lnTo>
                  <a:lnTo>
                    <a:pt x="2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813;p60">
              <a:extLst>
                <a:ext uri="{FF2B5EF4-FFF2-40B4-BE49-F238E27FC236}">
                  <a16:creationId xmlns:a16="http://schemas.microsoft.com/office/drawing/2014/main" id="{F6EE634D-E4CE-3F20-512D-743C3B156EDD}"/>
                </a:ext>
              </a:extLst>
            </p:cNvPr>
            <p:cNvSpPr/>
            <p:nvPr/>
          </p:nvSpPr>
          <p:spPr>
            <a:xfrm>
              <a:off x="3862925" y="3755500"/>
              <a:ext cx="12625" cy="16400"/>
            </a:xfrm>
            <a:custGeom>
              <a:avLst/>
              <a:gdLst/>
              <a:ahLst/>
              <a:cxnLst/>
              <a:rect l="l" t="t" r="r" b="b"/>
              <a:pathLst>
                <a:path w="505" h="656" extrusionOk="0">
                  <a:moveTo>
                    <a:pt x="152" y="0"/>
                  </a:moveTo>
                  <a:lnTo>
                    <a:pt x="0" y="51"/>
                  </a:lnTo>
                  <a:lnTo>
                    <a:pt x="353" y="656"/>
                  </a:lnTo>
                  <a:lnTo>
                    <a:pt x="505" y="555"/>
                  </a:lnTo>
                  <a:lnTo>
                    <a:pt x="1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814;p60">
              <a:extLst>
                <a:ext uri="{FF2B5EF4-FFF2-40B4-BE49-F238E27FC236}">
                  <a16:creationId xmlns:a16="http://schemas.microsoft.com/office/drawing/2014/main" id="{43B479BA-6DD4-67EC-1223-0A25D5B0944F}"/>
                </a:ext>
              </a:extLst>
            </p:cNvPr>
            <p:cNvSpPr/>
            <p:nvPr/>
          </p:nvSpPr>
          <p:spPr>
            <a:xfrm>
              <a:off x="3918375" y="3700050"/>
              <a:ext cx="17675" cy="12625"/>
            </a:xfrm>
            <a:custGeom>
              <a:avLst/>
              <a:gdLst/>
              <a:ahLst/>
              <a:cxnLst/>
              <a:rect l="l" t="t" r="r" b="b"/>
              <a:pathLst>
                <a:path w="707" h="505" extrusionOk="0">
                  <a:moveTo>
                    <a:pt x="101" y="0"/>
                  </a:moveTo>
                  <a:lnTo>
                    <a:pt x="1" y="151"/>
                  </a:lnTo>
                  <a:lnTo>
                    <a:pt x="606" y="504"/>
                  </a:lnTo>
                  <a:lnTo>
                    <a:pt x="706" y="353"/>
                  </a:lnTo>
                  <a:lnTo>
                    <a:pt x="1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815;p60">
              <a:extLst>
                <a:ext uri="{FF2B5EF4-FFF2-40B4-BE49-F238E27FC236}">
                  <a16:creationId xmlns:a16="http://schemas.microsoft.com/office/drawing/2014/main" id="{7592854F-8E8C-2030-B7A2-F1CD322D0F71}"/>
                </a:ext>
              </a:extLst>
            </p:cNvPr>
            <p:cNvSpPr/>
            <p:nvPr/>
          </p:nvSpPr>
          <p:spPr>
            <a:xfrm>
              <a:off x="3941075" y="3625675"/>
              <a:ext cx="17650" cy="3800"/>
            </a:xfrm>
            <a:custGeom>
              <a:avLst/>
              <a:gdLst/>
              <a:ahLst/>
              <a:cxnLst/>
              <a:rect l="l" t="t" r="r" b="b"/>
              <a:pathLst>
                <a:path w="706" h="152" extrusionOk="0">
                  <a:moveTo>
                    <a:pt x="0" y="1"/>
                  </a:moveTo>
                  <a:lnTo>
                    <a:pt x="0" y="152"/>
                  </a:lnTo>
                  <a:lnTo>
                    <a:pt x="706" y="152"/>
                  </a:lnTo>
                  <a:lnTo>
                    <a:pt x="7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816;p60">
              <a:extLst>
                <a:ext uri="{FF2B5EF4-FFF2-40B4-BE49-F238E27FC236}">
                  <a16:creationId xmlns:a16="http://schemas.microsoft.com/office/drawing/2014/main" id="{8FDBB4B0-49BC-C18C-5C06-6F81C6354DD1}"/>
                </a:ext>
              </a:extLst>
            </p:cNvPr>
            <p:cNvSpPr/>
            <p:nvPr/>
          </p:nvSpPr>
          <p:spPr>
            <a:xfrm>
              <a:off x="3920900" y="3541225"/>
              <a:ext cx="17675" cy="12625"/>
            </a:xfrm>
            <a:custGeom>
              <a:avLst/>
              <a:gdLst/>
              <a:ahLst/>
              <a:cxnLst/>
              <a:rect l="l" t="t" r="r" b="b"/>
              <a:pathLst>
                <a:path w="707" h="505" extrusionOk="0">
                  <a:moveTo>
                    <a:pt x="605" y="1"/>
                  </a:moveTo>
                  <a:lnTo>
                    <a:pt x="0" y="354"/>
                  </a:lnTo>
                  <a:lnTo>
                    <a:pt x="101" y="505"/>
                  </a:lnTo>
                  <a:lnTo>
                    <a:pt x="706" y="203"/>
                  </a:lnTo>
                  <a:lnTo>
                    <a:pt x="60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817;p60">
              <a:extLst>
                <a:ext uri="{FF2B5EF4-FFF2-40B4-BE49-F238E27FC236}">
                  <a16:creationId xmlns:a16="http://schemas.microsoft.com/office/drawing/2014/main" id="{061F628B-9BE6-A24D-CE5E-895665FF8202}"/>
                </a:ext>
              </a:extLst>
            </p:cNvPr>
            <p:cNvSpPr/>
            <p:nvPr/>
          </p:nvSpPr>
          <p:spPr>
            <a:xfrm>
              <a:off x="3866700" y="3482000"/>
              <a:ext cx="12625" cy="15150"/>
            </a:xfrm>
            <a:custGeom>
              <a:avLst/>
              <a:gdLst/>
              <a:ahLst/>
              <a:cxnLst/>
              <a:rect l="l" t="t" r="r" b="b"/>
              <a:pathLst>
                <a:path w="505" h="606" extrusionOk="0">
                  <a:moveTo>
                    <a:pt x="354" y="0"/>
                  </a:moveTo>
                  <a:lnTo>
                    <a:pt x="1" y="555"/>
                  </a:lnTo>
                  <a:lnTo>
                    <a:pt x="202" y="605"/>
                  </a:lnTo>
                  <a:lnTo>
                    <a:pt x="505" y="51"/>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818;p60">
              <a:extLst>
                <a:ext uri="{FF2B5EF4-FFF2-40B4-BE49-F238E27FC236}">
                  <a16:creationId xmlns:a16="http://schemas.microsoft.com/office/drawing/2014/main" id="{4F7A95F1-6CF6-2A93-201F-BD2865689625}"/>
                </a:ext>
              </a:extLst>
            </p:cNvPr>
            <p:cNvSpPr/>
            <p:nvPr/>
          </p:nvSpPr>
          <p:spPr>
            <a:xfrm>
              <a:off x="3739400" y="3529900"/>
              <a:ext cx="20200" cy="31525"/>
            </a:xfrm>
            <a:custGeom>
              <a:avLst/>
              <a:gdLst/>
              <a:ahLst/>
              <a:cxnLst/>
              <a:rect l="l" t="t" r="r" b="b"/>
              <a:pathLst>
                <a:path w="808" h="1261" extrusionOk="0">
                  <a:moveTo>
                    <a:pt x="102" y="0"/>
                  </a:moveTo>
                  <a:lnTo>
                    <a:pt x="1" y="101"/>
                  </a:lnTo>
                  <a:lnTo>
                    <a:pt x="606" y="1260"/>
                  </a:lnTo>
                  <a:lnTo>
                    <a:pt x="807" y="1160"/>
                  </a:lnTo>
                  <a:lnTo>
                    <a:pt x="1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819;p60">
              <a:extLst>
                <a:ext uri="{FF2B5EF4-FFF2-40B4-BE49-F238E27FC236}">
                  <a16:creationId xmlns:a16="http://schemas.microsoft.com/office/drawing/2014/main" id="{D3505DF2-D1C7-6BB0-4179-2304C109D725}"/>
                </a:ext>
              </a:extLst>
            </p:cNvPr>
            <p:cNvSpPr/>
            <p:nvPr/>
          </p:nvSpPr>
          <p:spPr>
            <a:xfrm>
              <a:off x="3699075" y="3567700"/>
              <a:ext cx="30275" cy="21450"/>
            </a:xfrm>
            <a:custGeom>
              <a:avLst/>
              <a:gdLst/>
              <a:ahLst/>
              <a:cxnLst/>
              <a:rect l="l" t="t" r="r" b="b"/>
              <a:pathLst>
                <a:path w="1211" h="858" extrusionOk="0">
                  <a:moveTo>
                    <a:pt x="101" y="1"/>
                  </a:moveTo>
                  <a:lnTo>
                    <a:pt x="1" y="152"/>
                  </a:lnTo>
                  <a:lnTo>
                    <a:pt x="1160" y="858"/>
                  </a:lnTo>
                  <a:lnTo>
                    <a:pt x="1210" y="656"/>
                  </a:lnTo>
                  <a:lnTo>
                    <a:pt x="1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820;p60">
              <a:extLst>
                <a:ext uri="{FF2B5EF4-FFF2-40B4-BE49-F238E27FC236}">
                  <a16:creationId xmlns:a16="http://schemas.microsoft.com/office/drawing/2014/main" id="{5AE9FC64-F1D0-8D1A-366E-DF0B0058A1EB}"/>
                </a:ext>
              </a:extLst>
            </p:cNvPr>
            <p:cNvSpPr/>
            <p:nvPr/>
          </p:nvSpPr>
          <p:spPr>
            <a:xfrm>
              <a:off x="3683950" y="3620625"/>
              <a:ext cx="32800" cy="3825"/>
            </a:xfrm>
            <a:custGeom>
              <a:avLst/>
              <a:gdLst/>
              <a:ahLst/>
              <a:cxnLst/>
              <a:rect l="l" t="t" r="r" b="b"/>
              <a:pathLst>
                <a:path w="1312" h="153" extrusionOk="0">
                  <a:moveTo>
                    <a:pt x="1" y="1"/>
                  </a:moveTo>
                  <a:lnTo>
                    <a:pt x="1" y="152"/>
                  </a:lnTo>
                  <a:lnTo>
                    <a:pt x="1311" y="152"/>
                  </a:lnTo>
                  <a:lnTo>
                    <a:pt x="13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821;p60">
              <a:extLst>
                <a:ext uri="{FF2B5EF4-FFF2-40B4-BE49-F238E27FC236}">
                  <a16:creationId xmlns:a16="http://schemas.microsoft.com/office/drawing/2014/main" id="{C3D1D715-24F4-C85A-046C-29CDA22041E6}"/>
                </a:ext>
              </a:extLst>
            </p:cNvPr>
            <p:cNvSpPr/>
            <p:nvPr/>
          </p:nvSpPr>
          <p:spPr>
            <a:xfrm>
              <a:off x="3696550" y="3658450"/>
              <a:ext cx="30275" cy="20200"/>
            </a:xfrm>
            <a:custGeom>
              <a:avLst/>
              <a:gdLst/>
              <a:ahLst/>
              <a:cxnLst/>
              <a:rect l="l" t="t" r="r" b="b"/>
              <a:pathLst>
                <a:path w="1211" h="808" extrusionOk="0">
                  <a:moveTo>
                    <a:pt x="1110" y="0"/>
                  </a:moveTo>
                  <a:lnTo>
                    <a:pt x="1" y="656"/>
                  </a:lnTo>
                  <a:lnTo>
                    <a:pt x="102" y="807"/>
                  </a:lnTo>
                  <a:lnTo>
                    <a:pt x="1211" y="152"/>
                  </a:lnTo>
                  <a:lnTo>
                    <a:pt x="11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822;p60">
              <a:extLst>
                <a:ext uri="{FF2B5EF4-FFF2-40B4-BE49-F238E27FC236}">
                  <a16:creationId xmlns:a16="http://schemas.microsoft.com/office/drawing/2014/main" id="{B616D0DC-CBD5-DC1C-48D5-116791BBC149}"/>
                </a:ext>
              </a:extLst>
            </p:cNvPr>
            <p:cNvSpPr/>
            <p:nvPr/>
          </p:nvSpPr>
          <p:spPr>
            <a:xfrm>
              <a:off x="3733100" y="3686175"/>
              <a:ext cx="21450" cy="31525"/>
            </a:xfrm>
            <a:custGeom>
              <a:avLst/>
              <a:gdLst/>
              <a:ahLst/>
              <a:cxnLst/>
              <a:rect l="l" t="t" r="r" b="b"/>
              <a:pathLst>
                <a:path w="858" h="1261" extrusionOk="0">
                  <a:moveTo>
                    <a:pt x="707" y="1"/>
                  </a:moveTo>
                  <a:lnTo>
                    <a:pt x="1" y="1160"/>
                  </a:lnTo>
                  <a:lnTo>
                    <a:pt x="202" y="1261"/>
                  </a:lnTo>
                  <a:lnTo>
                    <a:pt x="858" y="101"/>
                  </a:lnTo>
                  <a:lnTo>
                    <a:pt x="7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823;p60">
              <a:extLst>
                <a:ext uri="{FF2B5EF4-FFF2-40B4-BE49-F238E27FC236}">
                  <a16:creationId xmlns:a16="http://schemas.microsoft.com/office/drawing/2014/main" id="{F02D82AD-F98A-CA5C-592C-04DAFAFC3221}"/>
                </a:ext>
              </a:extLst>
            </p:cNvPr>
            <p:cNvSpPr/>
            <p:nvPr/>
          </p:nvSpPr>
          <p:spPr>
            <a:xfrm>
              <a:off x="3787300" y="3700050"/>
              <a:ext cx="5075" cy="32775"/>
            </a:xfrm>
            <a:custGeom>
              <a:avLst/>
              <a:gdLst/>
              <a:ahLst/>
              <a:cxnLst/>
              <a:rect l="l" t="t" r="r" b="b"/>
              <a:pathLst>
                <a:path w="203" h="1311" extrusionOk="0">
                  <a:moveTo>
                    <a:pt x="1" y="0"/>
                  </a:moveTo>
                  <a:lnTo>
                    <a:pt x="1" y="1311"/>
                  </a:lnTo>
                  <a:lnTo>
                    <a:pt x="202" y="1311"/>
                  </a:lnTo>
                  <a:lnTo>
                    <a:pt x="202" y="0"/>
                  </a:ln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824;p60">
              <a:extLst>
                <a:ext uri="{FF2B5EF4-FFF2-40B4-BE49-F238E27FC236}">
                  <a16:creationId xmlns:a16="http://schemas.microsoft.com/office/drawing/2014/main" id="{DB28A044-703E-1A66-FEBB-5D13D916845E}"/>
                </a:ext>
              </a:extLst>
            </p:cNvPr>
            <p:cNvSpPr/>
            <p:nvPr/>
          </p:nvSpPr>
          <p:spPr>
            <a:xfrm>
              <a:off x="3825100" y="3688700"/>
              <a:ext cx="20200" cy="31525"/>
            </a:xfrm>
            <a:custGeom>
              <a:avLst/>
              <a:gdLst/>
              <a:ahLst/>
              <a:cxnLst/>
              <a:rect l="l" t="t" r="r" b="b"/>
              <a:pathLst>
                <a:path w="808" h="1261" extrusionOk="0">
                  <a:moveTo>
                    <a:pt x="152" y="0"/>
                  </a:moveTo>
                  <a:lnTo>
                    <a:pt x="1" y="101"/>
                  </a:lnTo>
                  <a:lnTo>
                    <a:pt x="656" y="1261"/>
                  </a:lnTo>
                  <a:lnTo>
                    <a:pt x="808" y="1160"/>
                  </a:lnTo>
                  <a:lnTo>
                    <a:pt x="1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825;p60">
              <a:extLst>
                <a:ext uri="{FF2B5EF4-FFF2-40B4-BE49-F238E27FC236}">
                  <a16:creationId xmlns:a16="http://schemas.microsoft.com/office/drawing/2014/main" id="{3CBDB223-CE6F-1EF6-D9D9-3F0FE8473DB6}"/>
                </a:ext>
              </a:extLst>
            </p:cNvPr>
            <p:cNvSpPr/>
            <p:nvPr/>
          </p:nvSpPr>
          <p:spPr>
            <a:xfrm>
              <a:off x="3854100" y="3663500"/>
              <a:ext cx="31525" cy="20175"/>
            </a:xfrm>
            <a:custGeom>
              <a:avLst/>
              <a:gdLst/>
              <a:ahLst/>
              <a:cxnLst/>
              <a:rect l="l" t="t" r="r" b="b"/>
              <a:pathLst>
                <a:path w="1261" h="807" extrusionOk="0">
                  <a:moveTo>
                    <a:pt x="101" y="0"/>
                  </a:moveTo>
                  <a:lnTo>
                    <a:pt x="1" y="151"/>
                  </a:lnTo>
                  <a:lnTo>
                    <a:pt x="1160" y="807"/>
                  </a:lnTo>
                  <a:lnTo>
                    <a:pt x="1261" y="655"/>
                  </a:lnTo>
                  <a:lnTo>
                    <a:pt x="1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826;p60">
              <a:extLst>
                <a:ext uri="{FF2B5EF4-FFF2-40B4-BE49-F238E27FC236}">
                  <a16:creationId xmlns:a16="http://schemas.microsoft.com/office/drawing/2014/main" id="{B95A84C1-BC41-D459-3A40-ED045608799F}"/>
                </a:ext>
              </a:extLst>
            </p:cNvPr>
            <p:cNvSpPr/>
            <p:nvPr/>
          </p:nvSpPr>
          <p:spPr>
            <a:xfrm>
              <a:off x="3865450" y="3624425"/>
              <a:ext cx="34050" cy="5050"/>
            </a:xfrm>
            <a:custGeom>
              <a:avLst/>
              <a:gdLst/>
              <a:ahLst/>
              <a:cxnLst/>
              <a:rect l="l" t="t" r="r" b="b"/>
              <a:pathLst>
                <a:path w="1362" h="202" extrusionOk="0">
                  <a:moveTo>
                    <a:pt x="0" y="0"/>
                  </a:moveTo>
                  <a:lnTo>
                    <a:pt x="0" y="202"/>
                  </a:lnTo>
                  <a:lnTo>
                    <a:pt x="1361" y="202"/>
                  </a:lnTo>
                  <a:lnTo>
                    <a:pt x="13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827;p60">
              <a:extLst>
                <a:ext uri="{FF2B5EF4-FFF2-40B4-BE49-F238E27FC236}">
                  <a16:creationId xmlns:a16="http://schemas.microsoft.com/office/drawing/2014/main" id="{E33D9DD5-27C5-1832-F5D8-7A9ECE1E107D}"/>
                </a:ext>
              </a:extLst>
            </p:cNvPr>
            <p:cNvSpPr/>
            <p:nvPr/>
          </p:nvSpPr>
          <p:spPr>
            <a:xfrm>
              <a:off x="3855350" y="3571475"/>
              <a:ext cx="31550" cy="20200"/>
            </a:xfrm>
            <a:custGeom>
              <a:avLst/>
              <a:gdLst/>
              <a:ahLst/>
              <a:cxnLst/>
              <a:rect l="l" t="t" r="r" b="b"/>
              <a:pathLst>
                <a:path w="1262" h="808" extrusionOk="0">
                  <a:moveTo>
                    <a:pt x="1211" y="1"/>
                  </a:moveTo>
                  <a:lnTo>
                    <a:pt x="1" y="707"/>
                  </a:lnTo>
                  <a:lnTo>
                    <a:pt x="152" y="807"/>
                  </a:lnTo>
                  <a:lnTo>
                    <a:pt x="1261" y="102"/>
                  </a:lnTo>
                  <a:lnTo>
                    <a:pt x="12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828;p60">
              <a:extLst>
                <a:ext uri="{FF2B5EF4-FFF2-40B4-BE49-F238E27FC236}">
                  <a16:creationId xmlns:a16="http://schemas.microsoft.com/office/drawing/2014/main" id="{F48FB52C-F7E6-7C78-EEAB-EA1CA0945532}"/>
                </a:ext>
              </a:extLst>
            </p:cNvPr>
            <p:cNvSpPr/>
            <p:nvPr/>
          </p:nvSpPr>
          <p:spPr>
            <a:xfrm>
              <a:off x="3828900" y="3531150"/>
              <a:ext cx="21450" cy="31525"/>
            </a:xfrm>
            <a:custGeom>
              <a:avLst/>
              <a:gdLst/>
              <a:ahLst/>
              <a:cxnLst/>
              <a:rect l="l" t="t" r="r" b="b"/>
              <a:pathLst>
                <a:path w="858" h="1261" extrusionOk="0">
                  <a:moveTo>
                    <a:pt x="656" y="1"/>
                  </a:moveTo>
                  <a:lnTo>
                    <a:pt x="0" y="1160"/>
                  </a:lnTo>
                  <a:lnTo>
                    <a:pt x="151" y="1261"/>
                  </a:lnTo>
                  <a:lnTo>
                    <a:pt x="857" y="101"/>
                  </a:lnTo>
                  <a:lnTo>
                    <a:pt x="6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829;p60">
              <a:extLst>
                <a:ext uri="{FF2B5EF4-FFF2-40B4-BE49-F238E27FC236}">
                  <a16:creationId xmlns:a16="http://schemas.microsoft.com/office/drawing/2014/main" id="{84B7575D-6BF7-FBBC-A23A-9ACC3F7BD4AD}"/>
                </a:ext>
              </a:extLst>
            </p:cNvPr>
            <p:cNvSpPr/>
            <p:nvPr/>
          </p:nvSpPr>
          <p:spPr>
            <a:xfrm>
              <a:off x="3508750" y="3536125"/>
              <a:ext cx="311825" cy="445400"/>
            </a:xfrm>
            <a:custGeom>
              <a:avLst/>
              <a:gdLst/>
              <a:ahLst/>
              <a:cxnLst/>
              <a:rect l="l" t="t" r="r" b="b"/>
              <a:pathLst>
                <a:path w="12473" h="17816" extrusionOk="0">
                  <a:moveTo>
                    <a:pt x="6594" y="1"/>
                  </a:moveTo>
                  <a:cubicBezTo>
                    <a:pt x="6581" y="1"/>
                    <a:pt x="6568" y="1"/>
                    <a:pt x="6555" y="3"/>
                  </a:cubicBezTo>
                  <a:cubicBezTo>
                    <a:pt x="5446" y="255"/>
                    <a:pt x="5194" y="6708"/>
                    <a:pt x="4689" y="6708"/>
                  </a:cubicBezTo>
                  <a:cubicBezTo>
                    <a:pt x="4688" y="6709"/>
                    <a:pt x="4686" y="6709"/>
                    <a:pt x="4684" y="6709"/>
                  </a:cubicBezTo>
                  <a:cubicBezTo>
                    <a:pt x="4208" y="6709"/>
                    <a:pt x="4649" y="732"/>
                    <a:pt x="3698" y="732"/>
                  </a:cubicBezTo>
                  <a:cubicBezTo>
                    <a:pt x="3661" y="732"/>
                    <a:pt x="3622" y="741"/>
                    <a:pt x="3580" y="759"/>
                  </a:cubicBezTo>
                  <a:cubicBezTo>
                    <a:pt x="2536" y="1257"/>
                    <a:pt x="3405" y="6762"/>
                    <a:pt x="2702" y="6762"/>
                  </a:cubicBezTo>
                  <a:cubicBezTo>
                    <a:pt x="2693" y="6762"/>
                    <a:pt x="2683" y="6761"/>
                    <a:pt x="2673" y="6759"/>
                  </a:cubicBezTo>
                  <a:cubicBezTo>
                    <a:pt x="1917" y="6658"/>
                    <a:pt x="1312" y="2675"/>
                    <a:pt x="908" y="2675"/>
                  </a:cubicBezTo>
                  <a:cubicBezTo>
                    <a:pt x="1" y="2675"/>
                    <a:pt x="455" y="6204"/>
                    <a:pt x="1060" y="7212"/>
                  </a:cubicBezTo>
                  <a:cubicBezTo>
                    <a:pt x="1463" y="7717"/>
                    <a:pt x="2522" y="10792"/>
                    <a:pt x="3681" y="13313"/>
                  </a:cubicBezTo>
                  <a:cubicBezTo>
                    <a:pt x="4689" y="15581"/>
                    <a:pt x="4337" y="17547"/>
                    <a:pt x="4589" y="17598"/>
                  </a:cubicBezTo>
                  <a:cubicBezTo>
                    <a:pt x="4952" y="17689"/>
                    <a:pt x="7293" y="17816"/>
                    <a:pt x="9108" y="17816"/>
                  </a:cubicBezTo>
                  <a:cubicBezTo>
                    <a:pt x="10318" y="17816"/>
                    <a:pt x="11294" y="17759"/>
                    <a:pt x="11294" y="17598"/>
                  </a:cubicBezTo>
                  <a:cubicBezTo>
                    <a:pt x="11344" y="17245"/>
                    <a:pt x="10487" y="12052"/>
                    <a:pt x="10386" y="11447"/>
                  </a:cubicBezTo>
                  <a:cubicBezTo>
                    <a:pt x="10386" y="10792"/>
                    <a:pt x="11798" y="7817"/>
                    <a:pt x="12252" y="6204"/>
                  </a:cubicBezTo>
                  <a:cubicBezTo>
                    <a:pt x="12473" y="5320"/>
                    <a:pt x="12317" y="5055"/>
                    <a:pt x="12020" y="5055"/>
                  </a:cubicBezTo>
                  <a:cubicBezTo>
                    <a:pt x="11911" y="5055"/>
                    <a:pt x="11782" y="5091"/>
                    <a:pt x="11647" y="5145"/>
                  </a:cubicBezTo>
                  <a:cubicBezTo>
                    <a:pt x="10285" y="5700"/>
                    <a:pt x="9479" y="9027"/>
                    <a:pt x="9227" y="9027"/>
                  </a:cubicBezTo>
                  <a:cubicBezTo>
                    <a:pt x="7966" y="9027"/>
                    <a:pt x="7966" y="5498"/>
                    <a:pt x="8622" y="4440"/>
                  </a:cubicBezTo>
                  <a:cubicBezTo>
                    <a:pt x="9277" y="3280"/>
                    <a:pt x="10336" y="2726"/>
                    <a:pt x="10134" y="2272"/>
                  </a:cubicBezTo>
                  <a:cubicBezTo>
                    <a:pt x="10091" y="2171"/>
                    <a:pt x="9987" y="2124"/>
                    <a:pt x="9837" y="2124"/>
                  </a:cubicBezTo>
                  <a:cubicBezTo>
                    <a:pt x="9462" y="2124"/>
                    <a:pt x="8803" y="2422"/>
                    <a:pt x="8118" y="2927"/>
                  </a:cubicBezTo>
                  <a:cubicBezTo>
                    <a:pt x="7077" y="3720"/>
                    <a:pt x="7011" y="6459"/>
                    <a:pt x="6483" y="6459"/>
                  </a:cubicBezTo>
                  <a:cubicBezTo>
                    <a:pt x="6473" y="6459"/>
                    <a:pt x="6464" y="6458"/>
                    <a:pt x="6454" y="6456"/>
                  </a:cubicBezTo>
                  <a:cubicBezTo>
                    <a:pt x="5856" y="6307"/>
                    <a:pt x="7671" y="1"/>
                    <a:pt x="65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830;p60">
              <a:extLst>
                <a:ext uri="{FF2B5EF4-FFF2-40B4-BE49-F238E27FC236}">
                  <a16:creationId xmlns:a16="http://schemas.microsoft.com/office/drawing/2014/main" id="{50D650E4-AAF7-834E-0642-C86EAC0303EA}"/>
                </a:ext>
              </a:extLst>
            </p:cNvPr>
            <p:cNvSpPr/>
            <p:nvPr/>
          </p:nvSpPr>
          <p:spPr>
            <a:xfrm>
              <a:off x="3210050" y="3383700"/>
              <a:ext cx="88250" cy="56725"/>
            </a:xfrm>
            <a:custGeom>
              <a:avLst/>
              <a:gdLst/>
              <a:ahLst/>
              <a:cxnLst/>
              <a:rect l="l" t="t" r="r" b="b"/>
              <a:pathLst>
                <a:path w="3530" h="2269" extrusionOk="0">
                  <a:moveTo>
                    <a:pt x="1" y="0"/>
                  </a:moveTo>
                  <a:lnTo>
                    <a:pt x="1" y="2269"/>
                  </a:lnTo>
                  <a:lnTo>
                    <a:pt x="3530" y="2269"/>
                  </a:lnTo>
                  <a:lnTo>
                    <a:pt x="35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831;p60">
              <a:extLst>
                <a:ext uri="{FF2B5EF4-FFF2-40B4-BE49-F238E27FC236}">
                  <a16:creationId xmlns:a16="http://schemas.microsoft.com/office/drawing/2014/main" id="{E048818E-3C6B-CBE9-71DB-A1E340404ECE}"/>
                </a:ext>
              </a:extLst>
            </p:cNvPr>
            <p:cNvSpPr/>
            <p:nvPr/>
          </p:nvSpPr>
          <p:spPr>
            <a:xfrm>
              <a:off x="3210050" y="3371075"/>
              <a:ext cx="31550" cy="69350"/>
            </a:xfrm>
            <a:custGeom>
              <a:avLst/>
              <a:gdLst/>
              <a:ahLst/>
              <a:cxnLst/>
              <a:rect l="l" t="t" r="r" b="b"/>
              <a:pathLst>
                <a:path w="1262" h="2774" extrusionOk="0">
                  <a:moveTo>
                    <a:pt x="1" y="1"/>
                  </a:moveTo>
                  <a:lnTo>
                    <a:pt x="1" y="2774"/>
                  </a:lnTo>
                  <a:lnTo>
                    <a:pt x="1261" y="2774"/>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832;p60">
              <a:extLst>
                <a:ext uri="{FF2B5EF4-FFF2-40B4-BE49-F238E27FC236}">
                  <a16:creationId xmlns:a16="http://schemas.microsoft.com/office/drawing/2014/main" id="{F0A9FE60-F411-2ABF-DC01-0E10C9A43CE2}"/>
                </a:ext>
              </a:extLst>
            </p:cNvPr>
            <p:cNvSpPr/>
            <p:nvPr/>
          </p:nvSpPr>
          <p:spPr>
            <a:xfrm>
              <a:off x="3210050" y="3516025"/>
              <a:ext cx="88250" cy="56750"/>
            </a:xfrm>
            <a:custGeom>
              <a:avLst/>
              <a:gdLst/>
              <a:ahLst/>
              <a:cxnLst/>
              <a:rect l="l" t="t" r="r" b="b"/>
              <a:pathLst>
                <a:path w="3530" h="2270" extrusionOk="0">
                  <a:moveTo>
                    <a:pt x="1" y="1"/>
                  </a:moveTo>
                  <a:lnTo>
                    <a:pt x="1" y="2269"/>
                  </a:lnTo>
                  <a:lnTo>
                    <a:pt x="3530" y="2269"/>
                  </a:lnTo>
                  <a:lnTo>
                    <a:pt x="3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833;p60">
              <a:extLst>
                <a:ext uri="{FF2B5EF4-FFF2-40B4-BE49-F238E27FC236}">
                  <a16:creationId xmlns:a16="http://schemas.microsoft.com/office/drawing/2014/main" id="{4A4DE5BD-1AFA-16A2-45FE-C64CD81CE749}"/>
                </a:ext>
              </a:extLst>
            </p:cNvPr>
            <p:cNvSpPr/>
            <p:nvPr/>
          </p:nvSpPr>
          <p:spPr>
            <a:xfrm>
              <a:off x="3210050" y="3503425"/>
              <a:ext cx="31550" cy="69350"/>
            </a:xfrm>
            <a:custGeom>
              <a:avLst/>
              <a:gdLst/>
              <a:ahLst/>
              <a:cxnLst/>
              <a:rect l="l" t="t" r="r" b="b"/>
              <a:pathLst>
                <a:path w="1262" h="2774" extrusionOk="0">
                  <a:moveTo>
                    <a:pt x="1" y="0"/>
                  </a:moveTo>
                  <a:lnTo>
                    <a:pt x="1" y="2773"/>
                  </a:lnTo>
                  <a:lnTo>
                    <a:pt x="1261" y="2773"/>
                  </a:lnTo>
                  <a:lnTo>
                    <a:pt x="12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834;p60">
              <a:extLst>
                <a:ext uri="{FF2B5EF4-FFF2-40B4-BE49-F238E27FC236}">
                  <a16:creationId xmlns:a16="http://schemas.microsoft.com/office/drawing/2014/main" id="{05A546A6-7A5B-2781-8070-536302027D86}"/>
                </a:ext>
              </a:extLst>
            </p:cNvPr>
            <p:cNvSpPr/>
            <p:nvPr/>
          </p:nvSpPr>
          <p:spPr>
            <a:xfrm>
              <a:off x="3210050" y="3447975"/>
              <a:ext cx="88250" cy="18925"/>
            </a:xfrm>
            <a:custGeom>
              <a:avLst/>
              <a:gdLst/>
              <a:ahLst/>
              <a:cxnLst/>
              <a:rect l="l" t="t" r="r" b="b"/>
              <a:pathLst>
                <a:path w="3530" h="757" extrusionOk="0">
                  <a:moveTo>
                    <a:pt x="1" y="0"/>
                  </a:moveTo>
                  <a:lnTo>
                    <a:pt x="1" y="756"/>
                  </a:lnTo>
                  <a:lnTo>
                    <a:pt x="3530" y="756"/>
                  </a:lnTo>
                  <a:lnTo>
                    <a:pt x="35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835;p60">
              <a:extLst>
                <a:ext uri="{FF2B5EF4-FFF2-40B4-BE49-F238E27FC236}">
                  <a16:creationId xmlns:a16="http://schemas.microsoft.com/office/drawing/2014/main" id="{BF467801-9C5F-F5F8-2F9F-CB41B1F0C66E}"/>
                </a:ext>
              </a:extLst>
            </p:cNvPr>
            <p:cNvSpPr/>
            <p:nvPr/>
          </p:nvSpPr>
          <p:spPr>
            <a:xfrm>
              <a:off x="3210050" y="3582825"/>
              <a:ext cx="88250" cy="18925"/>
            </a:xfrm>
            <a:custGeom>
              <a:avLst/>
              <a:gdLst/>
              <a:ahLst/>
              <a:cxnLst/>
              <a:rect l="l" t="t" r="r" b="b"/>
              <a:pathLst>
                <a:path w="3530" h="757" extrusionOk="0">
                  <a:moveTo>
                    <a:pt x="1" y="1"/>
                  </a:moveTo>
                  <a:lnTo>
                    <a:pt x="1" y="757"/>
                  </a:lnTo>
                  <a:lnTo>
                    <a:pt x="3530" y="757"/>
                  </a:lnTo>
                  <a:lnTo>
                    <a:pt x="353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836;p60">
              <a:extLst>
                <a:ext uri="{FF2B5EF4-FFF2-40B4-BE49-F238E27FC236}">
                  <a16:creationId xmlns:a16="http://schemas.microsoft.com/office/drawing/2014/main" id="{930F63BF-8D19-8486-DE9A-C79ADAE2092E}"/>
                </a:ext>
              </a:extLst>
            </p:cNvPr>
            <p:cNvSpPr/>
            <p:nvPr/>
          </p:nvSpPr>
          <p:spPr>
            <a:xfrm>
              <a:off x="4142725" y="4357950"/>
              <a:ext cx="199150" cy="302800"/>
            </a:xfrm>
            <a:custGeom>
              <a:avLst/>
              <a:gdLst/>
              <a:ahLst/>
              <a:cxnLst/>
              <a:rect l="l" t="t" r="r" b="b"/>
              <a:pathLst>
                <a:path w="7966" h="12112" extrusionOk="0">
                  <a:moveTo>
                    <a:pt x="1059" y="0"/>
                  </a:moveTo>
                  <a:cubicBezTo>
                    <a:pt x="1059" y="1"/>
                    <a:pt x="1" y="6302"/>
                    <a:pt x="1866" y="9327"/>
                  </a:cubicBezTo>
                  <a:cubicBezTo>
                    <a:pt x="3470" y="11877"/>
                    <a:pt x="6516" y="12112"/>
                    <a:pt x="7585" y="12112"/>
                  </a:cubicBezTo>
                  <a:cubicBezTo>
                    <a:pt x="7826" y="12112"/>
                    <a:pt x="7966" y="12100"/>
                    <a:pt x="7966" y="12100"/>
                  </a:cubicBezTo>
                  <a:cubicBezTo>
                    <a:pt x="7966" y="12100"/>
                    <a:pt x="5647" y="11495"/>
                    <a:pt x="3630" y="9630"/>
                  </a:cubicBezTo>
                  <a:cubicBezTo>
                    <a:pt x="1614" y="7714"/>
                    <a:pt x="1059" y="1"/>
                    <a:pt x="10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837;p60">
              <a:extLst>
                <a:ext uri="{FF2B5EF4-FFF2-40B4-BE49-F238E27FC236}">
                  <a16:creationId xmlns:a16="http://schemas.microsoft.com/office/drawing/2014/main" id="{94D0802C-2743-D667-E957-8BEFD1986F8F}"/>
                </a:ext>
              </a:extLst>
            </p:cNvPr>
            <p:cNvSpPr/>
            <p:nvPr/>
          </p:nvSpPr>
          <p:spPr>
            <a:xfrm>
              <a:off x="3956200" y="3402600"/>
              <a:ext cx="347875" cy="574750"/>
            </a:xfrm>
            <a:custGeom>
              <a:avLst/>
              <a:gdLst/>
              <a:ahLst/>
              <a:cxnLst/>
              <a:rect l="l" t="t" r="r" b="b"/>
              <a:pathLst>
                <a:path w="13915" h="22990" extrusionOk="0">
                  <a:moveTo>
                    <a:pt x="8218" y="0"/>
                  </a:moveTo>
                  <a:cubicBezTo>
                    <a:pt x="4185" y="1261"/>
                    <a:pt x="756" y="3227"/>
                    <a:pt x="454" y="4235"/>
                  </a:cubicBezTo>
                  <a:cubicBezTo>
                    <a:pt x="0" y="5748"/>
                    <a:pt x="6604" y="13814"/>
                    <a:pt x="6453" y="18906"/>
                  </a:cubicBezTo>
                  <a:cubicBezTo>
                    <a:pt x="6302" y="21830"/>
                    <a:pt x="4487" y="22586"/>
                    <a:pt x="3176" y="22989"/>
                  </a:cubicBezTo>
                  <a:cubicBezTo>
                    <a:pt x="4336" y="22888"/>
                    <a:pt x="5495" y="22687"/>
                    <a:pt x="6554" y="22435"/>
                  </a:cubicBezTo>
                  <a:cubicBezTo>
                    <a:pt x="11293" y="21376"/>
                    <a:pt x="13915" y="14822"/>
                    <a:pt x="13562" y="9125"/>
                  </a:cubicBezTo>
                  <a:cubicBezTo>
                    <a:pt x="13310" y="5596"/>
                    <a:pt x="11091" y="2067"/>
                    <a:pt x="82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838;p60">
              <a:extLst>
                <a:ext uri="{FF2B5EF4-FFF2-40B4-BE49-F238E27FC236}">
                  <a16:creationId xmlns:a16="http://schemas.microsoft.com/office/drawing/2014/main" id="{B5E9AD6E-6637-12DD-613E-416EC5C7CC7C}"/>
                </a:ext>
              </a:extLst>
            </p:cNvPr>
            <p:cNvSpPr/>
            <p:nvPr/>
          </p:nvSpPr>
          <p:spPr>
            <a:xfrm>
              <a:off x="3618400" y="4037825"/>
              <a:ext cx="341600" cy="636500"/>
            </a:xfrm>
            <a:custGeom>
              <a:avLst/>
              <a:gdLst/>
              <a:ahLst/>
              <a:cxnLst/>
              <a:rect l="l" t="t" r="r" b="b"/>
              <a:pathLst>
                <a:path w="13664" h="25460" extrusionOk="0">
                  <a:moveTo>
                    <a:pt x="11294" y="0"/>
                  </a:moveTo>
                  <a:cubicBezTo>
                    <a:pt x="10286" y="807"/>
                    <a:pt x="9227" y="2269"/>
                    <a:pt x="7664" y="4537"/>
                  </a:cubicBezTo>
                  <a:cubicBezTo>
                    <a:pt x="4387" y="9276"/>
                    <a:pt x="203" y="17544"/>
                    <a:pt x="203" y="19208"/>
                  </a:cubicBezTo>
                  <a:cubicBezTo>
                    <a:pt x="203" y="21981"/>
                    <a:pt x="1" y="23796"/>
                    <a:pt x="404" y="24905"/>
                  </a:cubicBezTo>
                  <a:cubicBezTo>
                    <a:pt x="858" y="25258"/>
                    <a:pt x="1161" y="25459"/>
                    <a:pt x="1362" y="25459"/>
                  </a:cubicBezTo>
                  <a:cubicBezTo>
                    <a:pt x="2824" y="25258"/>
                    <a:pt x="9630" y="13108"/>
                    <a:pt x="11798" y="8722"/>
                  </a:cubicBezTo>
                  <a:cubicBezTo>
                    <a:pt x="13663" y="5294"/>
                    <a:pt x="12403" y="1613"/>
                    <a:pt x="112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839;p60">
              <a:extLst>
                <a:ext uri="{FF2B5EF4-FFF2-40B4-BE49-F238E27FC236}">
                  <a16:creationId xmlns:a16="http://schemas.microsoft.com/office/drawing/2014/main" id="{A82AFC35-AD3B-057D-C870-B4FE2AC82446}"/>
                </a:ext>
              </a:extLst>
            </p:cNvPr>
            <p:cNvSpPr/>
            <p:nvPr/>
          </p:nvSpPr>
          <p:spPr>
            <a:xfrm>
              <a:off x="3625975" y="3538600"/>
              <a:ext cx="194425" cy="442525"/>
            </a:xfrm>
            <a:custGeom>
              <a:avLst/>
              <a:gdLst/>
              <a:ahLst/>
              <a:cxnLst/>
              <a:rect l="l" t="t" r="r" b="b"/>
              <a:pathLst>
                <a:path w="7777" h="17701" extrusionOk="0">
                  <a:moveTo>
                    <a:pt x="1917" y="0"/>
                  </a:moveTo>
                  <a:cubicBezTo>
                    <a:pt x="1901" y="0"/>
                    <a:pt x="1884" y="2"/>
                    <a:pt x="1866" y="5"/>
                  </a:cubicBezTo>
                  <a:cubicBezTo>
                    <a:pt x="757" y="156"/>
                    <a:pt x="505" y="6609"/>
                    <a:pt x="0" y="6660"/>
                  </a:cubicBezTo>
                  <a:cubicBezTo>
                    <a:pt x="51" y="7416"/>
                    <a:pt x="555" y="9937"/>
                    <a:pt x="858" y="10491"/>
                  </a:cubicBezTo>
                  <a:cubicBezTo>
                    <a:pt x="2521" y="13264"/>
                    <a:pt x="3126" y="13516"/>
                    <a:pt x="3882" y="15281"/>
                  </a:cubicBezTo>
                  <a:cubicBezTo>
                    <a:pt x="4185" y="16037"/>
                    <a:pt x="4336" y="16843"/>
                    <a:pt x="4437" y="17700"/>
                  </a:cubicBezTo>
                  <a:cubicBezTo>
                    <a:pt x="5647" y="17700"/>
                    <a:pt x="6605" y="17650"/>
                    <a:pt x="6605" y="17499"/>
                  </a:cubicBezTo>
                  <a:cubicBezTo>
                    <a:pt x="6605" y="17096"/>
                    <a:pt x="5697" y="11953"/>
                    <a:pt x="5697" y="11298"/>
                  </a:cubicBezTo>
                  <a:cubicBezTo>
                    <a:pt x="5647" y="10693"/>
                    <a:pt x="7109" y="7769"/>
                    <a:pt x="7563" y="6105"/>
                  </a:cubicBezTo>
                  <a:cubicBezTo>
                    <a:pt x="7776" y="5251"/>
                    <a:pt x="7638" y="4975"/>
                    <a:pt x="7361" y="4975"/>
                  </a:cubicBezTo>
                  <a:cubicBezTo>
                    <a:pt x="7246" y="4975"/>
                    <a:pt x="7106" y="5023"/>
                    <a:pt x="6958" y="5097"/>
                  </a:cubicBezTo>
                  <a:cubicBezTo>
                    <a:pt x="5596" y="5651"/>
                    <a:pt x="4790" y="8979"/>
                    <a:pt x="4538" y="8979"/>
                  </a:cubicBezTo>
                  <a:cubicBezTo>
                    <a:pt x="4519" y="8980"/>
                    <a:pt x="4500" y="8981"/>
                    <a:pt x="4481" y="8981"/>
                  </a:cubicBezTo>
                  <a:cubicBezTo>
                    <a:pt x="3180" y="8981"/>
                    <a:pt x="3287" y="5534"/>
                    <a:pt x="3933" y="4391"/>
                  </a:cubicBezTo>
                  <a:cubicBezTo>
                    <a:pt x="4639" y="3332"/>
                    <a:pt x="5647" y="2677"/>
                    <a:pt x="5445" y="2223"/>
                  </a:cubicBezTo>
                  <a:cubicBezTo>
                    <a:pt x="5387" y="2107"/>
                    <a:pt x="5274" y="2053"/>
                    <a:pt x="5120" y="2053"/>
                  </a:cubicBezTo>
                  <a:cubicBezTo>
                    <a:pt x="4740" y="2053"/>
                    <a:pt x="4110" y="2377"/>
                    <a:pt x="3429" y="2879"/>
                  </a:cubicBezTo>
                  <a:cubicBezTo>
                    <a:pt x="2348" y="3665"/>
                    <a:pt x="2272" y="6413"/>
                    <a:pt x="1803" y="6413"/>
                  </a:cubicBezTo>
                  <a:cubicBezTo>
                    <a:pt x="1790" y="6413"/>
                    <a:pt x="1778" y="6412"/>
                    <a:pt x="1765" y="6408"/>
                  </a:cubicBezTo>
                  <a:cubicBezTo>
                    <a:pt x="1169" y="6308"/>
                    <a:pt x="2969" y="0"/>
                    <a:pt x="19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840;p60">
              <a:extLst>
                <a:ext uri="{FF2B5EF4-FFF2-40B4-BE49-F238E27FC236}">
                  <a16:creationId xmlns:a16="http://schemas.microsoft.com/office/drawing/2014/main" id="{682C8DE5-A9D8-92FD-ADCB-E6EE00E3F685}"/>
                </a:ext>
              </a:extLst>
            </p:cNvPr>
            <p:cNvSpPr/>
            <p:nvPr/>
          </p:nvSpPr>
          <p:spPr>
            <a:xfrm>
              <a:off x="4128850" y="3810950"/>
              <a:ext cx="731050" cy="914200"/>
            </a:xfrm>
            <a:custGeom>
              <a:avLst/>
              <a:gdLst/>
              <a:ahLst/>
              <a:cxnLst/>
              <a:rect l="l" t="t" r="r" b="b"/>
              <a:pathLst>
                <a:path w="29242" h="36568" extrusionOk="0">
                  <a:moveTo>
                    <a:pt x="14621" y="1"/>
                  </a:moveTo>
                  <a:lnTo>
                    <a:pt x="14621" y="1"/>
                  </a:lnTo>
                  <a:cubicBezTo>
                    <a:pt x="14621" y="1"/>
                    <a:pt x="13361" y="5093"/>
                    <a:pt x="15529" y="9882"/>
                  </a:cubicBezTo>
                  <a:cubicBezTo>
                    <a:pt x="17646" y="14621"/>
                    <a:pt x="21125" y="19965"/>
                    <a:pt x="20772" y="24956"/>
                  </a:cubicBezTo>
                  <a:cubicBezTo>
                    <a:pt x="20391" y="29614"/>
                    <a:pt x="17411" y="35304"/>
                    <a:pt x="11408" y="35304"/>
                  </a:cubicBezTo>
                  <a:cubicBezTo>
                    <a:pt x="11045" y="35304"/>
                    <a:pt x="10671" y="35283"/>
                    <a:pt x="10285" y="35240"/>
                  </a:cubicBezTo>
                  <a:cubicBezTo>
                    <a:pt x="6756" y="34837"/>
                    <a:pt x="2875" y="33778"/>
                    <a:pt x="1" y="32921"/>
                  </a:cubicBezTo>
                  <a:lnTo>
                    <a:pt x="1" y="32921"/>
                  </a:lnTo>
                  <a:cubicBezTo>
                    <a:pt x="656" y="34030"/>
                    <a:pt x="908" y="34837"/>
                    <a:pt x="858" y="35139"/>
                  </a:cubicBezTo>
                  <a:cubicBezTo>
                    <a:pt x="718" y="35746"/>
                    <a:pt x="12745" y="36568"/>
                    <a:pt x="15705" y="36568"/>
                  </a:cubicBezTo>
                  <a:cubicBezTo>
                    <a:pt x="15945" y="36568"/>
                    <a:pt x="16125" y="36562"/>
                    <a:pt x="16234" y="36551"/>
                  </a:cubicBezTo>
                  <a:cubicBezTo>
                    <a:pt x="27376" y="35139"/>
                    <a:pt x="28183" y="33476"/>
                    <a:pt x="28183" y="33072"/>
                  </a:cubicBezTo>
                  <a:cubicBezTo>
                    <a:pt x="28183" y="32417"/>
                    <a:pt x="29241" y="20822"/>
                    <a:pt x="22133" y="11193"/>
                  </a:cubicBezTo>
                  <a:cubicBezTo>
                    <a:pt x="21629" y="10537"/>
                    <a:pt x="18100" y="8016"/>
                    <a:pt x="17344" y="7664"/>
                  </a:cubicBezTo>
                  <a:cubicBezTo>
                    <a:pt x="15730" y="6857"/>
                    <a:pt x="15075" y="4487"/>
                    <a:pt x="15075" y="4487"/>
                  </a:cubicBezTo>
                  <a:cubicBezTo>
                    <a:pt x="15075" y="4487"/>
                    <a:pt x="14722" y="2471"/>
                    <a:pt x="146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841;p60">
              <a:extLst>
                <a:ext uri="{FF2B5EF4-FFF2-40B4-BE49-F238E27FC236}">
                  <a16:creationId xmlns:a16="http://schemas.microsoft.com/office/drawing/2014/main" id="{77C30F2E-9BCD-AD10-AD75-B03556EEDB19}"/>
                </a:ext>
              </a:extLst>
            </p:cNvPr>
            <p:cNvSpPr/>
            <p:nvPr/>
          </p:nvSpPr>
          <p:spPr>
            <a:xfrm>
              <a:off x="4270025" y="3369500"/>
              <a:ext cx="293675" cy="607850"/>
            </a:xfrm>
            <a:custGeom>
              <a:avLst/>
              <a:gdLst/>
              <a:ahLst/>
              <a:cxnLst/>
              <a:rect l="l" t="t" r="r" b="b"/>
              <a:pathLst>
                <a:path w="11747" h="24314" extrusionOk="0">
                  <a:moveTo>
                    <a:pt x="2825" y="1"/>
                  </a:moveTo>
                  <a:cubicBezTo>
                    <a:pt x="1922" y="1"/>
                    <a:pt x="961" y="98"/>
                    <a:pt x="0" y="266"/>
                  </a:cubicBezTo>
                  <a:cubicBezTo>
                    <a:pt x="2017" y="871"/>
                    <a:pt x="6403" y="2837"/>
                    <a:pt x="6554" y="8332"/>
                  </a:cubicBezTo>
                  <a:cubicBezTo>
                    <a:pt x="6705" y="15390"/>
                    <a:pt x="7462" y="22952"/>
                    <a:pt x="10587" y="24313"/>
                  </a:cubicBezTo>
                  <a:cubicBezTo>
                    <a:pt x="9831" y="23305"/>
                    <a:pt x="9529" y="22045"/>
                    <a:pt x="9529" y="22045"/>
                  </a:cubicBezTo>
                  <a:cubicBezTo>
                    <a:pt x="9529" y="22045"/>
                    <a:pt x="8369" y="15491"/>
                    <a:pt x="9730" y="11911"/>
                  </a:cubicBezTo>
                  <a:cubicBezTo>
                    <a:pt x="11747" y="6618"/>
                    <a:pt x="8470" y="215"/>
                    <a:pt x="3378" y="13"/>
                  </a:cubicBezTo>
                  <a:cubicBezTo>
                    <a:pt x="3196" y="5"/>
                    <a:pt x="3012" y="1"/>
                    <a:pt x="28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1">
          <a:extLst>
            <a:ext uri="{FF2B5EF4-FFF2-40B4-BE49-F238E27FC236}">
              <a16:creationId xmlns:a16="http://schemas.microsoft.com/office/drawing/2014/main" id="{D3DD03AA-A52F-F88E-4A8D-ED95C1BA1285}"/>
            </a:ext>
          </a:extLst>
        </p:cNvPr>
        <p:cNvGrpSpPr/>
        <p:nvPr/>
      </p:nvGrpSpPr>
      <p:grpSpPr>
        <a:xfrm>
          <a:off x="0" y="0"/>
          <a:ext cx="0" cy="0"/>
          <a:chOff x="0" y="0"/>
          <a:chExt cx="0" cy="0"/>
        </a:xfrm>
      </p:grpSpPr>
      <p:sp>
        <p:nvSpPr>
          <p:cNvPr id="4" name="Google Shape;872;p46">
            <a:extLst>
              <a:ext uri="{FF2B5EF4-FFF2-40B4-BE49-F238E27FC236}">
                <a16:creationId xmlns:a16="http://schemas.microsoft.com/office/drawing/2014/main" id="{A10FF97F-1F38-99B2-EE23-3244729E7A72}"/>
              </a:ext>
            </a:extLst>
          </p:cNvPr>
          <p:cNvSpPr txBox="1">
            <a:spLocks/>
          </p:cNvSpPr>
          <p:nvPr/>
        </p:nvSpPr>
        <p:spPr>
          <a:xfrm>
            <a:off x="641009" y="357442"/>
            <a:ext cx="77157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1pPr>
            <a:lvl2pPr marR="0" lvl="1"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2pPr>
            <a:lvl3pPr marR="0" lvl="2"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3pPr>
            <a:lvl4pPr marR="0" lvl="3"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4pPr>
            <a:lvl5pPr marR="0" lvl="4"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5pPr>
            <a:lvl6pPr marR="0" lvl="5"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6pPr>
            <a:lvl7pPr marR="0" lvl="6"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7pPr>
            <a:lvl8pPr marR="0" lvl="7"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8pPr>
            <a:lvl9pPr marR="0" lvl="8" algn="ctr" rtl="0">
              <a:lnSpc>
                <a:spcPct val="100000"/>
              </a:lnSpc>
              <a:spcBef>
                <a:spcPts val="0"/>
              </a:spcBef>
              <a:spcAft>
                <a:spcPts val="0"/>
              </a:spcAft>
              <a:buClr>
                <a:schemeClr val="dk1"/>
              </a:buClr>
              <a:buSzPts val="3600"/>
              <a:buFont typeface="Anton"/>
              <a:buNone/>
              <a:defRPr sz="3600" b="0" i="0" u="none" strike="noStrike" cap="none">
                <a:solidFill>
                  <a:schemeClr val="dk1"/>
                </a:solidFill>
                <a:latin typeface="Anton"/>
                <a:ea typeface="Anton"/>
                <a:cs typeface="Anton"/>
                <a:sym typeface="Anton"/>
              </a:defRPr>
            </a:lvl9pPr>
          </a:lstStyle>
          <a:p>
            <a:pPr algn="ctr"/>
            <a:r>
              <a:rPr lang="ar-SA" sz="4000" dirty="0">
                <a:solidFill>
                  <a:schemeClr val="dk2"/>
                </a:solidFill>
              </a:rPr>
              <a:t>تقييم تكلفة الحماية مقابل الخسائر </a:t>
            </a:r>
            <a:endParaRPr lang="en-US" sz="4000" dirty="0">
              <a:solidFill>
                <a:schemeClr val="dk2"/>
              </a:solidFill>
            </a:endParaRPr>
          </a:p>
        </p:txBody>
      </p:sp>
      <p:graphicFrame>
        <p:nvGraphicFramePr>
          <p:cNvPr id="6" name="Google Shape;873;p46">
            <a:extLst>
              <a:ext uri="{FF2B5EF4-FFF2-40B4-BE49-F238E27FC236}">
                <a16:creationId xmlns:a16="http://schemas.microsoft.com/office/drawing/2014/main" id="{0B252518-3D09-5781-C8EF-26DD7B3CBD71}"/>
              </a:ext>
            </a:extLst>
          </p:cNvPr>
          <p:cNvGraphicFramePr/>
          <p:nvPr>
            <p:extLst>
              <p:ext uri="{D42A27DB-BD31-4B8C-83A1-F6EECF244321}">
                <p14:modId xmlns:p14="http://schemas.microsoft.com/office/powerpoint/2010/main" val="1969152022"/>
              </p:ext>
            </p:extLst>
          </p:nvPr>
        </p:nvGraphicFramePr>
        <p:xfrm>
          <a:off x="2014670" y="2598970"/>
          <a:ext cx="4608638" cy="2026715"/>
        </p:xfrm>
        <a:graphic>
          <a:graphicData uri="http://schemas.openxmlformats.org/drawingml/2006/table">
            <a:tbl>
              <a:tblPr>
                <a:noFill/>
                <a:tableStyleId>{E0CCA294-48AF-4F35-8E62-749248E21A55}</a:tableStyleId>
              </a:tblPr>
              <a:tblGrid>
                <a:gridCol w="1565963">
                  <a:extLst>
                    <a:ext uri="{9D8B030D-6E8A-4147-A177-3AD203B41FA5}">
                      <a16:colId xmlns:a16="http://schemas.microsoft.com/office/drawing/2014/main" val="20000"/>
                    </a:ext>
                  </a:extLst>
                </a:gridCol>
                <a:gridCol w="1533832">
                  <a:extLst>
                    <a:ext uri="{9D8B030D-6E8A-4147-A177-3AD203B41FA5}">
                      <a16:colId xmlns:a16="http://schemas.microsoft.com/office/drawing/2014/main" val="20003"/>
                    </a:ext>
                  </a:extLst>
                </a:gridCol>
                <a:gridCol w="1508843">
                  <a:extLst>
                    <a:ext uri="{9D8B030D-6E8A-4147-A177-3AD203B41FA5}">
                      <a16:colId xmlns:a16="http://schemas.microsoft.com/office/drawing/2014/main" val="20004"/>
                    </a:ext>
                  </a:extLst>
                </a:gridCol>
              </a:tblGrid>
              <a:tr h="700593">
                <a:tc>
                  <a:txBody>
                    <a:bodyPr/>
                    <a:lstStyle/>
                    <a:p>
                      <a:pPr marL="0" lvl="0" indent="0" algn="ctr" rtl="0">
                        <a:spcBef>
                          <a:spcPts val="0"/>
                        </a:spcBef>
                        <a:spcAft>
                          <a:spcPts val="0"/>
                        </a:spcAft>
                        <a:buNone/>
                      </a:pPr>
                      <a:r>
                        <a:rPr lang="ar-SA" sz="2000" b="0" i="0" u="none" strike="noStrike" cap="none" dirty="0">
                          <a:solidFill>
                            <a:schemeClr val="dk2"/>
                          </a:solidFill>
                          <a:latin typeface="Anton"/>
                          <a:ea typeface="Anton"/>
                          <a:cs typeface="Anton"/>
                          <a:sym typeface="Anton"/>
                        </a:rPr>
                        <a:t>2 مليون دولار</a:t>
                      </a:r>
                      <a:endParaRPr sz="1800" b="0" i="0" u="none" strike="noStrike" cap="none" dirty="0">
                        <a:solidFill>
                          <a:schemeClr val="dk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tc>
                  <a:txBody>
                    <a:bodyPr/>
                    <a:lstStyle/>
                    <a:p>
                      <a:pPr marL="0" marR="0" lvl="0" indent="0" algn="ctr" rtl="0">
                        <a:lnSpc>
                          <a:spcPct val="100000"/>
                        </a:lnSpc>
                        <a:spcBef>
                          <a:spcPts val="0"/>
                        </a:spcBef>
                        <a:spcAft>
                          <a:spcPts val="0"/>
                        </a:spcAft>
                        <a:buClr>
                          <a:srgbClr val="364740"/>
                        </a:buClr>
                        <a:buSzPts val="1100"/>
                        <a:buFont typeface="Arial"/>
                        <a:buNone/>
                      </a:pPr>
                      <a:r>
                        <a:rPr lang="ar-SA" sz="1400" b="0" i="0" u="none" strike="noStrike" cap="none" dirty="0">
                          <a:solidFill>
                            <a:schemeClr val="dk2"/>
                          </a:solidFill>
                          <a:latin typeface="Anton"/>
                          <a:ea typeface="Anton"/>
                          <a:cs typeface="Anton"/>
                          <a:sym typeface="Anton"/>
                        </a:rPr>
                        <a:t>منع خسائر تصل إلى  10 مليون دولار</a:t>
                      </a:r>
                      <a:endParaRPr sz="1400" b="0" i="0" u="none" strike="noStrike" cap="none" dirty="0">
                        <a:solidFill>
                          <a:schemeClr val="dk2"/>
                        </a:solidFill>
                        <a:latin typeface="Anton"/>
                        <a:ea typeface="Anton"/>
                        <a:cs typeface="Anton"/>
                        <a:sym typeface="Anton"/>
                      </a:endParaRPr>
                    </a:p>
                  </a:txBody>
                  <a:tcPr marL="36000" marR="36000" marT="0" marB="0" anchor="ctr">
                    <a:lnL w="9525" cap="flat" cmpd="sng" algn="ctr">
                      <a:solidFill>
                        <a:schemeClr val="dk1"/>
                      </a:solidFill>
                      <a:prstDash val="dash"/>
                      <a:round/>
                      <a:headEnd type="none" w="sm" len="sm"/>
                      <a:tailEnd type="none" w="sm" len="sm"/>
                    </a:lnL>
                    <a:lnR w="9525" cap="flat" cmpd="sng" algn="ctr">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lgn="ctr">
                      <a:solidFill>
                        <a:schemeClr val="dk1"/>
                      </a:solidFill>
                      <a:prstDash val="dash"/>
                      <a:round/>
                      <a:headEnd type="none" w="sm" len="sm"/>
                      <a:tailEnd type="none" w="sm" len="sm"/>
                    </a:lnB>
                  </a:tcPr>
                </a:tc>
                <a:tc>
                  <a:txBody>
                    <a:bodyPr/>
                    <a:lstStyle/>
                    <a:p>
                      <a:pPr marL="0" lvl="0" indent="0" algn="ctr" rtl="0">
                        <a:spcBef>
                          <a:spcPts val="0"/>
                        </a:spcBef>
                        <a:spcAft>
                          <a:spcPts val="0"/>
                        </a:spcAft>
                        <a:buNone/>
                      </a:pPr>
                      <a:r>
                        <a:rPr lang="ar-SA" sz="2000" b="0" i="0" u="none" strike="noStrike" cap="none" dirty="0">
                          <a:solidFill>
                            <a:schemeClr val="dk2"/>
                          </a:solidFill>
                          <a:latin typeface="Anton"/>
                          <a:ea typeface="Anton"/>
                          <a:cs typeface="Anton"/>
                          <a:sym typeface="Anton"/>
                        </a:rPr>
                        <a:t>تنفيذ التوثيق الثنائي</a:t>
                      </a:r>
                      <a:endParaRPr lang="ar-SA" sz="1800" b="0" i="0" u="none" strike="noStrike" cap="none" dirty="0">
                        <a:solidFill>
                          <a:schemeClr val="dk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extLst>
                  <a:ext uri="{0D108BD9-81ED-4DB2-BD59-A6C34878D82A}">
                    <a16:rowId xmlns:a16="http://schemas.microsoft.com/office/drawing/2014/main" val="10000"/>
                  </a:ext>
                </a:extLst>
              </a:tr>
              <a:tr h="875741">
                <a:tc>
                  <a:txBody>
                    <a:bodyPr/>
                    <a:lstStyle/>
                    <a:p>
                      <a:pPr marL="0" lvl="0" indent="0" algn="ctr" rtl="0">
                        <a:spcBef>
                          <a:spcPts val="0"/>
                        </a:spcBef>
                        <a:spcAft>
                          <a:spcPts val="0"/>
                        </a:spcAft>
                        <a:buNone/>
                      </a:pPr>
                      <a:r>
                        <a:rPr lang="ar-SA" sz="2200" dirty="0">
                          <a:solidFill>
                            <a:schemeClr val="lt2"/>
                          </a:solidFill>
                          <a:latin typeface="Anton"/>
                          <a:ea typeface="Anton"/>
                          <a:cs typeface="Anton"/>
                          <a:sym typeface="Anton"/>
                        </a:rPr>
                        <a:t>500 ألف دولار</a:t>
                      </a:r>
                      <a:endParaRPr sz="2200" dirty="0">
                        <a:solidFill>
                          <a:schemeClr val="lt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tc>
                  <a:txBody>
                    <a:bodyPr/>
                    <a:lstStyle/>
                    <a:p>
                      <a:pPr marL="0" lvl="0" indent="0" algn="ctr" rtl="0">
                        <a:spcBef>
                          <a:spcPts val="0"/>
                        </a:spcBef>
                        <a:spcAft>
                          <a:spcPts val="0"/>
                        </a:spcAft>
                        <a:buNone/>
                      </a:pPr>
                      <a:r>
                        <a:rPr lang="ar-SA" sz="1400" b="0" i="0" u="none" strike="noStrike" cap="none" dirty="0">
                          <a:solidFill>
                            <a:schemeClr val="lt2"/>
                          </a:solidFill>
                          <a:latin typeface="Anton"/>
                          <a:ea typeface="Anton"/>
                          <a:cs typeface="Anton"/>
                          <a:sym typeface="Anton"/>
                        </a:rPr>
                        <a:t>تقليل احتمالية حدوث الاختراق بنسبة 70%</a:t>
                      </a:r>
                      <a:endParaRPr sz="1400" b="0" i="0" u="none" strike="noStrike" cap="none" dirty="0">
                        <a:solidFill>
                          <a:schemeClr val="lt2"/>
                        </a:solidFill>
                        <a:latin typeface="Anton"/>
                        <a:ea typeface="Anton"/>
                        <a:cs typeface="Anton"/>
                        <a:sym typeface="Anton"/>
                      </a:endParaRPr>
                    </a:p>
                  </a:txBody>
                  <a:tcPr marL="36000" marR="36000" marT="0" marB="0" anchor="ctr">
                    <a:lnL w="9525" cap="flat" cmpd="sng" algn="ctr">
                      <a:solidFill>
                        <a:schemeClr val="dk1"/>
                      </a:solidFill>
                      <a:prstDash val="dash"/>
                      <a:round/>
                      <a:headEnd type="none" w="sm" len="sm"/>
                      <a:tailEnd type="none" w="sm" len="sm"/>
                    </a:lnL>
                    <a:lnR w="9525" cap="flat" cmpd="sng" algn="ctr">
                      <a:solidFill>
                        <a:schemeClr val="dk1"/>
                      </a:solidFill>
                      <a:prstDash val="dash"/>
                      <a:round/>
                      <a:headEnd type="none" w="sm" len="sm"/>
                      <a:tailEnd type="none" w="sm" len="sm"/>
                    </a:lnR>
                    <a:lnT w="9525" cap="flat" cmpd="sng" algn="ctr">
                      <a:solidFill>
                        <a:schemeClr val="dk1"/>
                      </a:solidFill>
                      <a:prstDash val="dash"/>
                      <a:round/>
                      <a:headEnd type="none" w="sm" len="sm"/>
                      <a:tailEnd type="none" w="sm" len="sm"/>
                    </a:lnT>
                    <a:lnB w="9525" cap="flat" cmpd="sng" algn="ctr">
                      <a:solidFill>
                        <a:schemeClr val="dk1"/>
                      </a:solidFill>
                      <a:prstDash val="dash"/>
                      <a:round/>
                      <a:headEnd type="none" w="sm" len="sm"/>
                      <a:tailEnd type="none" w="sm" len="sm"/>
                    </a:lnB>
                  </a:tcPr>
                </a:tc>
                <a:tc>
                  <a:txBody>
                    <a:bodyPr/>
                    <a:lstStyle/>
                    <a:p>
                      <a:pPr marL="0" lvl="0" indent="0" algn="ctr" rtl="0">
                        <a:spcBef>
                          <a:spcPts val="0"/>
                        </a:spcBef>
                        <a:spcAft>
                          <a:spcPts val="0"/>
                        </a:spcAft>
                        <a:buNone/>
                      </a:pPr>
                      <a:r>
                        <a:rPr lang="ar-SA" sz="2200" dirty="0">
                          <a:solidFill>
                            <a:schemeClr val="lt2"/>
                          </a:solidFill>
                          <a:latin typeface="Anton"/>
                          <a:ea typeface="Anton"/>
                          <a:cs typeface="Anton"/>
                          <a:sym typeface="Anton"/>
                        </a:rPr>
                        <a:t>تدريب الموظفين</a:t>
                      </a:r>
                      <a:endParaRPr sz="2200" dirty="0">
                        <a:solidFill>
                          <a:schemeClr val="lt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extLst>
                  <a:ext uri="{0D108BD9-81ED-4DB2-BD59-A6C34878D82A}">
                    <a16:rowId xmlns:a16="http://schemas.microsoft.com/office/drawing/2014/main" val="10001"/>
                  </a:ext>
                </a:extLst>
              </a:tr>
              <a:tr h="450381">
                <a:tc>
                  <a:txBody>
                    <a:bodyPr/>
                    <a:lstStyle/>
                    <a:p>
                      <a:pPr marL="0" marR="0" lvl="0" indent="0" algn="ctr" rtl="0">
                        <a:lnSpc>
                          <a:spcPct val="100000"/>
                        </a:lnSpc>
                        <a:spcBef>
                          <a:spcPts val="0"/>
                        </a:spcBef>
                        <a:spcAft>
                          <a:spcPts val="0"/>
                        </a:spcAft>
                        <a:buNone/>
                      </a:pPr>
                      <a:r>
                        <a:rPr lang="ar-SA" sz="2000" dirty="0">
                          <a:solidFill>
                            <a:schemeClr val="dk2"/>
                          </a:solidFill>
                          <a:latin typeface="Anton"/>
                          <a:ea typeface="Anton"/>
                          <a:cs typeface="Anton"/>
                          <a:sym typeface="Anton"/>
                        </a:rPr>
                        <a:t>2.5 مليون دولار</a:t>
                      </a:r>
                      <a:endParaRPr sz="2000" dirty="0">
                        <a:solidFill>
                          <a:schemeClr val="dk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tc>
                  <a:txBody>
                    <a:bodyPr/>
                    <a:lstStyle/>
                    <a:p>
                      <a:pPr marL="0" lvl="0" indent="0" algn="ctr" rtl="0">
                        <a:spcBef>
                          <a:spcPts val="0"/>
                        </a:spcBef>
                        <a:spcAft>
                          <a:spcPts val="0"/>
                        </a:spcAft>
                        <a:buNone/>
                      </a:pPr>
                      <a:r>
                        <a:rPr lang="ar-SA" sz="1200" b="0" i="0" u="none" strike="noStrike" cap="none" dirty="0">
                          <a:solidFill>
                            <a:schemeClr val="dk1"/>
                          </a:solidFill>
                          <a:latin typeface="+mn-lt"/>
                          <a:ea typeface="Dosis"/>
                          <a:cs typeface="+mj-cs"/>
                          <a:sym typeface="Dosis"/>
                        </a:rPr>
                        <a:t>منع خسائر تصل إلى 10 مليون دولار </a:t>
                      </a:r>
                      <a:endParaRPr sz="1200" b="0" i="0" u="none" strike="noStrike" cap="none" dirty="0">
                        <a:solidFill>
                          <a:schemeClr val="dk1"/>
                        </a:solidFill>
                        <a:latin typeface="+mn-lt"/>
                        <a:ea typeface="Dosis"/>
                        <a:cs typeface="+mj-cs"/>
                        <a:sym typeface="Dosis"/>
                      </a:endParaRPr>
                    </a:p>
                  </a:txBody>
                  <a:tcPr marL="36000" marR="36000" marT="0" marB="0" anchor="ctr">
                    <a:lnL w="9525" cap="flat" cmpd="sng" algn="ctr">
                      <a:solidFill>
                        <a:schemeClr val="dk1"/>
                      </a:solidFill>
                      <a:prstDash val="dash"/>
                      <a:round/>
                      <a:headEnd type="none" w="sm" len="sm"/>
                      <a:tailEnd type="none" w="sm" len="sm"/>
                    </a:lnL>
                    <a:lnR w="9525" cap="flat" cmpd="sng" algn="ctr">
                      <a:solidFill>
                        <a:schemeClr val="dk1"/>
                      </a:solidFill>
                      <a:prstDash val="dash"/>
                      <a:round/>
                      <a:headEnd type="none" w="sm" len="sm"/>
                      <a:tailEnd type="none" w="sm" len="sm"/>
                    </a:lnR>
                    <a:lnT w="9525" cap="flat" cmpd="sng" algn="ctr">
                      <a:solidFill>
                        <a:schemeClr val="dk1"/>
                      </a:solidFill>
                      <a:prstDash val="dash"/>
                      <a:round/>
                      <a:headEnd type="none" w="sm" len="sm"/>
                      <a:tailEnd type="none" w="sm" len="sm"/>
                    </a:lnT>
                    <a:lnB w="9525" cap="flat" cmpd="sng" algn="ctr">
                      <a:solidFill>
                        <a:schemeClr val="dk1"/>
                      </a:solidFill>
                      <a:prstDash val="dash"/>
                      <a:round/>
                      <a:headEnd type="none" w="sm" len="sm"/>
                      <a:tailEnd type="none" w="sm" len="sm"/>
                    </a:lnB>
                  </a:tcPr>
                </a:tc>
                <a:tc>
                  <a:txBody>
                    <a:bodyPr/>
                    <a:lstStyle/>
                    <a:p>
                      <a:pPr marL="0" marR="0" lvl="0" indent="0" algn="ctr" rtl="0">
                        <a:lnSpc>
                          <a:spcPct val="100000"/>
                        </a:lnSpc>
                        <a:spcBef>
                          <a:spcPts val="0"/>
                        </a:spcBef>
                        <a:spcAft>
                          <a:spcPts val="0"/>
                        </a:spcAft>
                        <a:buNone/>
                      </a:pPr>
                      <a:r>
                        <a:rPr lang="ar-SA" sz="2000" b="0" i="0" u="none" strike="noStrike" cap="none" dirty="0">
                          <a:solidFill>
                            <a:schemeClr val="dk2"/>
                          </a:solidFill>
                          <a:latin typeface="Anton"/>
                          <a:ea typeface="Anton"/>
                          <a:cs typeface="Anton"/>
                          <a:sym typeface="Anton"/>
                        </a:rPr>
                        <a:t>الإجمالي</a:t>
                      </a:r>
                      <a:endParaRPr sz="2000" b="0" i="0" u="none" strike="noStrike" cap="none" dirty="0">
                        <a:solidFill>
                          <a:schemeClr val="dk2"/>
                        </a:solidFill>
                        <a:latin typeface="Anton"/>
                        <a:ea typeface="Anton"/>
                        <a:cs typeface="Anton"/>
                        <a:sym typeface="Anton"/>
                      </a:endParaRPr>
                    </a:p>
                  </a:txBody>
                  <a:tcPr marL="36000" marR="36000" marT="0" marB="0" anchor="ctr">
                    <a:lnL w="9525" cap="flat" cmpd="sng">
                      <a:solidFill>
                        <a:schemeClr val="dk1"/>
                      </a:solidFill>
                      <a:prstDash val="dash"/>
                      <a:round/>
                      <a:headEnd type="none" w="sm" len="sm"/>
                      <a:tailEnd type="none" w="sm" len="sm"/>
                    </a:lnL>
                    <a:lnR w="9525" cap="flat" cmpd="sng">
                      <a:solidFill>
                        <a:schemeClr val="dk1"/>
                      </a:solidFill>
                      <a:prstDash val="dash"/>
                      <a:round/>
                      <a:headEnd type="none" w="sm" len="sm"/>
                      <a:tailEnd type="none" w="sm" len="sm"/>
                    </a:lnR>
                    <a:lnT w="9525" cap="flat" cmpd="sng">
                      <a:solidFill>
                        <a:schemeClr val="dk1"/>
                      </a:solidFill>
                      <a:prstDash val="dash"/>
                      <a:round/>
                      <a:headEnd type="none" w="sm" len="sm"/>
                      <a:tailEnd type="none" w="sm" len="sm"/>
                    </a:lnT>
                    <a:lnB w="9525" cap="flat" cmpd="sng">
                      <a:solidFill>
                        <a:schemeClr val="dk1"/>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414" name="Google Shape;876;p46">
            <a:extLst>
              <a:ext uri="{FF2B5EF4-FFF2-40B4-BE49-F238E27FC236}">
                <a16:creationId xmlns:a16="http://schemas.microsoft.com/office/drawing/2014/main" id="{8E6102AF-B6C9-3E22-B893-C31AF3C10261}"/>
              </a:ext>
            </a:extLst>
          </p:cNvPr>
          <p:cNvCxnSpPr/>
          <p:nvPr/>
        </p:nvCxnSpPr>
        <p:spPr>
          <a:xfrm rot="10800000">
            <a:off x="2010038" y="1365063"/>
            <a:ext cx="0" cy="1178100"/>
          </a:xfrm>
          <a:prstGeom prst="straightConnector1">
            <a:avLst/>
          </a:prstGeom>
          <a:noFill/>
          <a:ln w="9525" cap="flat" cmpd="sng">
            <a:solidFill>
              <a:schemeClr val="dk1"/>
            </a:solidFill>
            <a:prstDash val="dash"/>
            <a:round/>
            <a:headEnd type="none" w="med" len="med"/>
            <a:tailEnd type="oval" w="med" len="med"/>
          </a:ln>
        </p:spPr>
      </p:cxnSp>
      <p:cxnSp>
        <p:nvCxnSpPr>
          <p:cNvPr id="415" name="Google Shape;877;p46">
            <a:extLst>
              <a:ext uri="{FF2B5EF4-FFF2-40B4-BE49-F238E27FC236}">
                <a16:creationId xmlns:a16="http://schemas.microsoft.com/office/drawing/2014/main" id="{C2A1282B-9E47-C638-8DDE-464E251FE66F}"/>
              </a:ext>
            </a:extLst>
          </p:cNvPr>
          <p:cNvCxnSpPr/>
          <p:nvPr/>
        </p:nvCxnSpPr>
        <p:spPr>
          <a:xfrm rot="10800000">
            <a:off x="3557569" y="1419397"/>
            <a:ext cx="0" cy="1178100"/>
          </a:xfrm>
          <a:prstGeom prst="straightConnector1">
            <a:avLst/>
          </a:prstGeom>
          <a:noFill/>
          <a:ln w="9525" cap="flat" cmpd="sng">
            <a:solidFill>
              <a:schemeClr val="dk1"/>
            </a:solidFill>
            <a:prstDash val="dash"/>
            <a:round/>
            <a:headEnd type="none" w="med" len="med"/>
            <a:tailEnd type="oval" w="med" len="med"/>
          </a:ln>
        </p:spPr>
      </p:cxnSp>
      <p:cxnSp>
        <p:nvCxnSpPr>
          <p:cNvPr id="439" name="Google Shape;878;p46">
            <a:extLst>
              <a:ext uri="{FF2B5EF4-FFF2-40B4-BE49-F238E27FC236}">
                <a16:creationId xmlns:a16="http://schemas.microsoft.com/office/drawing/2014/main" id="{51C92279-F5EA-71CF-F823-6F7F7141DC60}"/>
              </a:ext>
            </a:extLst>
          </p:cNvPr>
          <p:cNvCxnSpPr/>
          <p:nvPr/>
        </p:nvCxnSpPr>
        <p:spPr>
          <a:xfrm rot="10800000">
            <a:off x="5096869" y="1419397"/>
            <a:ext cx="0" cy="1178100"/>
          </a:xfrm>
          <a:prstGeom prst="straightConnector1">
            <a:avLst/>
          </a:prstGeom>
          <a:noFill/>
          <a:ln w="9525" cap="flat" cmpd="sng">
            <a:solidFill>
              <a:schemeClr val="dk1"/>
            </a:solidFill>
            <a:prstDash val="dash"/>
            <a:round/>
            <a:headEnd type="none" w="med" len="med"/>
            <a:tailEnd type="oval" w="med" len="med"/>
          </a:ln>
        </p:spPr>
      </p:cxnSp>
      <p:cxnSp>
        <p:nvCxnSpPr>
          <p:cNvPr id="440" name="Google Shape;879;p46">
            <a:extLst>
              <a:ext uri="{FF2B5EF4-FFF2-40B4-BE49-F238E27FC236}">
                <a16:creationId xmlns:a16="http://schemas.microsoft.com/office/drawing/2014/main" id="{153C3EB7-294C-1A30-A981-53E1D0F6B077}"/>
              </a:ext>
            </a:extLst>
          </p:cNvPr>
          <p:cNvCxnSpPr/>
          <p:nvPr/>
        </p:nvCxnSpPr>
        <p:spPr>
          <a:xfrm rot="10800000">
            <a:off x="6636194" y="1419397"/>
            <a:ext cx="0" cy="1178100"/>
          </a:xfrm>
          <a:prstGeom prst="straightConnector1">
            <a:avLst/>
          </a:prstGeom>
          <a:noFill/>
          <a:ln w="9525" cap="flat" cmpd="sng">
            <a:solidFill>
              <a:schemeClr val="dk1"/>
            </a:solidFill>
            <a:prstDash val="dash"/>
            <a:round/>
            <a:headEnd type="none" w="med" len="med"/>
            <a:tailEnd type="oval" w="med" len="med"/>
          </a:ln>
        </p:spPr>
      </p:cxnSp>
      <p:sp>
        <p:nvSpPr>
          <p:cNvPr id="443" name="Google Shape;882;p46">
            <a:extLst>
              <a:ext uri="{FF2B5EF4-FFF2-40B4-BE49-F238E27FC236}">
                <a16:creationId xmlns:a16="http://schemas.microsoft.com/office/drawing/2014/main" id="{C8B97522-E3A2-FF99-C021-07ADFC9F4745}"/>
              </a:ext>
            </a:extLst>
          </p:cNvPr>
          <p:cNvSpPr txBox="1"/>
          <p:nvPr/>
        </p:nvSpPr>
        <p:spPr>
          <a:xfrm>
            <a:off x="2018369" y="1761109"/>
            <a:ext cx="1535700" cy="35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ar-SA" dirty="0">
                <a:solidFill>
                  <a:schemeClr val="dk2"/>
                </a:solidFill>
                <a:latin typeface="Anton"/>
                <a:ea typeface="Anton"/>
                <a:cs typeface="Anton"/>
                <a:sym typeface="Anton"/>
              </a:rPr>
              <a:t>التكلفة التقديرية</a:t>
            </a:r>
            <a:endParaRPr dirty="0">
              <a:solidFill>
                <a:schemeClr val="dk2"/>
              </a:solidFill>
              <a:latin typeface="Anton"/>
              <a:ea typeface="Anton"/>
              <a:cs typeface="Anton"/>
              <a:sym typeface="Anton"/>
            </a:endParaRPr>
          </a:p>
        </p:txBody>
      </p:sp>
      <p:sp>
        <p:nvSpPr>
          <p:cNvPr id="444" name="Google Shape;883;p46">
            <a:extLst>
              <a:ext uri="{FF2B5EF4-FFF2-40B4-BE49-F238E27FC236}">
                <a16:creationId xmlns:a16="http://schemas.microsoft.com/office/drawing/2014/main" id="{D4FBE77E-123E-272E-2C5F-3E646435AB38}"/>
              </a:ext>
            </a:extLst>
          </p:cNvPr>
          <p:cNvSpPr txBox="1"/>
          <p:nvPr/>
        </p:nvSpPr>
        <p:spPr>
          <a:xfrm>
            <a:off x="3557619" y="1921309"/>
            <a:ext cx="1535700" cy="355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ar-SA" dirty="0">
                <a:solidFill>
                  <a:schemeClr val="dk2"/>
                </a:solidFill>
                <a:latin typeface="Anton"/>
                <a:ea typeface="Anton"/>
                <a:cs typeface="Anton"/>
                <a:sym typeface="Anton"/>
              </a:rPr>
              <a:t>الفائدة (تقليل الخسائر)</a:t>
            </a:r>
            <a:endParaRPr dirty="0">
              <a:solidFill>
                <a:schemeClr val="dk2"/>
              </a:solidFill>
              <a:latin typeface="Anton"/>
              <a:ea typeface="Anton"/>
              <a:cs typeface="Anton"/>
              <a:sym typeface="Anton"/>
            </a:endParaRPr>
          </a:p>
        </p:txBody>
      </p:sp>
      <p:sp>
        <p:nvSpPr>
          <p:cNvPr id="445" name="Google Shape;884;p46">
            <a:extLst>
              <a:ext uri="{FF2B5EF4-FFF2-40B4-BE49-F238E27FC236}">
                <a16:creationId xmlns:a16="http://schemas.microsoft.com/office/drawing/2014/main" id="{FC6ED63A-7290-FD97-5B16-15987E68471C}"/>
              </a:ext>
            </a:extLst>
          </p:cNvPr>
          <p:cNvSpPr txBox="1"/>
          <p:nvPr/>
        </p:nvSpPr>
        <p:spPr>
          <a:xfrm>
            <a:off x="5096943" y="1931832"/>
            <a:ext cx="1535700" cy="480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ar-SA" dirty="0">
                <a:solidFill>
                  <a:schemeClr val="dk2"/>
                </a:solidFill>
                <a:latin typeface="Anton"/>
                <a:ea typeface="Anton"/>
                <a:cs typeface="Anton"/>
                <a:sym typeface="Anton"/>
              </a:rPr>
              <a:t>البند</a:t>
            </a:r>
            <a:endParaRPr dirty="0">
              <a:solidFill>
                <a:schemeClr val="dk2"/>
              </a:solidFill>
              <a:latin typeface="Anton"/>
              <a:ea typeface="Anton"/>
              <a:cs typeface="Anton"/>
              <a:sym typeface="Anton"/>
            </a:endParaRPr>
          </a:p>
        </p:txBody>
      </p:sp>
      <p:sp>
        <p:nvSpPr>
          <p:cNvPr id="448" name="Google Shape;887;p46">
            <a:extLst>
              <a:ext uri="{FF2B5EF4-FFF2-40B4-BE49-F238E27FC236}">
                <a16:creationId xmlns:a16="http://schemas.microsoft.com/office/drawing/2014/main" id="{4523816E-82DF-2ACF-8FAE-4D2C474826FC}"/>
              </a:ext>
            </a:extLst>
          </p:cNvPr>
          <p:cNvSpPr/>
          <p:nvPr/>
        </p:nvSpPr>
        <p:spPr>
          <a:xfrm>
            <a:off x="2020069" y="2116909"/>
            <a:ext cx="1535700" cy="160200"/>
          </a:xfrm>
          <a:prstGeom prst="rect">
            <a:avLst/>
          </a:prstGeom>
          <a:solidFill>
            <a:schemeClr val="lt2"/>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888;p46">
            <a:extLst>
              <a:ext uri="{FF2B5EF4-FFF2-40B4-BE49-F238E27FC236}">
                <a16:creationId xmlns:a16="http://schemas.microsoft.com/office/drawing/2014/main" id="{AFB1D409-9937-7BA2-9A62-149E1C1B09B0}"/>
              </a:ext>
            </a:extLst>
          </p:cNvPr>
          <p:cNvSpPr/>
          <p:nvPr/>
        </p:nvSpPr>
        <p:spPr>
          <a:xfrm>
            <a:off x="3559382" y="2277109"/>
            <a:ext cx="1535700" cy="160200"/>
          </a:xfrm>
          <a:prstGeom prst="rect">
            <a:avLst/>
          </a:prstGeom>
          <a:solidFill>
            <a:schemeClr val="lt2"/>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889;p46">
            <a:extLst>
              <a:ext uri="{FF2B5EF4-FFF2-40B4-BE49-F238E27FC236}">
                <a16:creationId xmlns:a16="http://schemas.microsoft.com/office/drawing/2014/main" id="{E180A38C-2674-31C8-985C-4E11292552F9}"/>
              </a:ext>
            </a:extLst>
          </p:cNvPr>
          <p:cNvSpPr/>
          <p:nvPr/>
        </p:nvSpPr>
        <p:spPr>
          <a:xfrm>
            <a:off x="5105101" y="2353750"/>
            <a:ext cx="1535700" cy="160200"/>
          </a:xfrm>
          <a:prstGeom prst="rect">
            <a:avLst/>
          </a:prstGeom>
          <a:solidFill>
            <a:schemeClr val="lt2"/>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890;p46">
            <a:extLst>
              <a:ext uri="{FF2B5EF4-FFF2-40B4-BE49-F238E27FC236}">
                <a16:creationId xmlns:a16="http://schemas.microsoft.com/office/drawing/2014/main" id="{7E937AC5-181A-C7A7-B364-6AE6F9572C60}"/>
              </a:ext>
            </a:extLst>
          </p:cNvPr>
          <p:cNvSpPr/>
          <p:nvPr/>
        </p:nvSpPr>
        <p:spPr>
          <a:xfrm>
            <a:off x="1040582" y="305418"/>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6" name="Google Shape;1708;p60">
            <a:extLst>
              <a:ext uri="{FF2B5EF4-FFF2-40B4-BE49-F238E27FC236}">
                <a16:creationId xmlns:a16="http://schemas.microsoft.com/office/drawing/2014/main" id="{7AC78E8F-AF93-0E8E-973A-6EABF0BCBED1}"/>
              </a:ext>
            </a:extLst>
          </p:cNvPr>
          <p:cNvGrpSpPr/>
          <p:nvPr/>
        </p:nvGrpSpPr>
        <p:grpSpPr>
          <a:xfrm>
            <a:off x="6510821" y="3302742"/>
            <a:ext cx="1523550" cy="1436725"/>
            <a:chOff x="3132050" y="1239925"/>
            <a:chExt cx="1523550" cy="1436725"/>
          </a:xfrm>
        </p:grpSpPr>
        <p:sp>
          <p:nvSpPr>
            <p:cNvPr id="457" name="Google Shape;1709;p60">
              <a:extLst>
                <a:ext uri="{FF2B5EF4-FFF2-40B4-BE49-F238E27FC236}">
                  <a16:creationId xmlns:a16="http://schemas.microsoft.com/office/drawing/2014/main" id="{32D90731-00C1-19FF-2653-457FB06067D2}"/>
                </a:ext>
              </a:extLst>
            </p:cNvPr>
            <p:cNvSpPr/>
            <p:nvPr/>
          </p:nvSpPr>
          <p:spPr>
            <a:xfrm>
              <a:off x="3326075" y="1769300"/>
              <a:ext cx="1175875" cy="807775"/>
            </a:xfrm>
            <a:custGeom>
              <a:avLst/>
              <a:gdLst/>
              <a:ahLst/>
              <a:cxnLst/>
              <a:rect l="l" t="t" r="r" b="b"/>
              <a:pathLst>
                <a:path w="47035" h="32311" extrusionOk="0">
                  <a:moveTo>
                    <a:pt x="22937" y="1"/>
                  </a:moveTo>
                  <a:cubicBezTo>
                    <a:pt x="13852" y="1"/>
                    <a:pt x="1966" y="6641"/>
                    <a:pt x="1258" y="11691"/>
                  </a:cubicBezTo>
                  <a:cubicBezTo>
                    <a:pt x="1" y="21148"/>
                    <a:pt x="4916" y="32311"/>
                    <a:pt x="4938" y="32311"/>
                  </a:cubicBezTo>
                  <a:cubicBezTo>
                    <a:pt x="4938" y="32311"/>
                    <a:pt x="4938" y="32311"/>
                    <a:pt x="4938" y="32311"/>
                  </a:cubicBezTo>
                  <a:lnTo>
                    <a:pt x="43808" y="32311"/>
                  </a:lnTo>
                  <a:cubicBezTo>
                    <a:pt x="43808" y="32311"/>
                    <a:pt x="47035" y="16178"/>
                    <a:pt x="44816" y="11691"/>
                  </a:cubicBezTo>
                  <a:cubicBezTo>
                    <a:pt x="42598" y="7204"/>
                    <a:pt x="33977" y="1104"/>
                    <a:pt x="24751" y="96"/>
                  </a:cubicBezTo>
                  <a:cubicBezTo>
                    <a:pt x="24162" y="32"/>
                    <a:pt x="23556" y="1"/>
                    <a:pt x="22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1710;p60">
              <a:extLst>
                <a:ext uri="{FF2B5EF4-FFF2-40B4-BE49-F238E27FC236}">
                  <a16:creationId xmlns:a16="http://schemas.microsoft.com/office/drawing/2014/main" id="{AA13EB32-1E8C-5484-CCCC-233DF0FF2460}"/>
                </a:ext>
              </a:extLst>
            </p:cNvPr>
            <p:cNvSpPr/>
            <p:nvPr/>
          </p:nvSpPr>
          <p:spPr>
            <a:xfrm>
              <a:off x="3521375" y="1547700"/>
              <a:ext cx="771350" cy="675225"/>
            </a:xfrm>
            <a:custGeom>
              <a:avLst/>
              <a:gdLst/>
              <a:ahLst/>
              <a:cxnLst/>
              <a:rect l="l" t="t" r="r" b="b"/>
              <a:pathLst>
                <a:path w="30854" h="27009" extrusionOk="0">
                  <a:moveTo>
                    <a:pt x="14649" y="1"/>
                  </a:moveTo>
                  <a:cubicBezTo>
                    <a:pt x="9363" y="1"/>
                    <a:pt x="4120" y="1777"/>
                    <a:pt x="2571" y="3666"/>
                  </a:cubicBezTo>
                  <a:cubicBezTo>
                    <a:pt x="0" y="6792"/>
                    <a:pt x="1160" y="8809"/>
                    <a:pt x="1160" y="8809"/>
                  </a:cubicBezTo>
                  <a:cubicBezTo>
                    <a:pt x="1160" y="8809"/>
                    <a:pt x="8621" y="15715"/>
                    <a:pt x="10638" y="18539"/>
                  </a:cubicBezTo>
                  <a:cubicBezTo>
                    <a:pt x="12805" y="21463"/>
                    <a:pt x="15528" y="27008"/>
                    <a:pt x="15679" y="27008"/>
                  </a:cubicBezTo>
                  <a:cubicBezTo>
                    <a:pt x="15931" y="27008"/>
                    <a:pt x="19158" y="22219"/>
                    <a:pt x="19863" y="19446"/>
                  </a:cubicBezTo>
                  <a:cubicBezTo>
                    <a:pt x="20569" y="16673"/>
                    <a:pt x="30148" y="10321"/>
                    <a:pt x="30501" y="8809"/>
                  </a:cubicBezTo>
                  <a:cubicBezTo>
                    <a:pt x="30854" y="7296"/>
                    <a:pt x="30148" y="7145"/>
                    <a:pt x="23745" y="2507"/>
                  </a:cubicBezTo>
                  <a:cubicBezTo>
                    <a:pt x="21297" y="700"/>
                    <a:pt x="17964" y="1"/>
                    <a:pt x="146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1711;p60">
              <a:extLst>
                <a:ext uri="{FF2B5EF4-FFF2-40B4-BE49-F238E27FC236}">
                  <a16:creationId xmlns:a16="http://schemas.microsoft.com/office/drawing/2014/main" id="{0A05A194-C8B6-FA8F-6BFE-8C3487806F14}"/>
                </a:ext>
              </a:extLst>
            </p:cNvPr>
            <p:cNvSpPr/>
            <p:nvPr/>
          </p:nvSpPr>
          <p:spPr>
            <a:xfrm>
              <a:off x="3663775" y="1572550"/>
              <a:ext cx="506700" cy="399750"/>
            </a:xfrm>
            <a:custGeom>
              <a:avLst/>
              <a:gdLst/>
              <a:ahLst/>
              <a:cxnLst/>
              <a:rect l="l" t="t" r="r" b="b"/>
              <a:pathLst>
                <a:path w="20268" h="15990" extrusionOk="0">
                  <a:moveTo>
                    <a:pt x="20268" y="0"/>
                  </a:moveTo>
                  <a:lnTo>
                    <a:pt x="102" y="353"/>
                  </a:lnTo>
                  <a:cubicBezTo>
                    <a:pt x="1" y="2269"/>
                    <a:pt x="1816" y="8621"/>
                    <a:pt x="3832" y="11394"/>
                  </a:cubicBezTo>
                  <a:cubicBezTo>
                    <a:pt x="5849" y="14167"/>
                    <a:pt x="8823" y="15831"/>
                    <a:pt x="10588" y="15982"/>
                  </a:cubicBezTo>
                  <a:cubicBezTo>
                    <a:pt x="10650" y="15987"/>
                    <a:pt x="10713" y="15990"/>
                    <a:pt x="10777" y="15990"/>
                  </a:cubicBezTo>
                  <a:cubicBezTo>
                    <a:pt x="12539" y="15990"/>
                    <a:pt x="15092" y="13988"/>
                    <a:pt x="16940" y="10436"/>
                  </a:cubicBezTo>
                  <a:cubicBezTo>
                    <a:pt x="18806" y="6806"/>
                    <a:pt x="20268" y="1"/>
                    <a:pt x="20268" y="0"/>
                  </a:cubicBezTo>
                  <a:close/>
                </a:path>
              </a:pathLst>
            </a:custGeom>
            <a:solidFill>
              <a:srgbClr val="FFB1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1712;p60">
              <a:extLst>
                <a:ext uri="{FF2B5EF4-FFF2-40B4-BE49-F238E27FC236}">
                  <a16:creationId xmlns:a16="http://schemas.microsoft.com/office/drawing/2014/main" id="{5680490A-F637-A7A9-01AD-5A498B20E5FC}"/>
                </a:ext>
              </a:extLst>
            </p:cNvPr>
            <p:cNvSpPr/>
            <p:nvPr/>
          </p:nvSpPr>
          <p:spPr>
            <a:xfrm>
              <a:off x="3663775" y="1573800"/>
              <a:ext cx="501650" cy="228150"/>
            </a:xfrm>
            <a:custGeom>
              <a:avLst/>
              <a:gdLst/>
              <a:ahLst/>
              <a:cxnLst/>
              <a:rect l="l" t="t" r="r" b="b"/>
              <a:pathLst>
                <a:path w="20066" h="9126" extrusionOk="0">
                  <a:moveTo>
                    <a:pt x="19511" y="1"/>
                  </a:moveTo>
                  <a:lnTo>
                    <a:pt x="102" y="303"/>
                  </a:lnTo>
                  <a:cubicBezTo>
                    <a:pt x="1" y="1765"/>
                    <a:pt x="1060" y="5849"/>
                    <a:pt x="2522" y="8924"/>
                  </a:cubicBezTo>
                  <a:cubicBezTo>
                    <a:pt x="4689" y="8168"/>
                    <a:pt x="6958" y="7412"/>
                    <a:pt x="8218" y="6857"/>
                  </a:cubicBezTo>
                  <a:cubicBezTo>
                    <a:pt x="9479" y="6303"/>
                    <a:pt x="8723" y="5093"/>
                    <a:pt x="9882" y="4891"/>
                  </a:cubicBezTo>
                  <a:cubicBezTo>
                    <a:pt x="9921" y="4886"/>
                    <a:pt x="9959" y="4883"/>
                    <a:pt x="9995" y="4883"/>
                  </a:cubicBezTo>
                  <a:cubicBezTo>
                    <a:pt x="10982" y="4883"/>
                    <a:pt x="10872" y="6816"/>
                    <a:pt x="11748" y="7059"/>
                  </a:cubicBezTo>
                  <a:cubicBezTo>
                    <a:pt x="12453" y="7261"/>
                    <a:pt x="15478" y="8370"/>
                    <a:pt x="17495" y="9126"/>
                  </a:cubicBezTo>
                  <a:cubicBezTo>
                    <a:pt x="18755" y="6101"/>
                    <a:pt x="19713" y="2118"/>
                    <a:pt x="20066" y="606"/>
                  </a:cubicBezTo>
                  <a:cubicBezTo>
                    <a:pt x="19915" y="354"/>
                    <a:pt x="19713" y="152"/>
                    <a:pt x="19511" y="1"/>
                  </a:cubicBezTo>
                  <a:close/>
                </a:path>
              </a:pathLst>
            </a:custGeom>
            <a:solidFill>
              <a:srgbClr val="DB82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1713;p60">
              <a:extLst>
                <a:ext uri="{FF2B5EF4-FFF2-40B4-BE49-F238E27FC236}">
                  <a16:creationId xmlns:a16="http://schemas.microsoft.com/office/drawing/2014/main" id="{7E5DD8E9-14BE-13E3-0175-D97493E6D7C2}"/>
                </a:ext>
              </a:extLst>
            </p:cNvPr>
            <p:cNvSpPr/>
            <p:nvPr/>
          </p:nvSpPr>
          <p:spPr>
            <a:xfrm>
              <a:off x="3515050" y="1239925"/>
              <a:ext cx="797850" cy="535275"/>
            </a:xfrm>
            <a:custGeom>
              <a:avLst/>
              <a:gdLst/>
              <a:ahLst/>
              <a:cxnLst/>
              <a:rect l="l" t="t" r="r" b="b"/>
              <a:pathLst>
                <a:path w="31914" h="21411" extrusionOk="0">
                  <a:moveTo>
                    <a:pt x="16760" y="0"/>
                  </a:moveTo>
                  <a:cubicBezTo>
                    <a:pt x="14441" y="0"/>
                    <a:pt x="12118" y="593"/>
                    <a:pt x="10487" y="1761"/>
                  </a:cubicBezTo>
                  <a:cubicBezTo>
                    <a:pt x="4538" y="5895"/>
                    <a:pt x="1" y="20968"/>
                    <a:pt x="253" y="21019"/>
                  </a:cubicBezTo>
                  <a:cubicBezTo>
                    <a:pt x="270" y="21023"/>
                    <a:pt x="289" y="21026"/>
                    <a:pt x="309" y="21026"/>
                  </a:cubicBezTo>
                  <a:cubicBezTo>
                    <a:pt x="1169" y="21026"/>
                    <a:pt x="5053" y="17076"/>
                    <a:pt x="14896" y="17076"/>
                  </a:cubicBezTo>
                  <a:cubicBezTo>
                    <a:pt x="15186" y="17076"/>
                    <a:pt x="15481" y="17080"/>
                    <a:pt x="15781" y="17087"/>
                  </a:cubicBezTo>
                  <a:cubicBezTo>
                    <a:pt x="25716" y="17325"/>
                    <a:pt x="30899" y="21411"/>
                    <a:pt x="31588" y="21411"/>
                  </a:cubicBezTo>
                  <a:cubicBezTo>
                    <a:pt x="31626" y="21411"/>
                    <a:pt x="31651" y="21398"/>
                    <a:pt x="31661" y="21372"/>
                  </a:cubicBezTo>
                  <a:cubicBezTo>
                    <a:pt x="31913" y="20918"/>
                    <a:pt x="27427" y="5441"/>
                    <a:pt x="23343" y="2063"/>
                  </a:cubicBezTo>
                  <a:cubicBezTo>
                    <a:pt x="21726" y="681"/>
                    <a:pt x="19245" y="0"/>
                    <a:pt x="167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1714;p60">
              <a:extLst>
                <a:ext uri="{FF2B5EF4-FFF2-40B4-BE49-F238E27FC236}">
                  <a16:creationId xmlns:a16="http://schemas.microsoft.com/office/drawing/2014/main" id="{6F957DB1-18E6-A0D8-9E64-1434D7F96C4E}"/>
                </a:ext>
              </a:extLst>
            </p:cNvPr>
            <p:cNvSpPr/>
            <p:nvPr/>
          </p:nvSpPr>
          <p:spPr>
            <a:xfrm>
              <a:off x="3521375" y="1744550"/>
              <a:ext cx="418450" cy="577950"/>
            </a:xfrm>
            <a:custGeom>
              <a:avLst/>
              <a:gdLst/>
              <a:ahLst/>
              <a:cxnLst/>
              <a:rect l="l" t="t" r="r" b="b"/>
              <a:pathLst>
                <a:path w="16738" h="23118" extrusionOk="0">
                  <a:moveTo>
                    <a:pt x="909" y="1"/>
                  </a:moveTo>
                  <a:cubicBezTo>
                    <a:pt x="417" y="1"/>
                    <a:pt x="0" y="834"/>
                    <a:pt x="0" y="834"/>
                  </a:cubicBezTo>
                  <a:cubicBezTo>
                    <a:pt x="0" y="834"/>
                    <a:pt x="6201" y="6632"/>
                    <a:pt x="9327" y="10665"/>
                  </a:cubicBezTo>
                  <a:cubicBezTo>
                    <a:pt x="13310" y="15807"/>
                    <a:pt x="16032" y="23117"/>
                    <a:pt x="16032" y="23117"/>
                  </a:cubicBezTo>
                  <a:cubicBezTo>
                    <a:pt x="16032" y="23117"/>
                    <a:pt x="16738" y="19840"/>
                    <a:pt x="15074" y="14143"/>
                  </a:cubicBezTo>
                  <a:cubicBezTo>
                    <a:pt x="13763" y="9757"/>
                    <a:pt x="5042" y="1691"/>
                    <a:pt x="1059" y="27"/>
                  </a:cubicBezTo>
                  <a:cubicBezTo>
                    <a:pt x="1008" y="9"/>
                    <a:pt x="958" y="1"/>
                    <a:pt x="9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1715;p60">
              <a:extLst>
                <a:ext uri="{FF2B5EF4-FFF2-40B4-BE49-F238E27FC236}">
                  <a16:creationId xmlns:a16="http://schemas.microsoft.com/office/drawing/2014/main" id="{5F39452F-B07A-B4D5-A6F0-E4C0EB490D2F}"/>
                </a:ext>
              </a:extLst>
            </p:cNvPr>
            <p:cNvSpPr/>
            <p:nvPr/>
          </p:nvSpPr>
          <p:spPr>
            <a:xfrm>
              <a:off x="3888125" y="1744725"/>
              <a:ext cx="419725" cy="579025"/>
            </a:xfrm>
            <a:custGeom>
              <a:avLst/>
              <a:gdLst/>
              <a:ahLst/>
              <a:cxnLst/>
              <a:rect l="l" t="t" r="r" b="b"/>
              <a:pathLst>
                <a:path w="16789" h="23161" extrusionOk="0">
                  <a:moveTo>
                    <a:pt x="15673" y="1"/>
                  </a:moveTo>
                  <a:cubicBezTo>
                    <a:pt x="15641" y="1"/>
                    <a:pt x="15609" y="7"/>
                    <a:pt x="15579" y="20"/>
                  </a:cubicBezTo>
                  <a:cubicBezTo>
                    <a:pt x="11848" y="2037"/>
                    <a:pt x="3026" y="9851"/>
                    <a:pt x="1715" y="14187"/>
                  </a:cubicBezTo>
                  <a:cubicBezTo>
                    <a:pt x="1" y="19884"/>
                    <a:pt x="1362" y="23160"/>
                    <a:pt x="1362" y="23160"/>
                  </a:cubicBezTo>
                  <a:cubicBezTo>
                    <a:pt x="1362" y="23160"/>
                    <a:pt x="3378" y="16102"/>
                    <a:pt x="7311" y="11011"/>
                  </a:cubicBezTo>
                  <a:cubicBezTo>
                    <a:pt x="10588" y="6877"/>
                    <a:pt x="16789" y="1230"/>
                    <a:pt x="16789" y="1230"/>
                  </a:cubicBezTo>
                  <a:cubicBezTo>
                    <a:pt x="16789" y="1230"/>
                    <a:pt x="16130" y="1"/>
                    <a:pt x="15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1716;p60">
              <a:extLst>
                <a:ext uri="{FF2B5EF4-FFF2-40B4-BE49-F238E27FC236}">
                  <a16:creationId xmlns:a16="http://schemas.microsoft.com/office/drawing/2014/main" id="{7A32ED3E-9F31-13BC-0782-AF858EEBD386}"/>
                </a:ext>
              </a:extLst>
            </p:cNvPr>
            <p:cNvSpPr/>
            <p:nvPr/>
          </p:nvSpPr>
          <p:spPr>
            <a:xfrm>
              <a:off x="3872450" y="1767700"/>
              <a:ext cx="76000" cy="23175"/>
            </a:xfrm>
            <a:custGeom>
              <a:avLst/>
              <a:gdLst/>
              <a:ahLst/>
              <a:cxnLst/>
              <a:rect l="l" t="t" r="r" b="b"/>
              <a:pathLst>
                <a:path w="3040" h="927" extrusionOk="0">
                  <a:moveTo>
                    <a:pt x="1447" y="1"/>
                  </a:moveTo>
                  <a:cubicBezTo>
                    <a:pt x="1424" y="1"/>
                    <a:pt x="1402" y="3"/>
                    <a:pt x="1384" y="9"/>
                  </a:cubicBezTo>
                  <a:cubicBezTo>
                    <a:pt x="981" y="59"/>
                    <a:pt x="73" y="614"/>
                    <a:pt x="73" y="614"/>
                  </a:cubicBezTo>
                  <a:cubicBezTo>
                    <a:pt x="0" y="796"/>
                    <a:pt x="1436" y="926"/>
                    <a:pt x="2290" y="926"/>
                  </a:cubicBezTo>
                  <a:cubicBezTo>
                    <a:pt x="2614" y="926"/>
                    <a:pt x="2855" y="907"/>
                    <a:pt x="2896" y="866"/>
                  </a:cubicBezTo>
                  <a:cubicBezTo>
                    <a:pt x="3040" y="818"/>
                    <a:pt x="1871" y="1"/>
                    <a:pt x="1447" y="1"/>
                  </a:cubicBezTo>
                  <a:close/>
                </a:path>
              </a:pathLst>
            </a:custGeom>
            <a:solidFill>
              <a:srgbClr val="DB82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1717;p60">
              <a:extLst>
                <a:ext uri="{FF2B5EF4-FFF2-40B4-BE49-F238E27FC236}">
                  <a16:creationId xmlns:a16="http://schemas.microsoft.com/office/drawing/2014/main" id="{552D939A-12B5-4134-8362-8FAAB28C48ED}"/>
                </a:ext>
              </a:extLst>
            </p:cNvPr>
            <p:cNvSpPr/>
            <p:nvPr/>
          </p:nvSpPr>
          <p:spPr>
            <a:xfrm>
              <a:off x="3846550" y="1847100"/>
              <a:ext cx="131675" cy="21650"/>
            </a:xfrm>
            <a:custGeom>
              <a:avLst/>
              <a:gdLst/>
              <a:ahLst/>
              <a:cxnLst/>
              <a:rect l="l" t="t" r="r" b="b"/>
              <a:pathLst>
                <a:path w="5267" h="866" extrusionOk="0">
                  <a:moveTo>
                    <a:pt x="3294" y="1"/>
                  </a:moveTo>
                  <a:cubicBezTo>
                    <a:pt x="3144" y="1"/>
                    <a:pt x="2987" y="3"/>
                    <a:pt x="2823" y="9"/>
                  </a:cubicBezTo>
                  <a:cubicBezTo>
                    <a:pt x="1311" y="110"/>
                    <a:pt x="0" y="463"/>
                    <a:pt x="50" y="664"/>
                  </a:cubicBezTo>
                  <a:cubicBezTo>
                    <a:pt x="117" y="810"/>
                    <a:pt x="285" y="866"/>
                    <a:pt x="511" y="866"/>
                  </a:cubicBezTo>
                  <a:cubicBezTo>
                    <a:pt x="1143" y="866"/>
                    <a:pt x="2229" y="436"/>
                    <a:pt x="2823" y="362"/>
                  </a:cubicBezTo>
                  <a:cubicBezTo>
                    <a:pt x="3252" y="311"/>
                    <a:pt x="3769" y="311"/>
                    <a:pt x="4197" y="311"/>
                  </a:cubicBezTo>
                  <a:cubicBezTo>
                    <a:pt x="4626" y="311"/>
                    <a:pt x="4966" y="311"/>
                    <a:pt x="5041" y="261"/>
                  </a:cubicBezTo>
                  <a:cubicBezTo>
                    <a:pt x="5266" y="171"/>
                    <a:pt x="4529" y="1"/>
                    <a:pt x="32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1718;p60">
              <a:extLst>
                <a:ext uri="{FF2B5EF4-FFF2-40B4-BE49-F238E27FC236}">
                  <a16:creationId xmlns:a16="http://schemas.microsoft.com/office/drawing/2014/main" id="{4BE3168A-6657-2B85-39AB-B4A1AB1A181F}"/>
                </a:ext>
              </a:extLst>
            </p:cNvPr>
            <p:cNvSpPr/>
            <p:nvPr/>
          </p:nvSpPr>
          <p:spPr>
            <a:xfrm>
              <a:off x="3822225" y="1844975"/>
              <a:ext cx="39450" cy="43475"/>
            </a:xfrm>
            <a:custGeom>
              <a:avLst/>
              <a:gdLst/>
              <a:ahLst/>
              <a:cxnLst/>
              <a:rect l="l" t="t" r="r" b="b"/>
              <a:pathLst>
                <a:path w="1578" h="1739" extrusionOk="0">
                  <a:moveTo>
                    <a:pt x="692" y="0"/>
                  </a:moveTo>
                  <a:cubicBezTo>
                    <a:pt x="361" y="0"/>
                    <a:pt x="0" y="758"/>
                    <a:pt x="267" y="1203"/>
                  </a:cubicBezTo>
                  <a:cubicBezTo>
                    <a:pt x="578" y="1617"/>
                    <a:pt x="915" y="1739"/>
                    <a:pt x="1170" y="1739"/>
                  </a:cubicBezTo>
                  <a:cubicBezTo>
                    <a:pt x="1411" y="1739"/>
                    <a:pt x="1578" y="1629"/>
                    <a:pt x="1578" y="1556"/>
                  </a:cubicBezTo>
                  <a:cubicBezTo>
                    <a:pt x="1578" y="1539"/>
                    <a:pt x="1563" y="1533"/>
                    <a:pt x="1537" y="1533"/>
                  </a:cubicBezTo>
                  <a:cubicBezTo>
                    <a:pt x="1490" y="1533"/>
                    <a:pt x="1407" y="1550"/>
                    <a:pt x="1302" y="1550"/>
                  </a:cubicBezTo>
                  <a:cubicBezTo>
                    <a:pt x="1116" y="1550"/>
                    <a:pt x="861" y="1497"/>
                    <a:pt x="620" y="1203"/>
                  </a:cubicBezTo>
                  <a:cubicBezTo>
                    <a:pt x="267" y="749"/>
                    <a:pt x="1124" y="245"/>
                    <a:pt x="822" y="43"/>
                  </a:cubicBezTo>
                  <a:cubicBezTo>
                    <a:pt x="780" y="14"/>
                    <a:pt x="736" y="0"/>
                    <a:pt x="692" y="0"/>
                  </a:cubicBezTo>
                  <a:close/>
                </a:path>
              </a:pathLst>
            </a:custGeom>
            <a:solidFill>
              <a:srgbClr val="DB82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1719;p60">
              <a:extLst>
                <a:ext uri="{FF2B5EF4-FFF2-40B4-BE49-F238E27FC236}">
                  <a16:creationId xmlns:a16="http://schemas.microsoft.com/office/drawing/2014/main" id="{D476B2B4-731C-AD62-C366-1520263C4F0C}"/>
                </a:ext>
              </a:extLst>
            </p:cNvPr>
            <p:cNvSpPr/>
            <p:nvPr/>
          </p:nvSpPr>
          <p:spPr>
            <a:xfrm>
              <a:off x="3736875" y="1277625"/>
              <a:ext cx="356725" cy="415950"/>
            </a:xfrm>
            <a:custGeom>
              <a:avLst/>
              <a:gdLst/>
              <a:ahLst/>
              <a:cxnLst/>
              <a:rect l="l" t="t" r="r" b="b"/>
              <a:pathLst>
                <a:path w="14269" h="16638" extrusionOk="0">
                  <a:moveTo>
                    <a:pt x="7765" y="0"/>
                  </a:moveTo>
                  <a:cubicBezTo>
                    <a:pt x="4034" y="0"/>
                    <a:pt x="858" y="12150"/>
                    <a:pt x="1" y="16184"/>
                  </a:cubicBezTo>
                  <a:cubicBezTo>
                    <a:pt x="1627" y="15884"/>
                    <a:pt x="3508" y="15657"/>
                    <a:pt x="5705" y="15657"/>
                  </a:cubicBezTo>
                  <a:cubicBezTo>
                    <a:pt x="6096" y="15657"/>
                    <a:pt x="6497" y="15664"/>
                    <a:pt x="6908" y="15679"/>
                  </a:cubicBezTo>
                  <a:cubicBezTo>
                    <a:pt x="9731" y="15730"/>
                    <a:pt x="12201" y="16133"/>
                    <a:pt x="14268" y="16637"/>
                  </a:cubicBezTo>
                  <a:cubicBezTo>
                    <a:pt x="13613" y="12302"/>
                    <a:pt x="12806" y="0"/>
                    <a:pt x="77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1720;p60">
              <a:extLst>
                <a:ext uri="{FF2B5EF4-FFF2-40B4-BE49-F238E27FC236}">
                  <a16:creationId xmlns:a16="http://schemas.microsoft.com/office/drawing/2014/main" id="{9B90CA81-025B-E14A-C1E4-81EFEB339501}"/>
                </a:ext>
              </a:extLst>
            </p:cNvPr>
            <p:cNvSpPr/>
            <p:nvPr/>
          </p:nvSpPr>
          <p:spPr>
            <a:xfrm>
              <a:off x="3620925" y="1863700"/>
              <a:ext cx="294950" cy="441150"/>
            </a:xfrm>
            <a:custGeom>
              <a:avLst/>
              <a:gdLst/>
              <a:ahLst/>
              <a:cxnLst/>
              <a:rect l="l" t="t" r="r" b="b"/>
              <a:pathLst>
                <a:path w="11798" h="17646" extrusionOk="0">
                  <a:moveTo>
                    <a:pt x="1" y="0"/>
                  </a:moveTo>
                  <a:lnTo>
                    <a:pt x="1" y="0"/>
                  </a:lnTo>
                  <a:cubicBezTo>
                    <a:pt x="1816" y="1866"/>
                    <a:pt x="3984" y="4084"/>
                    <a:pt x="5395" y="6000"/>
                  </a:cubicBezTo>
                  <a:cubicBezTo>
                    <a:pt x="8622" y="10083"/>
                    <a:pt x="11042" y="15629"/>
                    <a:pt x="11798" y="17645"/>
                  </a:cubicBezTo>
                  <a:cubicBezTo>
                    <a:pt x="11395" y="14419"/>
                    <a:pt x="10134" y="9680"/>
                    <a:pt x="6252" y="5344"/>
                  </a:cubicBezTo>
                  <a:cubicBezTo>
                    <a:pt x="3832" y="2723"/>
                    <a:pt x="1715" y="1059"/>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1721;p60">
              <a:extLst>
                <a:ext uri="{FF2B5EF4-FFF2-40B4-BE49-F238E27FC236}">
                  <a16:creationId xmlns:a16="http://schemas.microsoft.com/office/drawing/2014/main" id="{1B17274C-F9AE-6AD9-5996-D31453EE6D6E}"/>
                </a:ext>
              </a:extLst>
            </p:cNvPr>
            <p:cNvSpPr/>
            <p:nvPr/>
          </p:nvSpPr>
          <p:spPr>
            <a:xfrm>
              <a:off x="3132050" y="1956350"/>
              <a:ext cx="525450" cy="691075"/>
            </a:xfrm>
            <a:custGeom>
              <a:avLst/>
              <a:gdLst/>
              <a:ahLst/>
              <a:cxnLst/>
              <a:rect l="l" t="t" r="r" b="b"/>
              <a:pathLst>
                <a:path w="21018" h="27643" extrusionOk="0">
                  <a:moveTo>
                    <a:pt x="11908" y="0"/>
                  </a:moveTo>
                  <a:cubicBezTo>
                    <a:pt x="11804" y="0"/>
                    <a:pt x="11699" y="40"/>
                    <a:pt x="11590" y="126"/>
                  </a:cubicBezTo>
                  <a:cubicBezTo>
                    <a:pt x="6952" y="3806"/>
                    <a:pt x="1457" y="17872"/>
                    <a:pt x="650" y="22459"/>
                  </a:cubicBezTo>
                  <a:cubicBezTo>
                    <a:pt x="0" y="25863"/>
                    <a:pt x="8781" y="27642"/>
                    <a:pt x="14289" y="27642"/>
                  </a:cubicBezTo>
                  <a:cubicBezTo>
                    <a:pt x="16042" y="27642"/>
                    <a:pt x="17463" y="27462"/>
                    <a:pt x="18144" y="27097"/>
                  </a:cubicBezTo>
                  <a:cubicBezTo>
                    <a:pt x="21018" y="25585"/>
                    <a:pt x="16581" y="6579"/>
                    <a:pt x="14867" y="4361"/>
                  </a:cubicBezTo>
                  <a:cubicBezTo>
                    <a:pt x="13437" y="2438"/>
                    <a:pt x="12720" y="0"/>
                    <a:pt x="119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1722;p60">
              <a:extLst>
                <a:ext uri="{FF2B5EF4-FFF2-40B4-BE49-F238E27FC236}">
                  <a16:creationId xmlns:a16="http://schemas.microsoft.com/office/drawing/2014/main" id="{30777353-1952-D251-DC3A-751C8A2591F4}"/>
                </a:ext>
              </a:extLst>
            </p:cNvPr>
            <p:cNvSpPr/>
            <p:nvPr/>
          </p:nvSpPr>
          <p:spPr>
            <a:xfrm>
              <a:off x="3930975" y="1882600"/>
              <a:ext cx="265975" cy="414675"/>
            </a:xfrm>
            <a:custGeom>
              <a:avLst/>
              <a:gdLst/>
              <a:ahLst/>
              <a:cxnLst/>
              <a:rect l="l" t="t" r="r" b="b"/>
              <a:pathLst>
                <a:path w="10639" h="16587" extrusionOk="0">
                  <a:moveTo>
                    <a:pt x="10638" y="0"/>
                  </a:moveTo>
                  <a:lnTo>
                    <a:pt x="10638" y="0"/>
                  </a:lnTo>
                  <a:cubicBezTo>
                    <a:pt x="9126" y="1059"/>
                    <a:pt x="7462" y="2521"/>
                    <a:pt x="5546" y="4588"/>
                  </a:cubicBezTo>
                  <a:cubicBezTo>
                    <a:pt x="1715" y="8773"/>
                    <a:pt x="455" y="13360"/>
                    <a:pt x="1" y="16587"/>
                  </a:cubicBezTo>
                  <a:cubicBezTo>
                    <a:pt x="757" y="14369"/>
                    <a:pt x="2673" y="9378"/>
                    <a:pt x="5698" y="5496"/>
                  </a:cubicBezTo>
                  <a:cubicBezTo>
                    <a:pt x="7008" y="3782"/>
                    <a:pt x="8874" y="1765"/>
                    <a:pt x="1063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1723;p60">
              <a:extLst>
                <a:ext uri="{FF2B5EF4-FFF2-40B4-BE49-F238E27FC236}">
                  <a16:creationId xmlns:a16="http://schemas.microsoft.com/office/drawing/2014/main" id="{967A7184-71F3-B356-21F9-92AA7B996B8E}"/>
                </a:ext>
              </a:extLst>
            </p:cNvPr>
            <p:cNvSpPr/>
            <p:nvPr/>
          </p:nvSpPr>
          <p:spPr>
            <a:xfrm>
              <a:off x="3239050" y="2164925"/>
              <a:ext cx="255875" cy="267225"/>
            </a:xfrm>
            <a:custGeom>
              <a:avLst/>
              <a:gdLst/>
              <a:ahLst/>
              <a:cxnLst/>
              <a:rect l="l" t="t" r="r" b="b"/>
              <a:pathLst>
                <a:path w="10235" h="10689" extrusionOk="0">
                  <a:moveTo>
                    <a:pt x="8672" y="0"/>
                  </a:moveTo>
                  <a:cubicBezTo>
                    <a:pt x="8672" y="0"/>
                    <a:pt x="6957" y="4890"/>
                    <a:pt x="5798" y="5899"/>
                  </a:cubicBezTo>
                  <a:cubicBezTo>
                    <a:pt x="4689" y="6907"/>
                    <a:pt x="2723" y="6151"/>
                    <a:pt x="1462" y="7109"/>
                  </a:cubicBezTo>
                  <a:cubicBezTo>
                    <a:pt x="202" y="7966"/>
                    <a:pt x="0" y="10688"/>
                    <a:pt x="0" y="10688"/>
                  </a:cubicBezTo>
                  <a:cubicBezTo>
                    <a:pt x="0" y="10688"/>
                    <a:pt x="1758" y="9378"/>
                    <a:pt x="3848" y="9378"/>
                  </a:cubicBezTo>
                  <a:cubicBezTo>
                    <a:pt x="4383" y="9378"/>
                    <a:pt x="4940" y="9464"/>
                    <a:pt x="5495" y="9680"/>
                  </a:cubicBezTo>
                  <a:cubicBezTo>
                    <a:pt x="6051" y="9886"/>
                    <a:pt x="6577" y="9968"/>
                    <a:pt x="7063" y="9968"/>
                  </a:cubicBezTo>
                  <a:cubicBezTo>
                    <a:pt x="8957" y="9968"/>
                    <a:pt x="10234" y="8722"/>
                    <a:pt x="10234" y="8722"/>
                  </a:cubicBezTo>
                  <a:lnTo>
                    <a:pt x="86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1724;p60">
              <a:extLst>
                <a:ext uri="{FF2B5EF4-FFF2-40B4-BE49-F238E27FC236}">
                  <a16:creationId xmlns:a16="http://schemas.microsoft.com/office/drawing/2014/main" id="{7FDCB031-9D97-61C5-4739-37A2531890BA}"/>
                </a:ext>
              </a:extLst>
            </p:cNvPr>
            <p:cNvSpPr/>
            <p:nvPr/>
          </p:nvSpPr>
          <p:spPr>
            <a:xfrm>
              <a:off x="4131375" y="1956350"/>
              <a:ext cx="524225" cy="691075"/>
            </a:xfrm>
            <a:custGeom>
              <a:avLst/>
              <a:gdLst/>
              <a:ahLst/>
              <a:cxnLst/>
              <a:rect l="l" t="t" r="r" b="b"/>
              <a:pathLst>
                <a:path w="20969" h="27643" extrusionOk="0">
                  <a:moveTo>
                    <a:pt x="9061" y="0"/>
                  </a:moveTo>
                  <a:cubicBezTo>
                    <a:pt x="8249" y="0"/>
                    <a:pt x="7532" y="2438"/>
                    <a:pt x="6101" y="4361"/>
                  </a:cubicBezTo>
                  <a:cubicBezTo>
                    <a:pt x="4387" y="6579"/>
                    <a:pt x="1" y="25585"/>
                    <a:pt x="2824" y="27097"/>
                  </a:cubicBezTo>
                  <a:cubicBezTo>
                    <a:pt x="3505" y="27462"/>
                    <a:pt x="4927" y="27642"/>
                    <a:pt x="6679" y="27642"/>
                  </a:cubicBezTo>
                  <a:cubicBezTo>
                    <a:pt x="12188" y="27642"/>
                    <a:pt x="20968" y="25863"/>
                    <a:pt x="20318" y="22459"/>
                  </a:cubicBezTo>
                  <a:cubicBezTo>
                    <a:pt x="19511" y="17872"/>
                    <a:pt x="14016" y="3806"/>
                    <a:pt x="9378" y="126"/>
                  </a:cubicBezTo>
                  <a:cubicBezTo>
                    <a:pt x="9269" y="40"/>
                    <a:pt x="9164" y="0"/>
                    <a:pt x="90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1725;p60">
              <a:extLst>
                <a:ext uri="{FF2B5EF4-FFF2-40B4-BE49-F238E27FC236}">
                  <a16:creationId xmlns:a16="http://schemas.microsoft.com/office/drawing/2014/main" id="{BD40236A-2D25-10F6-4CA4-DB12E93880D3}"/>
                </a:ext>
              </a:extLst>
            </p:cNvPr>
            <p:cNvSpPr/>
            <p:nvPr/>
          </p:nvSpPr>
          <p:spPr>
            <a:xfrm>
              <a:off x="4292700" y="2164925"/>
              <a:ext cx="255875" cy="267225"/>
            </a:xfrm>
            <a:custGeom>
              <a:avLst/>
              <a:gdLst/>
              <a:ahLst/>
              <a:cxnLst/>
              <a:rect l="l" t="t" r="r" b="b"/>
              <a:pathLst>
                <a:path w="10235" h="10689" extrusionOk="0">
                  <a:moveTo>
                    <a:pt x="1614" y="0"/>
                  </a:moveTo>
                  <a:lnTo>
                    <a:pt x="1" y="8722"/>
                  </a:lnTo>
                  <a:cubicBezTo>
                    <a:pt x="1" y="8722"/>
                    <a:pt x="1278" y="9968"/>
                    <a:pt x="3172" y="9968"/>
                  </a:cubicBezTo>
                  <a:cubicBezTo>
                    <a:pt x="3658" y="9968"/>
                    <a:pt x="4184" y="9886"/>
                    <a:pt x="4740" y="9680"/>
                  </a:cubicBezTo>
                  <a:cubicBezTo>
                    <a:pt x="5295" y="9464"/>
                    <a:pt x="5852" y="9378"/>
                    <a:pt x="6387" y="9378"/>
                  </a:cubicBezTo>
                  <a:cubicBezTo>
                    <a:pt x="8478" y="9378"/>
                    <a:pt x="10235" y="10688"/>
                    <a:pt x="10235" y="10688"/>
                  </a:cubicBezTo>
                  <a:cubicBezTo>
                    <a:pt x="10235" y="10688"/>
                    <a:pt x="10033" y="7966"/>
                    <a:pt x="8773" y="7109"/>
                  </a:cubicBezTo>
                  <a:cubicBezTo>
                    <a:pt x="7513" y="6151"/>
                    <a:pt x="5597" y="6907"/>
                    <a:pt x="4437" y="5899"/>
                  </a:cubicBezTo>
                  <a:cubicBezTo>
                    <a:pt x="3278" y="4890"/>
                    <a:pt x="1614" y="0"/>
                    <a:pt x="16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1726;p60">
              <a:extLst>
                <a:ext uri="{FF2B5EF4-FFF2-40B4-BE49-F238E27FC236}">
                  <a16:creationId xmlns:a16="http://schemas.microsoft.com/office/drawing/2014/main" id="{0611C3DE-ED82-1B98-6C97-F9A40FB42A6F}"/>
                </a:ext>
              </a:extLst>
            </p:cNvPr>
            <p:cNvSpPr/>
            <p:nvPr/>
          </p:nvSpPr>
          <p:spPr>
            <a:xfrm>
              <a:off x="3445750" y="2085525"/>
              <a:ext cx="971750" cy="563400"/>
            </a:xfrm>
            <a:custGeom>
              <a:avLst/>
              <a:gdLst/>
              <a:ahLst/>
              <a:cxnLst/>
              <a:rect l="l" t="t" r="r" b="b"/>
              <a:pathLst>
                <a:path w="38870" h="22536" extrusionOk="0">
                  <a:moveTo>
                    <a:pt x="0" y="0"/>
                  </a:moveTo>
                  <a:lnTo>
                    <a:pt x="0" y="22535"/>
                  </a:lnTo>
                  <a:lnTo>
                    <a:pt x="38870" y="22535"/>
                  </a:lnTo>
                  <a:lnTo>
                    <a:pt x="3887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1727;p60">
              <a:extLst>
                <a:ext uri="{FF2B5EF4-FFF2-40B4-BE49-F238E27FC236}">
                  <a16:creationId xmlns:a16="http://schemas.microsoft.com/office/drawing/2014/main" id="{6C198A37-EED5-F8F1-6BD3-AD3637476790}"/>
                </a:ext>
              </a:extLst>
            </p:cNvPr>
            <p:cNvSpPr/>
            <p:nvPr/>
          </p:nvSpPr>
          <p:spPr>
            <a:xfrm>
              <a:off x="3445750" y="2647625"/>
              <a:ext cx="971750" cy="29025"/>
            </a:xfrm>
            <a:custGeom>
              <a:avLst/>
              <a:gdLst/>
              <a:ahLst/>
              <a:cxnLst/>
              <a:rect l="l" t="t" r="r" b="b"/>
              <a:pathLst>
                <a:path w="38870" h="1161" extrusionOk="0">
                  <a:moveTo>
                    <a:pt x="0" y="1"/>
                  </a:moveTo>
                  <a:lnTo>
                    <a:pt x="0" y="1161"/>
                  </a:lnTo>
                  <a:lnTo>
                    <a:pt x="38870" y="1161"/>
                  </a:lnTo>
                  <a:lnTo>
                    <a:pt x="388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1728;p60">
              <a:extLst>
                <a:ext uri="{FF2B5EF4-FFF2-40B4-BE49-F238E27FC236}">
                  <a16:creationId xmlns:a16="http://schemas.microsoft.com/office/drawing/2014/main" id="{3729C89C-83B7-8558-C63C-A7A0DD2B9924}"/>
                </a:ext>
              </a:extLst>
            </p:cNvPr>
            <p:cNvSpPr/>
            <p:nvPr/>
          </p:nvSpPr>
          <p:spPr>
            <a:xfrm>
              <a:off x="3619675" y="2640075"/>
              <a:ext cx="103375" cy="10100"/>
            </a:xfrm>
            <a:custGeom>
              <a:avLst/>
              <a:gdLst/>
              <a:ahLst/>
              <a:cxnLst/>
              <a:rect l="l" t="t" r="r" b="b"/>
              <a:pathLst>
                <a:path w="4135" h="404" extrusionOk="0">
                  <a:moveTo>
                    <a:pt x="0" y="1"/>
                  </a:moveTo>
                  <a:lnTo>
                    <a:pt x="0" y="404"/>
                  </a:lnTo>
                  <a:lnTo>
                    <a:pt x="4134" y="404"/>
                  </a:lnTo>
                  <a:lnTo>
                    <a:pt x="4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1729;p60">
              <a:extLst>
                <a:ext uri="{FF2B5EF4-FFF2-40B4-BE49-F238E27FC236}">
                  <a16:creationId xmlns:a16="http://schemas.microsoft.com/office/drawing/2014/main" id="{6D667493-43AA-D2E0-C352-31416513B48F}"/>
                </a:ext>
              </a:extLst>
            </p:cNvPr>
            <p:cNvSpPr/>
            <p:nvPr/>
          </p:nvSpPr>
          <p:spPr>
            <a:xfrm>
              <a:off x="4138950" y="2640075"/>
              <a:ext cx="104625" cy="10100"/>
            </a:xfrm>
            <a:custGeom>
              <a:avLst/>
              <a:gdLst/>
              <a:ahLst/>
              <a:cxnLst/>
              <a:rect l="l" t="t" r="r" b="b"/>
              <a:pathLst>
                <a:path w="4185" h="404" extrusionOk="0">
                  <a:moveTo>
                    <a:pt x="0" y="1"/>
                  </a:moveTo>
                  <a:lnTo>
                    <a:pt x="0" y="404"/>
                  </a:lnTo>
                  <a:lnTo>
                    <a:pt x="4185" y="404"/>
                  </a:lnTo>
                  <a:lnTo>
                    <a:pt x="4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1730;p60">
              <a:extLst>
                <a:ext uri="{FF2B5EF4-FFF2-40B4-BE49-F238E27FC236}">
                  <a16:creationId xmlns:a16="http://schemas.microsoft.com/office/drawing/2014/main" id="{0E6807CA-5EF0-5C82-459A-8CD4E14061D6}"/>
                </a:ext>
              </a:extLst>
            </p:cNvPr>
            <p:cNvSpPr/>
            <p:nvPr/>
          </p:nvSpPr>
          <p:spPr>
            <a:xfrm>
              <a:off x="3445750" y="2085525"/>
              <a:ext cx="971750" cy="12625"/>
            </a:xfrm>
            <a:custGeom>
              <a:avLst/>
              <a:gdLst/>
              <a:ahLst/>
              <a:cxnLst/>
              <a:rect l="l" t="t" r="r" b="b"/>
              <a:pathLst>
                <a:path w="38870" h="505" extrusionOk="0">
                  <a:moveTo>
                    <a:pt x="0" y="0"/>
                  </a:moveTo>
                  <a:lnTo>
                    <a:pt x="0" y="504"/>
                  </a:lnTo>
                  <a:lnTo>
                    <a:pt x="38870" y="504"/>
                  </a:lnTo>
                  <a:lnTo>
                    <a:pt x="388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1731;p60">
              <a:extLst>
                <a:ext uri="{FF2B5EF4-FFF2-40B4-BE49-F238E27FC236}">
                  <a16:creationId xmlns:a16="http://schemas.microsoft.com/office/drawing/2014/main" id="{FEC5EC9A-FD3B-1C8A-7685-5996CBE30ECA}"/>
                </a:ext>
              </a:extLst>
            </p:cNvPr>
            <p:cNvSpPr/>
            <p:nvPr/>
          </p:nvSpPr>
          <p:spPr>
            <a:xfrm>
              <a:off x="3871750" y="2290950"/>
              <a:ext cx="40350" cy="40350"/>
            </a:xfrm>
            <a:custGeom>
              <a:avLst/>
              <a:gdLst/>
              <a:ahLst/>
              <a:cxnLst/>
              <a:rect l="l" t="t" r="r" b="b"/>
              <a:pathLst>
                <a:path w="1614" h="1614" extrusionOk="0">
                  <a:moveTo>
                    <a:pt x="0" y="1"/>
                  </a:moveTo>
                  <a:lnTo>
                    <a:pt x="0" y="1614"/>
                  </a:lnTo>
                  <a:lnTo>
                    <a:pt x="504" y="1614"/>
                  </a:lnTo>
                  <a:lnTo>
                    <a:pt x="504" y="404"/>
                  </a:lnTo>
                  <a:lnTo>
                    <a:pt x="1614" y="404"/>
                  </a:lnTo>
                  <a:lnTo>
                    <a:pt x="16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1732;p60">
              <a:extLst>
                <a:ext uri="{FF2B5EF4-FFF2-40B4-BE49-F238E27FC236}">
                  <a16:creationId xmlns:a16="http://schemas.microsoft.com/office/drawing/2014/main" id="{B9B76AEF-2895-AF17-DEB7-8D2820D14E23}"/>
                </a:ext>
              </a:extLst>
            </p:cNvPr>
            <p:cNvSpPr/>
            <p:nvPr/>
          </p:nvSpPr>
          <p:spPr>
            <a:xfrm>
              <a:off x="3949900" y="2290950"/>
              <a:ext cx="42875" cy="40350"/>
            </a:xfrm>
            <a:custGeom>
              <a:avLst/>
              <a:gdLst/>
              <a:ahLst/>
              <a:cxnLst/>
              <a:rect l="l" t="t" r="r" b="b"/>
              <a:pathLst>
                <a:path w="1715" h="1614" extrusionOk="0">
                  <a:moveTo>
                    <a:pt x="0" y="1"/>
                  </a:moveTo>
                  <a:lnTo>
                    <a:pt x="0" y="404"/>
                  </a:lnTo>
                  <a:lnTo>
                    <a:pt x="1210" y="404"/>
                  </a:lnTo>
                  <a:lnTo>
                    <a:pt x="1210" y="1614"/>
                  </a:lnTo>
                  <a:lnTo>
                    <a:pt x="1714" y="1614"/>
                  </a:lnTo>
                  <a:lnTo>
                    <a:pt x="17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1733;p60">
              <a:extLst>
                <a:ext uri="{FF2B5EF4-FFF2-40B4-BE49-F238E27FC236}">
                  <a16:creationId xmlns:a16="http://schemas.microsoft.com/office/drawing/2014/main" id="{993FD14D-BA0E-8044-5977-F08E83EC608F}"/>
                </a:ext>
              </a:extLst>
            </p:cNvPr>
            <p:cNvSpPr/>
            <p:nvPr/>
          </p:nvSpPr>
          <p:spPr>
            <a:xfrm>
              <a:off x="3949900" y="2364050"/>
              <a:ext cx="42875" cy="41625"/>
            </a:xfrm>
            <a:custGeom>
              <a:avLst/>
              <a:gdLst/>
              <a:ahLst/>
              <a:cxnLst/>
              <a:rect l="l" t="t" r="r" b="b"/>
              <a:pathLst>
                <a:path w="1715" h="1665" extrusionOk="0">
                  <a:moveTo>
                    <a:pt x="1210" y="1"/>
                  </a:moveTo>
                  <a:lnTo>
                    <a:pt x="1210" y="1211"/>
                  </a:lnTo>
                  <a:lnTo>
                    <a:pt x="0" y="1211"/>
                  </a:lnTo>
                  <a:lnTo>
                    <a:pt x="0" y="1664"/>
                  </a:lnTo>
                  <a:lnTo>
                    <a:pt x="1714" y="1664"/>
                  </a:lnTo>
                  <a:lnTo>
                    <a:pt x="17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1734;p60">
              <a:extLst>
                <a:ext uri="{FF2B5EF4-FFF2-40B4-BE49-F238E27FC236}">
                  <a16:creationId xmlns:a16="http://schemas.microsoft.com/office/drawing/2014/main" id="{CB1097E1-06B3-9663-8E69-2E398D332BFD}"/>
                </a:ext>
              </a:extLst>
            </p:cNvPr>
            <p:cNvSpPr/>
            <p:nvPr/>
          </p:nvSpPr>
          <p:spPr>
            <a:xfrm>
              <a:off x="3871750" y="2364050"/>
              <a:ext cx="40350" cy="41625"/>
            </a:xfrm>
            <a:custGeom>
              <a:avLst/>
              <a:gdLst/>
              <a:ahLst/>
              <a:cxnLst/>
              <a:rect l="l" t="t" r="r" b="b"/>
              <a:pathLst>
                <a:path w="1614" h="1665" extrusionOk="0">
                  <a:moveTo>
                    <a:pt x="0" y="1"/>
                  </a:moveTo>
                  <a:lnTo>
                    <a:pt x="0" y="1664"/>
                  </a:lnTo>
                  <a:lnTo>
                    <a:pt x="1614" y="1664"/>
                  </a:lnTo>
                  <a:lnTo>
                    <a:pt x="1614" y="1211"/>
                  </a:lnTo>
                  <a:lnTo>
                    <a:pt x="504" y="1211"/>
                  </a:lnTo>
                  <a:lnTo>
                    <a:pt x="5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60538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52F44A7-6A43-0E5A-B05C-8AAA5A5119AB}"/>
              </a:ext>
            </a:extLst>
          </p:cNvPr>
          <p:cNvSpPr>
            <a:spLocks noGrp="1"/>
          </p:cNvSpPr>
          <p:nvPr>
            <p:ph type="title"/>
          </p:nvPr>
        </p:nvSpPr>
        <p:spPr/>
        <p:txBody>
          <a:bodyPr/>
          <a:lstStyle/>
          <a:p>
            <a:r>
              <a:rPr lang="ar-YE" sz="3600" dirty="0">
                <a:solidFill>
                  <a:schemeClr val="dk2"/>
                </a:solidFill>
              </a:rPr>
              <a:t>شركة آبل التجارية</a:t>
            </a:r>
            <a:r>
              <a:rPr lang="en-US" sz="3600" dirty="0">
                <a:solidFill>
                  <a:schemeClr val="dk2"/>
                </a:solidFill>
              </a:rPr>
              <a:t> </a:t>
            </a:r>
            <a:r>
              <a:rPr lang="ar-YE" sz="3600" dirty="0">
                <a:solidFill>
                  <a:schemeClr val="dk2"/>
                </a:solidFill>
              </a:rPr>
              <a:t>شبكة</a:t>
            </a:r>
            <a:endParaRPr lang="en-US" sz="3600" dirty="0">
              <a:solidFill>
                <a:schemeClr val="dk2"/>
              </a:solidFill>
            </a:endParaRPr>
          </a:p>
        </p:txBody>
      </p:sp>
      <p:pic>
        <p:nvPicPr>
          <p:cNvPr id="6" name="عنصر نائب للصورة 5">
            <a:extLst>
              <a:ext uri="{FF2B5EF4-FFF2-40B4-BE49-F238E27FC236}">
                <a16:creationId xmlns:a16="http://schemas.microsoft.com/office/drawing/2014/main" id="{3602F6DC-F3FA-4324-F6E1-FEAADA9BEBC0}"/>
              </a:ext>
            </a:extLst>
          </p:cNvPr>
          <p:cNvPicPr>
            <a:picLocks noGrp="1" noChangeAspect="1"/>
          </p:cNvPicPr>
          <p:nvPr>
            <p:ph type="pic" idx="2"/>
          </p:nvPr>
        </p:nvPicPr>
        <p:blipFill>
          <a:blip r:embed="rId2"/>
          <a:srcRect l="14066" t="34022" r="17021" b="8513"/>
          <a:stretch/>
        </p:blipFill>
        <p:spPr>
          <a:xfrm>
            <a:off x="310716" y="1661651"/>
            <a:ext cx="5519813" cy="2745824"/>
          </a:xfrm>
        </p:spPr>
      </p:pic>
      <p:grpSp>
        <p:nvGrpSpPr>
          <p:cNvPr id="7" name="Google Shape;377;p34">
            <a:extLst>
              <a:ext uri="{FF2B5EF4-FFF2-40B4-BE49-F238E27FC236}">
                <a16:creationId xmlns:a16="http://schemas.microsoft.com/office/drawing/2014/main" id="{CEA3F733-6D09-530F-2DA2-C104591B7FBE}"/>
              </a:ext>
            </a:extLst>
          </p:cNvPr>
          <p:cNvGrpSpPr/>
          <p:nvPr/>
        </p:nvGrpSpPr>
        <p:grpSpPr>
          <a:xfrm>
            <a:off x="6537030" y="2438438"/>
            <a:ext cx="2034881" cy="2567356"/>
            <a:chOff x="4141325" y="4225925"/>
            <a:chExt cx="753325" cy="950450"/>
          </a:xfrm>
        </p:grpSpPr>
        <p:sp>
          <p:nvSpPr>
            <p:cNvPr id="8" name="Google Shape;378;p34">
              <a:extLst>
                <a:ext uri="{FF2B5EF4-FFF2-40B4-BE49-F238E27FC236}">
                  <a16:creationId xmlns:a16="http://schemas.microsoft.com/office/drawing/2014/main" id="{13EB34C8-06EA-E873-F5F2-0A6E15EA701B}"/>
                </a:ext>
              </a:extLst>
            </p:cNvPr>
            <p:cNvSpPr/>
            <p:nvPr/>
          </p:nvSpPr>
          <p:spPr>
            <a:xfrm>
              <a:off x="4539700" y="4249425"/>
              <a:ext cx="268050" cy="272700"/>
            </a:xfrm>
            <a:custGeom>
              <a:avLst/>
              <a:gdLst/>
              <a:ahLst/>
              <a:cxnLst/>
              <a:rect l="l" t="t" r="r" b="b"/>
              <a:pathLst>
                <a:path w="10722" h="10908" extrusionOk="0">
                  <a:moveTo>
                    <a:pt x="5361" y="1"/>
                  </a:moveTo>
                  <a:cubicBezTo>
                    <a:pt x="2403" y="1"/>
                    <a:pt x="0" y="1849"/>
                    <a:pt x="0" y="4105"/>
                  </a:cubicBezTo>
                  <a:cubicBezTo>
                    <a:pt x="0" y="6397"/>
                    <a:pt x="2403" y="8245"/>
                    <a:pt x="5361" y="8245"/>
                  </a:cubicBezTo>
                  <a:cubicBezTo>
                    <a:pt x="5916" y="8245"/>
                    <a:pt x="6470" y="8171"/>
                    <a:pt x="6988" y="8061"/>
                  </a:cubicBezTo>
                  <a:lnTo>
                    <a:pt x="9206" y="10907"/>
                  </a:lnTo>
                  <a:lnTo>
                    <a:pt x="9206" y="10907"/>
                  </a:lnTo>
                  <a:lnTo>
                    <a:pt x="8171" y="7617"/>
                  </a:lnTo>
                  <a:cubicBezTo>
                    <a:pt x="9724" y="6877"/>
                    <a:pt x="10722" y="5583"/>
                    <a:pt x="10722" y="4105"/>
                  </a:cubicBezTo>
                  <a:cubicBezTo>
                    <a:pt x="10722" y="1849"/>
                    <a:pt x="8319" y="1"/>
                    <a:pt x="53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79;p34">
              <a:extLst>
                <a:ext uri="{FF2B5EF4-FFF2-40B4-BE49-F238E27FC236}">
                  <a16:creationId xmlns:a16="http://schemas.microsoft.com/office/drawing/2014/main" id="{A7366186-61C5-1B09-E4B5-C8C8E610A291}"/>
                </a:ext>
              </a:extLst>
            </p:cNvPr>
            <p:cNvSpPr/>
            <p:nvPr/>
          </p:nvSpPr>
          <p:spPr>
            <a:xfrm>
              <a:off x="4607175" y="4613325"/>
              <a:ext cx="113700" cy="41625"/>
            </a:xfrm>
            <a:custGeom>
              <a:avLst/>
              <a:gdLst/>
              <a:ahLst/>
              <a:cxnLst/>
              <a:rect l="l" t="t" r="r" b="b"/>
              <a:pathLst>
                <a:path w="4548" h="1665" extrusionOk="0">
                  <a:moveTo>
                    <a:pt x="2489" y="0"/>
                  </a:moveTo>
                  <a:cubicBezTo>
                    <a:pt x="2149" y="0"/>
                    <a:pt x="988" y="640"/>
                    <a:pt x="851" y="640"/>
                  </a:cubicBezTo>
                  <a:cubicBezTo>
                    <a:pt x="740" y="640"/>
                    <a:pt x="185" y="381"/>
                    <a:pt x="185" y="381"/>
                  </a:cubicBezTo>
                  <a:lnTo>
                    <a:pt x="0" y="1010"/>
                  </a:lnTo>
                  <a:cubicBezTo>
                    <a:pt x="0" y="1010"/>
                    <a:pt x="1246" y="1406"/>
                    <a:pt x="1706" y="1406"/>
                  </a:cubicBezTo>
                  <a:cubicBezTo>
                    <a:pt x="1771" y="1406"/>
                    <a:pt x="1821" y="1398"/>
                    <a:pt x="1849" y="1379"/>
                  </a:cubicBezTo>
                  <a:cubicBezTo>
                    <a:pt x="1982" y="1313"/>
                    <a:pt x="2075" y="1299"/>
                    <a:pt x="2128" y="1299"/>
                  </a:cubicBezTo>
                  <a:cubicBezTo>
                    <a:pt x="2164" y="1299"/>
                    <a:pt x="2181" y="1305"/>
                    <a:pt x="2181" y="1305"/>
                  </a:cubicBezTo>
                  <a:cubicBezTo>
                    <a:pt x="2637" y="1561"/>
                    <a:pt x="3027" y="1664"/>
                    <a:pt x="3216" y="1664"/>
                  </a:cubicBezTo>
                  <a:cubicBezTo>
                    <a:pt x="3272" y="1664"/>
                    <a:pt x="3311" y="1655"/>
                    <a:pt x="3328" y="1638"/>
                  </a:cubicBezTo>
                  <a:cubicBezTo>
                    <a:pt x="3359" y="1544"/>
                    <a:pt x="2779" y="1211"/>
                    <a:pt x="2602" y="1111"/>
                  </a:cubicBezTo>
                  <a:lnTo>
                    <a:pt x="2602" y="1111"/>
                  </a:lnTo>
                  <a:cubicBezTo>
                    <a:pt x="2788" y="1214"/>
                    <a:pt x="3444" y="1561"/>
                    <a:pt x="3733" y="1561"/>
                  </a:cubicBezTo>
                  <a:cubicBezTo>
                    <a:pt x="3783" y="1561"/>
                    <a:pt x="3821" y="1551"/>
                    <a:pt x="3845" y="1527"/>
                  </a:cubicBezTo>
                  <a:cubicBezTo>
                    <a:pt x="3953" y="1456"/>
                    <a:pt x="3722" y="1306"/>
                    <a:pt x="3456" y="1171"/>
                  </a:cubicBezTo>
                  <a:lnTo>
                    <a:pt x="3456" y="1171"/>
                  </a:lnTo>
                  <a:cubicBezTo>
                    <a:pt x="3686" y="1262"/>
                    <a:pt x="3925" y="1341"/>
                    <a:pt x="4067" y="1341"/>
                  </a:cubicBezTo>
                  <a:cubicBezTo>
                    <a:pt x="4119" y="1341"/>
                    <a:pt x="4158" y="1330"/>
                    <a:pt x="4178" y="1305"/>
                  </a:cubicBezTo>
                  <a:cubicBezTo>
                    <a:pt x="4280" y="1221"/>
                    <a:pt x="4063" y="1066"/>
                    <a:pt x="3798" y="923"/>
                  </a:cubicBezTo>
                  <a:lnTo>
                    <a:pt x="3798" y="923"/>
                  </a:lnTo>
                  <a:cubicBezTo>
                    <a:pt x="4067" y="1029"/>
                    <a:pt x="4260" y="1074"/>
                    <a:pt x="4383" y="1074"/>
                  </a:cubicBezTo>
                  <a:cubicBezTo>
                    <a:pt x="4494" y="1074"/>
                    <a:pt x="4548" y="1037"/>
                    <a:pt x="4548" y="973"/>
                  </a:cubicBezTo>
                  <a:cubicBezTo>
                    <a:pt x="4548" y="788"/>
                    <a:pt x="2699" y="85"/>
                    <a:pt x="2551" y="11"/>
                  </a:cubicBezTo>
                  <a:cubicBezTo>
                    <a:pt x="2536" y="4"/>
                    <a:pt x="2515" y="0"/>
                    <a:pt x="2489" y="0"/>
                  </a:cubicBezTo>
                  <a:close/>
                </a:path>
              </a:pathLst>
            </a:custGeom>
            <a:solidFill>
              <a:srgbClr val="E45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80;p34">
              <a:extLst>
                <a:ext uri="{FF2B5EF4-FFF2-40B4-BE49-F238E27FC236}">
                  <a16:creationId xmlns:a16="http://schemas.microsoft.com/office/drawing/2014/main" id="{65E44DF0-7A4E-A8D3-A880-AA0CBC95CE96}"/>
                </a:ext>
              </a:extLst>
            </p:cNvPr>
            <p:cNvSpPr/>
            <p:nvPr/>
          </p:nvSpPr>
          <p:spPr>
            <a:xfrm>
              <a:off x="4611800" y="4624700"/>
              <a:ext cx="210750" cy="30525"/>
            </a:xfrm>
            <a:custGeom>
              <a:avLst/>
              <a:gdLst/>
              <a:ahLst/>
              <a:cxnLst/>
              <a:rect l="l" t="t" r="r" b="b"/>
              <a:pathLst>
                <a:path w="8430" h="1221" extrusionOk="0">
                  <a:moveTo>
                    <a:pt x="0" y="0"/>
                  </a:moveTo>
                  <a:lnTo>
                    <a:pt x="0" y="1220"/>
                  </a:lnTo>
                  <a:lnTo>
                    <a:pt x="8429" y="1220"/>
                  </a:lnTo>
                  <a:lnTo>
                    <a:pt x="842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81;p34">
              <a:extLst>
                <a:ext uri="{FF2B5EF4-FFF2-40B4-BE49-F238E27FC236}">
                  <a16:creationId xmlns:a16="http://schemas.microsoft.com/office/drawing/2014/main" id="{DB72D1B1-2800-C9AE-68C6-8CDF04B196EB}"/>
                </a:ext>
              </a:extLst>
            </p:cNvPr>
            <p:cNvSpPr/>
            <p:nvPr/>
          </p:nvSpPr>
          <p:spPr>
            <a:xfrm>
              <a:off x="4801275" y="4425050"/>
              <a:ext cx="78575" cy="216300"/>
            </a:xfrm>
            <a:custGeom>
              <a:avLst/>
              <a:gdLst/>
              <a:ahLst/>
              <a:cxnLst/>
              <a:rect l="l" t="t" r="r" b="b"/>
              <a:pathLst>
                <a:path w="3143" h="8652" extrusionOk="0">
                  <a:moveTo>
                    <a:pt x="2736" y="0"/>
                  </a:moveTo>
                  <a:lnTo>
                    <a:pt x="0" y="8467"/>
                  </a:lnTo>
                  <a:lnTo>
                    <a:pt x="407" y="8651"/>
                  </a:lnTo>
                  <a:lnTo>
                    <a:pt x="3143" y="148"/>
                  </a:lnTo>
                  <a:lnTo>
                    <a:pt x="273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82;p34">
              <a:extLst>
                <a:ext uri="{FF2B5EF4-FFF2-40B4-BE49-F238E27FC236}">
                  <a16:creationId xmlns:a16="http://schemas.microsoft.com/office/drawing/2014/main" id="{D3B8A219-B63C-B532-07AB-F9986BB68517}"/>
                </a:ext>
              </a:extLst>
            </p:cNvPr>
            <p:cNvSpPr/>
            <p:nvPr/>
          </p:nvSpPr>
          <p:spPr>
            <a:xfrm>
              <a:off x="4501800" y="5095150"/>
              <a:ext cx="154375" cy="78575"/>
            </a:xfrm>
            <a:custGeom>
              <a:avLst/>
              <a:gdLst/>
              <a:ahLst/>
              <a:cxnLst/>
              <a:rect l="l" t="t" r="r" b="b"/>
              <a:pathLst>
                <a:path w="6175" h="3143" extrusionOk="0">
                  <a:moveTo>
                    <a:pt x="407" y="0"/>
                  </a:moveTo>
                  <a:cubicBezTo>
                    <a:pt x="407" y="0"/>
                    <a:pt x="1" y="1664"/>
                    <a:pt x="74" y="2033"/>
                  </a:cubicBezTo>
                  <a:cubicBezTo>
                    <a:pt x="176" y="2371"/>
                    <a:pt x="1571" y="2708"/>
                    <a:pt x="1954" y="2708"/>
                  </a:cubicBezTo>
                  <a:cubicBezTo>
                    <a:pt x="1991" y="2708"/>
                    <a:pt x="2018" y="2705"/>
                    <a:pt x="2034" y="2699"/>
                  </a:cubicBezTo>
                  <a:cubicBezTo>
                    <a:pt x="2134" y="2639"/>
                    <a:pt x="2341" y="2568"/>
                    <a:pt x="2546" y="2568"/>
                  </a:cubicBezTo>
                  <a:cubicBezTo>
                    <a:pt x="2721" y="2568"/>
                    <a:pt x="2893" y="2620"/>
                    <a:pt x="2995" y="2773"/>
                  </a:cubicBezTo>
                  <a:cubicBezTo>
                    <a:pt x="3139" y="2989"/>
                    <a:pt x="3549" y="3143"/>
                    <a:pt x="4082" y="3143"/>
                  </a:cubicBezTo>
                  <a:cubicBezTo>
                    <a:pt x="4369" y="3143"/>
                    <a:pt x="4692" y="3098"/>
                    <a:pt x="5029" y="2995"/>
                  </a:cubicBezTo>
                  <a:cubicBezTo>
                    <a:pt x="5990" y="2736"/>
                    <a:pt x="6175" y="1960"/>
                    <a:pt x="5324" y="1590"/>
                  </a:cubicBezTo>
                  <a:cubicBezTo>
                    <a:pt x="4289" y="1146"/>
                    <a:pt x="2367" y="185"/>
                    <a:pt x="2367" y="185"/>
                  </a:cubicBezTo>
                  <a:lnTo>
                    <a:pt x="40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83;p34">
              <a:extLst>
                <a:ext uri="{FF2B5EF4-FFF2-40B4-BE49-F238E27FC236}">
                  <a16:creationId xmlns:a16="http://schemas.microsoft.com/office/drawing/2014/main" id="{6BAC53EA-1FC2-C2D4-444D-8ABA72582D5D}"/>
                </a:ext>
              </a:extLst>
            </p:cNvPr>
            <p:cNvSpPr/>
            <p:nvPr/>
          </p:nvSpPr>
          <p:spPr>
            <a:xfrm>
              <a:off x="4256875" y="4650575"/>
              <a:ext cx="388200" cy="459375"/>
            </a:xfrm>
            <a:custGeom>
              <a:avLst/>
              <a:gdLst/>
              <a:ahLst/>
              <a:cxnLst/>
              <a:rect l="l" t="t" r="r" b="b"/>
              <a:pathLst>
                <a:path w="15528" h="18375" extrusionOk="0">
                  <a:moveTo>
                    <a:pt x="2071" y="0"/>
                  </a:moveTo>
                  <a:cubicBezTo>
                    <a:pt x="740" y="1738"/>
                    <a:pt x="0" y="3586"/>
                    <a:pt x="592" y="3771"/>
                  </a:cubicBezTo>
                  <a:cubicBezTo>
                    <a:pt x="1109" y="3956"/>
                    <a:pt x="9650" y="4732"/>
                    <a:pt x="10167" y="5250"/>
                  </a:cubicBezTo>
                  <a:cubicBezTo>
                    <a:pt x="10685" y="5805"/>
                    <a:pt x="10019" y="18116"/>
                    <a:pt x="10019" y="18116"/>
                  </a:cubicBezTo>
                  <a:lnTo>
                    <a:pt x="12755" y="18375"/>
                  </a:lnTo>
                  <a:cubicBezTo>
                    <a:pt x="12755" y="18375"/>
                    <a:pt x="15528" y="4622"/>
                    <a:pt x="14456" y="3845"/>
                  </a:cubicBezTo>
                  <a:cubicBezTo>
                    <a:pt x="13421" y="3032"/>
                    <a:pt x="5361" y="37"/>
                    <a:pt x="5361" y="37"/>
                  </a:cubicBezTo>
                  <a:lnTo>
                    <a:pt x="207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84;p34">
              <a:extLst>
                <a:ext uri="{FF2B5EF4-FFF2-40B4-BE49-F238E27FC236}">
                  <a16:creationId xmlns:a16="http://schemas.microsoft.com/office/drawing/2014/main" id="{DA713131-5C04-A99B-6DAB-DE32A0BF9624}"/>
                </a:ext>
              </a:extLst>
            </p:cNvPr>
            <p:cNvSpPr/>
            <p:nvPr/>
          </p:nvSpPr>
          <p:spPr>
            <a:xfrm>
              <a:off x="4141325" y="4455550"/>
              <a:ext cx="117425" cy="344775"/>
            </a:xfrm>
            <a:custGeom>
              <a:avLst/>
              <a:gdLst/>
              <a:ahLst/>
              <a:cxnLst/>
              <a:rect l="l" t="t" r="r" b="b"/>
              <a:pathLst>
                <a:path w="4697" h="13791" extrusionOk="0">
                  <a:moveTo>
                    <a:pt x="1850" y="0"/>
                  </a:moveTo>
                  <a:lnTo>
                    <a:pt x="1" y="444"/>
                  </a:lnTo>
                  <a:lnTo>
                    <a:pt x="3328" y="13790"/>
                  </a:lnTo>
                  <a:lnTo>
                    <a:pt x="4696" y="13495"/>
                  </a:lnTo>
                  <a:lnTo>
                    <a:pt x="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85;p34">
              <a:extLst>
                <a:ext uri="{FF2B5EF4-FFF2-40B4-BE49-F238E27FC236}">
                  <a16:creationId xmlns:a16="http://schemas.microsoft.com/office/drawing/2014/main" id="{3C489DF0-176D-A5F0-F8EB-C26BA364F4F3}"/>
                </a:ext>
              </a:extLst>
            </p:cNvPr>
            <p:cNvSpPr/>
            <p:nvPr/>
          </p:nvSpPr>
          <p:spPr>
            <a:xfrm>
              <a:off x="4509200" y="4810475"/>
              <a:ext cx="13875" cy="365100"/>
            </a:xfrm>
            <a:custGeom>
              <a:avLst/>
              <a:gdLst/>
              <a:ahLst/>
              <a:cxnLst/>
              <a:rect l="l" t="t" r="r" b="b"/>
              <a:pathLst>
                <a:path w="555" h="14604" extrusionOk="0">
                  <a:moveTo>
                    <a:pt x="0" y="0"/>
                  </a:moveTo>
                  <a:lnTo>
                    <a:pt x="0" y="14604"/>
                  </a:lnTo>
                  <a:lnTo>
                    <a:pt x="555" y="14604"/>
                  </a:lnTo>
                  <a:lnTo>
                    <a:pt x="5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86;p34">
              <a:extLst>
                <a:ext uri="{FF2B5EF4-FFF2-40B4-BE49-F238E27FC236}">
                  <a16:creationId xmlns:a16="http://schemas.microsoft.com/office/drawing/2014/main" id="{4E7E3A75-A520-8780-D4CA-29F2C0BC451A}"/>
                </a:ext>
              </a:extLst>
            </p:cNvPr>
            <p:cNvSpPr/>
            <p:nvPr/>
          </p:nvSpPr>
          <p:spPr>
            <a:xfrm>
              <a:off x="4252250" y="4810475"/>
              <a:ext cx="13900" cy="365100"/>
            </a:xfrm>
            <a:custGeom>
              <a:avLst/>
              <a:gdLst/>
              <a:ahLst/>
              <a:cxnLst/>
              <a:rect l="l" t="t" r="r" b="b"/>
              <a:pathLst>
                <a:path w="556" h="14604" extrusionOk="0">
                  <a:moveTo>
                    <a:pt x="0" y="0"/>
                  </a:moveTo>
                  <a:lnTo>
                    <a:pt x="0" y="14604"/>
                  </a:lnTo>
                  <a:lnTo>
                    <a:pt x="555" y="14604"/>
                  </a:lnTo>
                  <a:lnTo>
                    <a:pt x="5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87;p34">
              <a:extLst>
                <a:ext uri="{FF2B5EF4-FFF2-40B4-BE49-F238E27FC236}">
                  <a16:creationId xmlns:a16="http://schemas.microsoft.com/office/drawing/2014/main" id="{FA4F06D1-9B73-9A22-8C72-11135996EEBB}"/>
                </a:ext>
              </a:extLst>
            </p:cNvPr>
            <p:cNvSpPr/>
            <p:nvPr/>
          </p:nvSpPr>
          <p:spPr>
            <a:xfrm>
              <a:off x="4215275" y="4776275"/>
              <a:ext cx="344775" cy="47150"/>
            </a:xfrm>
            <a:custGeom>
              <a:avLst/>
              <a:gdLst/>
              <a:ahLst/>
              <a:cxnLst/>
              <a:rect l="l" t="t" r="r" b="b"/>
              <a:pathLst>
                <a:path w="13791" h="1886" extrusionOk="0">
                  <a:moveTo>
                    <a:pt x="1" y="0"/>
                  </a:moveTo>
                  <a:lnTo>
                    <a:pt x="1" y="1886"/>
                  </a:lnTo>
                  <a:lnTo>
                    <a:pt x="13791" y="1886"/>
                  </a:lnTo>
                  <a:lnTo>
                    <a:pt x="1379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88;p34">
              <a:extLst>
                <a:ext uri="{FF2B5EF4-FFF2-40B4-BE49-F238E27FC236}">
                  <a16:creationId xmlns:a16="http://schemas.microsoft.com/office/drawing/2014/main" id="{012FB7C9-2406-EBAD-862A-9B07EF30922E}"/>
                </a:ext>
              </a:extLst>
            </p:cNvPr>
            <p:cNvSpPr/>
            <p:nvPr/>
          </p:nvSpPr>
          <p:spPr>
            <a:xfrm>
              <a:off x="4334475" y="4323375"/>
              <a:ext cx="84175" cy="109100"/>
            </a:xfrm>
            <a:custGeom>
              <a:avLst/>
              <a:gdLst/>
              <a:ahLst/>
              <a:cxnLst/>
              <a:rect l="l" t="t" r="r" b="b"/>
              <a:pathLst>
                <a:path w="3367" h="4364" extrusionOk="0">
                  <a:moveTo>
                    <a:pt x="1666" y="1"/>
                  </a:moveTo>
                  <a:cubicBezTo>
                    <a:pt x="1274" y="2103"/>
                    <a:pt x="58" y="2728"/>
                    <a:pt x="3" y="2738"/>
                  </a:cubicBezTo>
                  <a:lnTo>
                    <a:pt x="3" y="2738"/>
                  </a:lnTo>
                  <a:cubicBezTo>
                    <a:pt x="3" y="2737"/>
                    <a:pt x="2" y="2737"/>
                    <a:pt x="2" y="2736"/>
                  </a:cubicBezTo>
                  <a:lnTo>
                    <a:pt x="2" y="2736"/>
                  </a:lnTo>
                  <a:cubicBezTo>
                    <a:pt x="1" y="2737"/>
                    <a:pt x="1" y="2738"/>
                    <a:pt x="2" y="2738"/>
                  </a:cubicBezTo>
                  <a:cubicBezTo>
                    <a:pt x="2" y="2738"/>
                    <a:pt x="3" y="2738"/>
                    <a:pt x="3" y="2738"/>
                  </a:cubicBezTo>
                  <a:lnTo>
                    <a:pt x="3" y="2738"/>
                  </a:lnTo>
                  <a:cubicBezTo>
                    <a:pt x="1193" y="4301"/>
                    <a:pt x="2226" y="4364"/>
                    <a:pt x="2384" y="4364"/>
                  </a:cubicBezTo>
                  <a:cubicBezTo>
                    <a:pt x="2398" y="4364"/>
                    <a:pt x="2405" y="4363"/>
                    <a:pt x="2405" y="4363"/>
                  </a:cubicBezTo>
                  <a:cubicBezTo>
                    <a:pt x="2220" y="2958"/>
                    <a:pt x="3366" y="888"/>
                    <a:pt x="3366" y="888"/>
                  </a:cubicBezTo>
                  <a:lnTo>
                    <a:pt x="1666" y="1"/>
                  </a:lnTo>
                  <a:close/>
                </a:path>
              </a:pathLst>
            </a:custGeom>
            <a:solidFill>
              <a:srgbClr val="E45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89;p34">
              <a:extLst>
                <a:ext uri="{FF2B5EF4-FFF2-40B4-BE49-F238E27FC236}">
                  <a16:creationId xmlns:a16="http://schemas.microsoft.com/office/drawing/2014/main" id="{69F5F62F-9327-3B57-54FD-C9FFAE46883D}"/>
                </a:ext>
              </a:extLst>
            </p:cNvPr>
            <p:cNvSpPr/>
            <p:nvPr/>
          </p:nvSpPr>
          <p:spPr>
            <a:xfrm>
              <a:off x="4361325" y="4255775"/>
              <a:ext cx="117400" cy="142700"/>
            </a:xfrm>
            <a:custGeom>
              <a:avLst/>
              <a:gdLst/>
              <a:ahLst/>
              <a:cxnLst/>
              <a:rect l="l" t="t" r="r" b="b"/>
              <a:pathLst>
                <a:path w="4696" h="5708" extrusionOk="0">
                  <a:moveTo>
                    <a:pt x="2080" y="1"/>
                  </a:moveTo>
                  <a:cubicBezTo>
                    <a:pt x="1501" y="1"/>
                    <a:pt x="998" y="43"/>
                    <a:pt x="998" y="43"/>
                  </a:cubicBezTo>
                  <a:cubicBezTo>
                    <a:pt x="444" y="228"/>
                    <a:pt x="0" y="1004"/>
                    <a:pt x="259" y="2889"/>
                  </a:cubicBezTo>
                  <a:cubicBezTo>
                    <a:pt x="470" y="4683"/>
                    <a:pt x="1785" y="5707"/>
                    <a:pt x="2199" y="5707"/>
                  </a:cubicBezTo>
                  <a:cubicBezTo>
                    <a:pt x="2220" y="5707"/>
                    <a:pt x="2239" y="5705"/>
                    <a:pt x="2255" y="5699"/>
                  </a:cubicBezTo>
                  <a:cubicBezTo>
                    <a:pt x="2514" y="5625"/>
                    <a:pt x="3290" y="4701"/>
                    <a:pt x="3438" y="4553"/>
                  </a:cubicBezTo>
                  <a:cubicBezTo>
                    <a:pt x="3474" y="4518"/>
                    <a:pt x="3515" y="4506"/>
                    <a:pt x="3560" y="4506"/>
                  </a:cubicBezTo>
                  <a:cubicBezTo>
                    <a:pt x="3657" y="4506"/>
                    <a:pt x="3767" y="4564"/>
                    <a:pt x="3855" y="4564"/>
                  </a:cubicBezTo>
                  <a:cubicBezTo>
                    <a:pt x="3894" y="4564"/>
                    <a:pt x="3929" y="4551"/>
                    <a:pt x="3956" y="4516"/>
                  </a:cubicBezTo>
                  <a:cubicBezTo>
                    <a:pt x="4030" y="4368"/>
                    <a:pt x="3919" y="4036"/>
                    <a:pt x="3845" y="3629"/>
                  </a:cubicBezTo>
                  <a:cubicBezTo>
                    <a:pt x="3808" y="3222"/>
                    <a:pt x="4215" y="2002"/>
                    <a:pt x="4473" y="1632"/>
                  </a:cubicBezTo>
                  <a:cubicBezTo>
                    <a:pt x="4695" y="1263"/>
                    <a:pt x="4141" y="671"/>
                    <a:pt x="3697" y="264"/>
                  </a:cubicBezTo>
                  <a:cubicBezTo>
                    <a:pt x="3445" y="51"/>
                    <a:pt x="2717" y="1"/>
                    <a:pt x="2080"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90;p34">
              <a:extLst>
                <a:ext uri="{FF2B5EF4-FFF2-40B4-BE49-F238E27FC236}">
                  <a16:creationId xmlns:a16="http://schemas.microsoft.com/office/drawing/2014/main" id="{31A9FA37-F901-5E91-F701-E30C99F837E9}"/>
                </a:ext>
              </a:extLst>
            </p:cNvPr>
            <p:cNvSpPr/>
            <p:nvPr/>
          </p:nvSpPr>
          <p:spPr>
            <a:xfrm>
              <a:off x="4575750" y="5104375"/>
              <a:ext cx="155300" cy="72000"/>
            </a:xfrm>
            <a:custGeom>
              <a:avLst/>
              <a:gdLst/>
              <a:ahLst/>
              <a:cxnLst/>
              <a:rect l="l" t="t" r="r" b="b"/>
              <a:pathLst>
                <a:path w="6212" h="2880" extrusionOk="0">
                  <a:moveTo>
                    <a:pt x="1775" y="1"/>
                  </a:moveTo>
                  <a:lnTo>
                    <a:pt x="222" y="334"/>
                  </a:lnTo>
                  <a:cubicBezTo>
                    <a:pt x="222" y="334"/>
                    <a:pt x="0" y="1443"/>
                    <a:pt x="111" y="1812"/>
                  </a:cubicBezTo>
                  <a:cubicBezTo>
                    <a:pt x="176" y="2137"/>
                    <a:pt x="1464" y="2461"/>
                    <a:pt x="1904" y="2461"/>
                  </a:cubicBezTo>
                  <a:cubicBezTo>
                    <a:pt x="1966" y="2461"/>
                    <a:pt x="2011" y="2455"/>
                    <a:pt x="2034" y="2441"/>
                  </a:cubicBezTo>
                  <a:cubicBezTo>
                    <a:pt x="2130" y="2402"/>
                    <a:pt x="2327" y="2344"/>
                    <a:pt x="2525" y="2344"/>
                  </a:cubicBezTo>
                  <a:cubicBezTo>
                    <a:pt x="2707" y="2344"/>
                    <a:pt x="2889" y="2393"/>
                    <a:pt x="2995" y="2552"/>
                  </a:cubicBezTo>
                  <a:cubicBezTo>
                    <a:pt x="3156" y="2759"/>
                    <a:pt x="3531" y="2880"/>
                    <a:pt x="4022" y="2880"/>
                  </a:cubicBezTo>
                  <a:cubicBezTo>
                    <a:pt x="4321" y="2880"/>
                    <a:pt x="4664" y="2835"/>
                    <a:pt x="5028" y="2737"/>
                  </a:cubicBezTo>
                  <a:cubicBezTo>
                    <a:pt x="6026" y="2441"/>
                    <a:pt x="6211" y="1664"/>
                    <a:pt x="5324" y="1295"/>
                  </a:cubicBezTo>
                  <a:cubicBezTo>
                    <a:pt x="4289" y="888"/>
                    <a:pt x="1775" y="1"/>
                    <a:pt x="17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91;p34">
              <a:extLst>
                <a:ext uri="{FF2B5EF4-FFF2-40B4-BE49-F238E27FC236}">
                  <a16:creationId xmlns:a16="http://schemas.microsoft.com/office/drawing/2014/main" id="{68A5B449-11A2-C12F-9166-E1AED315B861}"/>
                </a:ext>
              </a:extLst>
            </p:cNvPr>
            <p:cNvSpPr/>
            <p:nvPr/>
          </p:nvSpPr>
          <p:spPr>
            <a:xfrm>
              <a:off x="4339125" y="4241550"/>
              <a:ext cx="134050" cy="105525"/>
            </a:xfrm>
            <a:custGeom>
              <a:avLst/>
              <a:gdLst/>
              <a:ahLst/>
              <a:cxnLst/>
              <a:rect l="l" t="t" r="r" b="b"/>
              <a:pathLst>
                <a:path w="5362" h="4221" extrusionOk="0">
                  <a:moveTo>
                    <a:pt x="2016" y="0"/>
                  </a:moveTo>
                  <a:cubicBezTo>
                    <a:pt x="987" y="0"/>
                    <a:pt x="801" y="1051"/>
                    <a:pt x="740" y="1203"/>
                  </a:cubicBezTo>
                  <a:cubicBezTo>
                    <a:pt x="629" y="1388"/>
                    <a:pt x="518" y="1573"/>
                    <a:pt x="407" y="1758"/>
                  </a:cubicBezTo>
                  <a:cubicBezTo>
                    <a:pt x="186" y="2127"/>
                    <a:pt x="1" y="2571"/>
                    <a:pt x="75" y="3052"/>
                  </a:cubicBezTo>
                  <a:cubicBezTo>
                    <a:pt x="186" y="3495"/>
                    <a:pt x="370" y="3791"/>
                    <a:pt x="592" y="4050"/>
                  </a:cubicBezTo>
                  <a:cubicBezTo>
                    <a:pt x="710" y="4167"/>
                    <a:pt x="854" y="4220"/>
                    <a:pt x="996" y="4220"/>
                  </a:cubicBezTo>
                  <a:cubicBezTo>
                    <a:pt x="1256" y="4220"/>
                    <a:pt x="1506" y="4041"/>
                    <a:pt x="1553" y="3754"/>
                  </a:cubicBezTo>
                  <a:cubicBezTo>
                    <a:pt x="1553" y="3643"/>
                    <a:pt x="1553" y="3606"/>
                    <a:pt x="1627" y="3495"/>
                  </a:cubicBezTo>
                  <a:cubicBezTo>
                    <a:pt x="1517" y="3421"/>
                    <a:pt x="1147" y="2941"/>
                    <a:pt x="1369" y="2534"/>
                  </a:cubicBezTo>
                  <a:cubicBezTo>
                    <a:pt x="1478" y="2315"/>
                    <a:pt x="1654" y="2215"/>
                    <a:pt x="1824" y="2215"/>
                  </a:cubicBezTo>
                  <a:cubicBezTo>
                    <a:pt x="2054" y="2215"/>
                    <a:pt x="2272" y="2399"/>
                    <a:pt x="2293" y="2719"/>
                  </a:cubicBezTo>
                  <a:cubicBezTo>
                    <a:pt x="2293" y="2904"/>
                    <a:pt x="2108" y="3421"/>
                    <a:pt x="2293" y="3495"/>
                  </a:cubicBezTo>
                  <a:lnTo>
                    <a:pt x="2404" y="3495"/>
                  </a:lnTo>
                  <a:cubicBezTo>
                    <a:pt x="2589" y="3495"/>
                    <a:pt x="2589" y="3347"/>
                    <a:pt x="2663" y="3163"/>
                  </a:cubicBezTo>
                  <a:cubicBezTo>
                    <a:pt x="2774" y="2978"/>
                    <a:pt x="2774" y="2312"/>
                    <a:pt x="2995" y="2201"/>
                  </a:cubicBezTo>
                  <a:cubicBezTo>
                    <a:pt x="3018" y="2192"/>
                    <a:pt x="3042" y="2188"/>
                    <a:pt x="3067" y="2188"/>
                  </a:cubicBezTo>
                  <a:cubicBezTo>
                    <a:pt x="3251" y="2188"/>
                    <a:pt x="3498" y="2400"/>
                    <a:pt x="3661" y="2497"/>
                  </a:cubicBezTo>
                  <a:cubicBezTo>
                    <a:pt x="3957" y="2608"/>
                    <a:pt x="4437" y="2719"/>
                    <a:pt x="4770" y="2719"/>
                  </a:cubicBezTo>
                  <a:cubicBezTo>
                    <a:pt x="4955" y="2719"/>
                    <a:pt x="5177" y="2682"/>
                    <a:pt x="5361" y="2608"/>
                  </a:cubicBezTo>
                  <a:lnTo>
                    <a:pt x="5214" y="2497"/>
                  </a:lnTo>
                  <a:cubicBezTo>
                    <a:pt x="4622" y="1647"/>
                    <a:pt x="4215" y="833"/>
                    <a:pt x="3402" y="168"/>
                  </a:cubicBezTo>
                  <a:cubicBezTo>
                    <a:pt x="3328" y="168"/>
                    <a:pt x="3217" y="242"/>
                    <a:pt x="3106" y="242"/>
                  </a:cubicBezTo>
                  <a:cubicBezTo>
                    <a:pt x="2995" y="242"/>
                    <a:pt x="2921" y="168"/>
                    <a:pt x="2810" y="168"/>
                  </a:cubicBezTo>
                  <a:cubicBezTo>
                    <a:pt x="2501" y="50"/>
                    <a:pt x="2239" y="0"/>
                    <a:pt x="20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92;p34">
              <a:extLst>
                <a:ext uri="{FF2B5EF4-FFF2-40B4-BE49-F238E27FC236}">
                  <a16:creationId xmlns:a16="http://schemas.microsoft.com/office/drawing/2014/main" id="{60912BCB-DA92-76F3-D0B9-6EA22FFC5567}"/>
                </a:ext>
              </a:extLst>
            </p:cNvPr>
            <p:cNvSpPr/>
            <p:nvPr/>
          </p:nvSpPr>
          <p:spPr>
            <a:xfrm>
              <a:off x="4239300" y="4637625"/>
              <a:ext cx="404875" cy="478800"/>
            </a:xfrm>
            <a:custGeom>
              <a:avLst/>
              <a:gdLst/>
              <a:ahLst/>
              <a:cxnLst/>
              <a:rect l="l" t="t" r="r" b="b"/>
              <a:pathLst>
                <a:path w="16195" h="19152" extrusionOk="0">
                  <a:moveTo>
                    <a:pt x="1849" y="1"/>
                  </a:moveTo>
                  <a:cubicBezTo>
                    <a:pt x="1" y="1849"/>
                    <a:pt x="703" y="5546"/>
                    <a:pt x="1591" y="5583"/>
                  </a:cubicBezTo>
                  <a:cubicBezTo>
                    <a:pt x="2145" y="5583"/>
                    <a:pt x="11092" y="5583"/>
                    <a:pt x="11647" y="5916"/>
                  </a:cubicBezTo>
                  <a:cubicBezTo>
                    <a:pt x="12312" y="6286"/>
                    <a:pt x="13458" y="19151"/>
                    <a:pt x="13458" y="19151"/>
                  </a:cubicBezTo>
                  <a:lnTo>
                    <a:pt x="16194" y="18856"/>
                  </a:lnTo>
                  <a:cubicBezTo>
                    <a:pt x="16194" y="18856"/>
                    <a:pt x="16009" y="5324"/>
                    <a:pt x="14937" y="4548"/>
                  </a:cubicBezTo>
                  <a:cubicBezTo>
                    <a:pt x="13939" y="3735"/>
                    <a:pt x="5546" y="740"/>
                    <a:pt x="5546" y="740"/>
                  </a:cubicBezTo>
                  <a:lnTo>
                    <a:pt x="184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93;p34">
              <a:extLst>
                <a:ext uri="{FF2B5EF4-FFF2-40B4-BE49-F238E27FC236}">
                  <a16:creationId xmlns:a16="http://schemas.microsoft.com/office/drawing/2014/main" id="{6141C98F-8342-7B98-578D-41C7E77CD6CE}"/>
                </a:ext>
              </a:extLst>
            </p:cNvPr>
            <p:cNvSpPr/>
            <p:nvPr/>
          </p:nvSpPr>
          <p:spPr>
            <a:xfrm>
              <a:off x="4321575" y="4413375"/>
              <a:ext cx="340150" cy="241850"/>
            </a:xfrm>
            <a:custGeom>
              <a:avLst/>
              <a:gdLst/>
              <a:ahLst/>
              <a:cxnLst/>
              <a:rect l="l" t="t" r="r" b="b"/>
              <a:pathLst>
                <a:path w="13606" h="9674" extrusionOk="0">
                  <a:moveTo>
                    <a:pt x="1786" y="0"/>
                  </a:moveTo>
                  <a:cubicBezTo>
                    <a:pt x="1393" y="0"/>
                    <a:pt x="990" y="263"/>
                    <a:pt x="666" y="948"/>
                  </a:cubicBezTo>
                  <a:cubicBezTo>
                    <a:pt x="0" y="2316"/>
                    <a:pt x="4585" y="7307"/>
                    <a:pt x="5361" y="7861"/>
                  </a:cubicBezTo>
                  <a:cubicBezTo>
                    <a:pt x="6137" y="8416"/>
                    <a:pt x="13273" y="9673"/>
                    <a:pt x="13273" y="9673"/>
                  </a:cubicBezTo>
                  <a:lnTo>
                    <a:pt x="13605" y="7972"/>
                  </a:lnTo>
                  <a:cubicBezTo>
                    <a:pt x="13605" y="7972"/>
                    <a:pt x="6581" y="6235"/>
                    <a:pt x="6211" y="5865"/>
                  </a:cubicBezTo>
                  <a:cubicBezTo>
                    <a:pt x="5805" y="5495"/>
                    <a:pt x="3439" y="1503"/>
                    <a:pt x="2884" y="689"/>
                  </a:cubicBezTo>
                  <a:cubicBezTo>
                    <a:pt x="2600" y="291"/>
                    <a:pt x="2199" y="0"/>
                    <a:pt x="17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94;p34">
              <a:extLst>
                <a:ext uri="{FF2B5EF4-FFF2-40B4-BE49-F238E27FC236}">
                  <a16:creationId xmlns:a16="http://schemas.microsoft.com/office/drawing/2014/main" id="{53942989-6A92-BD47-52EC-5F9D544EC32E}"/>
                </a:ext>
              </a:extLst>
            </p:cNvPr>
            <p:cNvSpPr/>
            <p:nvPr/>
          </p:nvSpPr>
          <p:spPr>
            <a:xfrm>
              <a:off x="4244850" y="4382525"/>
              <a:ext cx="215375" cy="322775"/>
            </a:xfrm>
            <a:custGeom>
              <a:avLst/>
              <a:gdLst/>
              <a:ahLst/>
              <a:cxnLst/>
              <a:rect l="l" t="t" r="r" b="b"/>
              <a:pathLst>
                <a:path w="8615" h="12911" extrusionOk="0">
                  <a:moveTo>
                    <a:pt x="2330" y="1"/>
                  </a:moveTo>
                  <a:cubicBezTo>
                    <a:pt x="666" y="1480"/>
                    <a:pt x="75" y="3957"/>
                    <a:pt x="260" y="5953"/>
                  </a:cubicBezTo>
                  <a:cubicBezTo>
                    <a:pt x="518" y="7949"/>
                    <a:pt x="1" y="12312"/>
                    <a:pt x="1" y="12312"/>
                  </a:cubicBezTo>
                  <a:cubicBezTo>
                    <a:pt x="735" y="12753"/>
                    <a:pt x="1746" y="12910"/>
                    <a:pt x="2818" y="12910"/>
                  </a:cubicBezTo>
                  <a:cubicBezTo>
                    <a:pt x="5524" y="12910"/>
                    <a:pt x="8615" y="11905"/>
                    <a:pt x="8615" y="11905"/>
                  </a:cubicBezTo>
                  <a:cubicBezTo>
                    <a:pt x="8615" y="11905"/>
                    <a:pt x="7321" y="6729"/>
                    <a:pt x="7210" y="5805"/>
                  </a:cubicBezTo>
                  <a:cubicBezTo>
                    <a:pt x="7136" y="4881"/>
                    <a:pt x="5435" y="1332"/>
                    <a:pt x="5435" y="1332"/>
                  </a:cubicBezTo>
                  <a:cubicBezTo>
                    <a:pt x="5422" y="1332"/>
                    <a:pt x="5408" y="1332"/>
                    <a:pt x="5393" y="1332"/>
                  </a:cubicBezTo>
                  <a:cubicBezTo>
                    <a:pt x="4345" y="1332"/>
                    <a:pt x="2330" y="1"/>
                    <a:pt x="23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95;p34">
              <a:extLst>
                <a:ext uri="{FF2B5EF4-FFF2-40B4-BE49-F238E27FC236}">
                  <a16:creationId xmlns:a16="http://schemas.microsoft.com/office/drawing/2014/main" id="{385118FD-361D-F7C1-151B-8131F3B32005}"/>
                </a:ext>
              </a:extLst>
            </p:cNvPr>
            <p:cNvSpPr/>
            <p:nvPr/>
          </p:nvSpPr>
          <p:spPr>
            <a:xfrm>
              <a:off x="4279050" y="4454700"/>
              <a:ext cx="182100" cy="251350"/>
            </a:xfrm>
            <a:custGeom>
              <a:avLst/>
              <a:gdLst/>
              <a:ahLst/>
              <a:cxnLst/>
              <a:rect l="l" t="t" r="r" b="b"/>
              <a:pathLst>
                <a:path w="7284" h="10054" extrusionOk="0">
                  <a:moveTo>
                    <a:pt x="1703" y="0"/>
                  </a:moveTo>
                  <a:cubicBezTo>
                    <a:pt x="1399" y="0"/>
                    <a:pt x="1109" y="234"/>
                    <a:pt x="777" y="663"/>
                  </a:cubicBezTo>
                  <a:cubicBezTo>
                    <a:pt x="1" y="1735"/>
                    <a:pt x="1553" y="3251"/>
                    <a:pt x="1960" y="4175"/>
                  </a:cubicBezTo>
                  <a:cubicBezTo>
                    <a:pt x="2847" y="6135"/>
                    <a:pt x="3661" y="8168"/>
                    <a:pt x="2810" y="10053"/>
                  </a:cubicBezTo>
                  <a:cubicBezTo>
                    <a:pt x="4363" y="10016"/>
                    <a:pt x="7284" y="9092"/>
                    <a:pt x="7284" y="9092"/>
                  </a:cubicBezTo>
                  <a:cubicBezTo>
                    <a:pt x="7284" y="9092"/>
                    <a:pt x="5916" y="5691"/>
                    <a:pt x="5916" y="3768"/>
                  </a:cubicBezTo>
                  <a:cubicBezTo>
                    <a:pt x="5435" y="3473"/>
                    <a:pt x="5029" y="3214"/>
                    <a:pt x="4622" y="2844"/>
                  </a:cubicBezTo>
                  <a:cubicBezTo>
                    <a:pt x="3883" y="2142"/>
                    <a:pt x="3217" y="1328"/>
                    <a:pt x="2589" y="589"/>
                  </a:cubicBezTo>
                  <a:cubicBezTo>
                    <a:pt x="2257" y="187"/>
                    <a:pt x="1974" y="0"/>
                    <a:pt x="17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96;p34">
              <a:extLst>
                <a:ext uri="{FF2B5EF4-FFF2-40B4-BE49-F238E27FC236}">
                  <a16:creationId xmlns:a16="http://schemas.microsoft.com/office/drawing/2014/main" id="{2C3E360A-226E-6557-E01A-2E288F936802}"/>
                </a:ext>
              </a:extLst>
            </p:cNvPr>
            <p:cNvSpPr/>
            <p:nvPr/>
          </p:nvSpPr>
          <p:spPr>
            <a:xfrm>
              <a:off x="4623800" y="4592250"/>
              <a:ext cx="126650" cy="59575"/>
            </a:xfrm>
            <a:custGeom>
              <a:avLst/>
              <a:gdLst/>
              <a:ahLst/>
              <a:cxnLst/>
              <a:rect l="l" t="t" r="r" b="b"/>
              <a:pathLst>
                <a:path w="5066" h="2383" extrusionOk="0">
                  <a:moveTo>
                    <a:pt x="3010" y="0"/>
                  </a:moveTo>
                  <a:cubicBezTo>
                    <a:pt x="2742" y="0"/>
                    <a:pt x="1179" y="1039"/>
                    <a:pt x="1036" y="1039"/>
                  </a:cubicBezTo>
                  <a:cubicBezTo>
                    <a:pt x="987" y="1052"/>
                    <a:pt x="884" y="1056"/>
                    <a:pt x="769" y="1056"/>
                  </a:cubicBezTo>
                  <a:cubicBezTo>
                    <a:pt x="539" y="1056"/>
                    <a:pt x="259" y="1039"/>
                    <a:pt x="259" y="1039"/>
                  </a:cubicBezTo>
                  <a:lnTo>
                    <a:pt x="1" y="2148"/>
                  </a:lnTo>
                  <a:cubicBezTo>
                    <a:pt x="1" y="2148"/>
                    <a:pt x="520" y="2268"/>
                    <a:pt x="1047" y="2268"/>
                  </a:cubicBezTo>
                  <a:cubicBezTo>
                    <a:pt x="1398" y="2268"/>
                    <a:pt x="1753" y="2215"/>
                    <a:pt x="1960" y="2037"/>
                  </a:cubicBezTo>
                  <a:cubicBezTo>
                    <a:pt x="2219" y="1853"/>
                    <a:pt x="2478" y="1816"/>
                    <a:pt x="2478" y="1816"/>
                  </a:cubicBezTo>
                  <a:cubicBezTo>
                    <a:pt x="2907" y="2188"/>
                    <a:pt x="3293" y="2383"/>
                    <a:pt x="3496" y="2383"/>
                  </a:cubicBezTo>
                  <a:cubicBezTo>
                    <a:pt x="3555" y="2383"/>
                    <a:pt x="3599" y="2366"/>
                    <a:pt x="3624" y="2333"/>
                  </a:cubicBezTo>
                  <a:cubicBezTo>
                    <a:pt x="3698" y="2186"/>
                    <a:pt x="2887" y="1485"/>
                    <a:pt x="2884" y="1483"/>
                  </a:cubicBezTo>
                  <a:lnTo>
                    <a:pt x="2884" y="1483"/>
                  </a:lnTo>
                  <a:cubicBezTo>
                    <a:pt x="2887" y="1486"/>
                    <a:pt x="3740" y="2220"/>
                    <a:pt x="4080" y="2220"/>
                  </a:cubicBezTo>
                  <a:cubicBezTo>
                    <a:pt x="4121" y="2220"/>
                    <a:pt x="4155" y="2209"/>
                    <a:pt x="4178" y="2185"/>
                  </a:cubicBezTo>
                  <a:cubicBezTo>
                    <a:pt x="4311" y="2091"/>
                    <a:pt x="4066" y="1851"/>
                    <a:pt x="3795" y="1639"/>
                  </a:cubicBezTo>
                  <a:lnTo>
                    <a:pt x="3795" y="1639"/>
                  </a:lnTo>
                  <a:cubicBezTo>
                    <a:pt x="4055" y="1805"/>
                    <a:pt x="4348" y="1962"/>
                    <a:pt x="4517" y="1962"/>
                  </a:cubicBezTo>
                  <a:cubicBezTo>
                    <a:pt x="4561" y="1962"/>
                    <a:pt x="4597" y="1951"/>
                    <a:pt x="4622" y="1927"/>
                  </a:cubicBezTo>
                  <a:cubicBezTo>
                    <a:pt x="4730" y="1775"/>
                    <a:pt x="4333" y="1447"/>
                    <a:pt x="3985" y="1201"/>
                  </a:cubicBezTo>
                  <a:lnTo>
                    <a:pt x="3985" y="1201"/>
                  </a:lnTo>
                  <a:cubicBezTo>
                    <a:pt x="4403" y="1453"/>
                    <a:pt x="4693" y="1557"/>
                    <a:pt x="4868" y="1557"/>
                  </a:cubicBezTo>
                  <a:cubicBezTo>
                    <a:pt x="4977" y="1557"/>
                    <a:pt x="5042" y="1516"/>
                    <a:pt x="5066" y="1446"/>
                  </a:cubicBezTo>
                  <a:cubicBezTo>
                    <a:pt x="5066" y="1224"/>
                    <a:pt x="3217" y="152"/>
                    <a:pt x="3032" y="4"/>
                  </a:cubicBezTo>
                  <a:cubicBezTo>
                    <a:pt x="3026" y="2"/>
                    <a:pt x="3019" y="0"/>
                    <a:pt x="3010"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97;p34">
              <a:extLst>
                <a:ext uri="{FF2B5EF4-FFF2-40B4-BE49-F238E27FC236}">
                  <a16:creationId xmlns:a16="http://schemas.microsoft.com/office/drawing/2014/main" id="{9E52B52F-F00D-DB05-1C68-7C8EBD0A8838}"/>
                </a:ext>
              </a:extLst>
            </p:cNvPr>
            <p:cNvSpPr/>
            <p:nvPr/>
          </p:nvSpPr>
          <p:spPr>
            <a:xfrm>
              <a:off x="4428775" y="4655200"/>
              <a:ext cx="12050" cy="519450"/>
            </a:xfrm>
            <a:custGeom>
              <a:avLst/>
              <a:gdLst/>
              <a:ahLst/>
              <a:cxnLst/>
              <a:rect l="l" t="t" r="r" b="b"/>
              <a:pathLst>
                <a:path w="482" h="20778" extrusionOk="0">
                  <a:moveTo>
                    <a:pt x="1" y="0"/>
                  </a:moveTo>
                  <a:lnTo>
                    <a:pt x="1" y="20778"/>
                  </a:lnTo>
                  <a:lnTo>
                    <a:pt x="481" y="20778"/>
                  </a:lnTo>
                  <a:lnTo>
                    <a:pt x="48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98;p34">
              <a:extLst>
                <a:ext uri="{FF2B5EF4-FFF2-40B4-BE49-F238E27FC236}">
                  <a16:creationId xmlns:a16="http://schemas.microsoft.com/office/drawing/2014/main" id="{B063F25A-735B-73AE-BF18-515357A66128}"/>
                </a:ext>
              </a:extLst>
            </p:cNvPr>
            <p:cNvSpPr/>
            <p:nvPr/>
          </p:nvSpPr>
          <p:spPr>
            <a:xfrm>
              <a:off x="4882600" y="4655200"/>
              <a:ext cx="12050" cy="519450"/>
            </a:xfrm>
            <a:custGeom>
              <a:avLst/>
              <a:gdLst/>
              <a:ahLst/>
              <a:cxnLst/>
              <a:rect l="l" t="t" r="r" b="b"/>
              <a:pathLst>
                <a:path w="482" h="20778" extrusionOk="0">
                  <a:moveTo>
                    <a:pt x="0" y="0"/>
                  </a:moveTo>
                  <a:lnTo>
                    <a:pt x="0" y="20778"/>
                  </a:lnTo>
                  <a:lnTo>
                    <a:pt x="481" y="20778"/>
                  </a:lnTo>
                  <a:lnTo>
                    <a:pt x="48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99;p34">
              <a:extLst>
                <a:ext uri="{FF2B5EF4-FFF2-40B4-BE49-F238E27FC236}">
                  <a16:creationId xmlns:a16="http://schemas.microsoft.com/office/drawing/2014/main" id="{4B79877C-179E-FB88-7484-7683CFF929E8}"/>
                </a:ext>
              </a:extLst>
            </p:cNvPr>
            <p:cNvSpPr/>
            <p:nvPr/>
          </p:nvSpPr>
          <p:spPr>
            <a:xfrm>
              <a:off x="4428775" y="4655200"/>
              <a:ext cx="465875" cy="13875"/>
            </a:xfrm>
            <a:custGeom>
              <a:avLst/>
              <a:gdLst/>
              <a:ahLst/>
              <a:cxnLst/>
              <a:rect l="l" t="t" r="r" b="b"/>
              <a:pathLst>
                <a:path w="18635" h="555" extrusionOk="0">
                  <a:moveTo>
                    <a:pt x="1" y="0"/>
                  </a:moveTo>
                  <a:lnTo>
                    <a:pt x="1" y="555"/>
                  </a:lnTo>
                  <a:lnTo>
                    <a:pt x="18634" y="555"/>
                  </a:lnTo>
                  <a:lnTo>
                    <a:pt x="186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0;p34">
              <a:extLst>
                <a:ext uri="{FF2B5EF4-FFF2-40B4-BE49-F238E27FC236}">
                  <a16:creationId xmlns:a16="http://schemas.microsoft.com/office/drawing/2014/main" id="{FA09A9C3-B452-3BB0-3D90-95A6EFAC9C85}"/>
                </a:ext>
              </a:extLst>
            </p:cNvPr>
            <p:cNvSpPr/>
            <p:nvPr/>
          </p:nvSpPr>
          <p:spPr>
            <a:xfrm>
              <a:off x="4280900" y="4432325"/>
              <a:ext cx="374350" cy="224825"/>
            </a:xfrm>
            <a:custGeom>
              <a:avLst/>
              <a:gdLst/>
              <a:ahLst/>
              <a:cxnLst/>
              <a:rect l="l" t="t" r="r" b="b"/>
              <a:pathLst>
                <a:path w="14974" h="8993" extrusionOk="0">
                  <a:moveTo>
                    <a:pt x="1881" y="0"/>
                  </a:moveTo>
                  <a:cubicBezTo>
                    <a:pt x="1491" y="0"/>
                    <a:pt x="1088" y="270"/>
                    <a:pt x="740" y="966"/>
                  </a:cubicBezTo>
                  <a:cubicBezTo>
                    <a:pt x="1" y="2408"/>
                    <a:pt x="5583" y="8028"/>
                    <a:pt x="6396" y="8582"/>
                  </a:cubicBezTo>
                  <a:cubicBezTo>
                    <a:pt x="6861" y="8920"/>
                    <a:pt x="9427" y="8993"/>
                    <a:pt x="11540" y="8993"/>
                  </a:cubicBezTo>
                  <a:cubicBezTo>
                    <a:pt x="13125" y="8993"/>
                    <a:pt x="14456" y="8952"/>
                    <a:pt x="14456" y="8952"/>
                  </a:cubicBezTo>
                  <a:lnTo>
                    <a:pt x="14974" y="7214"/>
                  </a:lnTo>
                  <a:cubicBezTo>
                    <a:pt x="14974" y="7214"/>
                    <a:pt x="7838" y="6327"/>
                    <a:pt x="7395" y="5920"/>
                  </a:cubicBezTo>
                  <a:cubicBezTo>
                    <a:pt x="6988" y="5477"/>
                    <a:pt x="3476" y="1410"/>
                    <a:pt x="2958" y="671"/>
                  </a:cubicBezTo>
                  <a:cubicBezTo>
                    <a:pt x="2660" y="279"/>
                    <a:pt x="2277" y="0"/>
                    <a:pt x="18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1;p34">
              <a:extLst>
                <a:ext uri="{FF2B5EF4-FFF2-40B4-BE49-F238E27FC236}">
                  <a16:creationId xmlns:a16="http://schemas.microsoft.com/office/drawing/2014/main" id="{20967073-9A53-F0F3-0029-0F84C7CF5356}"/>
                </a:ext>
              </a:extLst>
            </p:cNvPr>
            <p:cNvSpPr/>
            <p:nvPr/>
          </p:nvSpPr>
          <p:spPr>
            <a:xfrm>
              <a:off x="4402900" y="4302125"/>
              <a:ext cx="61025" cy="42525"/>
            </a:xfrm>
            <a:custGeom>
              <a:avLst/>
              <a:gdLst/>
              <a:ahLst/>
              <a:cxnLst/>
              <a:rect l="l" t="t" r="r" b="b"/>
              <a:pathLst>
                <a:path w="2441" h="1701" extrusionOk="0">
                  <a:moveTo>
                    <a:pt x="259" y="0"/>
                  </a:moveTo>
                  <a:cubicBezTo>
                    <a:pt x="1" y="185"/>
                    <a:pt x="112" y="703"/>
                    <a:pt x="112" y="703"/>
                  </a:cubicBezTo>
                  <a:cubicBezTo>
                    <a:pt x="112" y="703"/>
                    <a:pt x="555" y="1220"/>
                    <a:pt x="999" y="1442"/>
                  </a:cubicBezTo>
                  <a:cubicBezTo>
                    <a:pt x="1385" y="1610"/>
                    <a:pt x="1657" y="1656"/>
                    <a:pt x="1839" y="1656"/>
                  </a:cubicBezTo>
                  <a:cubicBezTo>
                    <a:pt x="2057" y="1656"/>
                    <a:pt x="2145" y="1590"/>
                    <a:pt x="2145" y="1590"/>
                  </a:cubicBezTo>
                  <a:cubicBezTo>
                    <a:pt x="2219" y="1701"/>
                    <a:pt x="2256" y="1701"/>
                    <a:pt x="2256" y="1701"/>
                  </a:cubicBezTo>
                  <a:cubicBezTo>
                    <a:pt x="2404" y="1257"/>
                    <a:pt x="2441" y="814"/>
                    <a:pt x="2441" y="814"/>
                  </a:cubicBezTo>
                  <a:lnTo>
                    <a:pt x="2441" y="814"/>
                  </a:lnTo>
                  <a:lnTo>
                    <a:pt x="2330" y="998"/>
                  </a:lnTo>
                  <a:cubicBezTo>
                    <a:pt x="2219" y="444"/>
                    <a:pt x="925" y="111"/>
                    <a:pt x="2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02;p34">
              <a:extLst>
                <a:ext uri="{FF2B5EF4-FFF2-40B4-BE49-F238E27FC236}">
                  <a16:creationId xmlns:a16="http://schemas.microsoft.com/office/drawing/2014/main" id="{9230D8AA-2F67-2851-E02D-422E59104D79}"/>
                </a:ext>
              </a:extLst>
            </p:cNvPr>
            <p:cNvSpPr/>
            <p:nvPr/>
          </p:nvSpPr>
          <p:spPr>
            <a:xfrm>
              <a:off x="4260575" y="4225925"/>
              <a:ext cx="232000" cy="217625"/>
            </a:xfrm>
            <a:custGeom>
              <a:avLst/>
              <a:gdLst/>
              <a:ahLst/>
              <a:cxnLst/>
              <a:rect l="l" t="t" r="r" b="b"/>
              <a:pathLst>
                <a:path w="9280" h="8705" extrusionOk="0">
                  <a:moveTo>
                    <a:pt x="4786" y="0"/>
                  </a:moveTo>
                  <a:cubicBezTo>
                    <a:pt x="3558" y="0"/>
                    <a:pt x="2357" y="564"/>
                    <a:pt x="1627" y="1717"/>
                  </a:cubicBezTo>
                  <a:cubicBezTo>
                    <a:pt x="1294" y="2235"/>
                    <a:pt x="1183" y="2789"/>
                    <a:pt x="777" y="3270"/>
                  </a:cubicBezTo>
                  <a:cubicBezTo>
                    <a:pt x="370" y="3714"/>
                    <a:pt x="0" y="4453"/>
                    <a:pt x="148" y="5119"/>
                  </a:cubicBezTo>
                  <a:cubicBezTo>
                    <a:pt x="185" y="5488"/>
                    <a:pt x="222" y="5784"/>
                    <a:pt x="222" y="6154"/>
                  </a:cubicBezTo>
                  <a:cubicBezTo>
                    <a:pt x="222" y="6450"/>
                    <a:pt x="185" y="6856"/>
                    <a:pt x="222" y="7152"/>
                  </a:cubicBezTo>
                  <a:cubicBezTo>
                    <a:pt x="407" y="7707"/>
                    <a:pt x="924" y="7817"/>
                    <a:pt x="1442" y="7817"/>
                  </a:cubicBezTo>
                  <a:cubicBezTo>
                    <a:pt x="1783" y="7817"/>
                    <a:pt x="2146" y="7708"/>
                    <a:pt x="2498" y="7708"/>
                  </a:cubicBezTo>
                  <a:cubicBezTo>
                    <a:pt x="2603" y="7708"/>
                    <a:pt x="2708" y="7718"/>
                    <a:pt x="2810" y="7744"/>
                  </a:cubicBezTo>
                  <a:cubicBezTo>
                    <a:pt x="3106" y="7780"/>
                    <a:pt x="3365" y="7928"/>
                    <a:pt x="3660" y="8076"/>
                  </a:cubicBezTo>
                  <a:cubicBezTo>
                    <a:pt x="3956" y="8187"/>
                    <a:pt x="4252" y="8187"/>
                    <a:pt x="4511" y="8261"/>
                  </a:cubicBezTo>
                  <a:cubicBezTo>
                    <a:pt x="4769" y="8298"/>
                    <a:pt x="5583" y="8483"/>
                    <a:pt x="5694" y="8705"/>
                  </a:cubicBezTo>
                  <a:cubicBezTo>
                    <a:pt x="5694" y="8705"/>
                    <a:pt x="3697" y="4490"/>
                    <a:pt x="5768" y="3085"/>
                  </a:cubicBezTo>
                  <a:cubicBezTo>
                    <a:pt x="6184" y="2808"/>
                    <a:pt x="6551" y="2704"/>
                    <a:pt x="6868" y="2704"/>
                  </a:cubicBezTo>
                  <a:cubicBezTo>
                    <a:pt x="7820" y="2704"/>
                    <a:pt x="8319" y="3640"/>
                    <a:pt x="8319" y="3640"/>
                  </a:cubicBezTo>
                  <a:cubicBezTo>
                    <a:pt x="8319" y="3640"/>
                    <a:pt x="9280" y="2974"/>
                    <a:pt x="7912" y="1422"/>
                  </a:cubicBezTo>
                  <a:cubicBezTo>
                    <a:pt x="7078" y="481"/>
                    <a:pt x="5920" y="0"/>
                    <a:pt x="47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03;p34">
              <a:extLst>
                <a:ext uri="{FF2B5EF4-FFF2-40B4-BE49-F238E27FC236}">
                  <a16:creationId xmlns:a16="http://schemas.microsoft.com/office/drawing/2014/main" id="{7C65AECE-2776-9489-89D6-55EE3188E321}"/>
                </a:ext>
              </a:extLst>
            </p:cNvPr>
            <p:cNvSpPr/>
            <p:nvPr/>
          </p:nvSpPr>
          <p:spPr>
            <a:xfrm>
              <a:off x="4633975" y="4368325"/>
              <a:ext cx="81350" cy="50600"/>
            </a:xfrm>
            <a:custGeom>
              <a:avLst/>
              <a:gdLst/>
              <a:ahLst/>
              <a:cxnLst/>
              <a:rect l="l" t="t" r="r" b="b"/>
              <a:pathLst>
                <a:path w="3254" h="2024" extrusionOk="0">
                  <a:moveTo>
                    <a:pt x="452" y="1"/>
                  </a:moveTo>
                  <a:cubicBezTo>
                    <a:pt x="343" y="1"/>
                    <a:pt x="250" y="49"/>
                    <a:pt x="222" y="162"/>
                  </a:cubicBezTo>
                  <a:cubicBezTo>
                    <a:pt x="185" y="236"/>
                    <a:pt x="222" y="347"/>
                    <a:pt x="259" y="421"/>
                  </a:cubicBezTo>
                  <a:cubicBezTo>
                    <a:pt x="185" y="421"/>
                    <a:pt x="74" y="458"/>
                    <a:pt x="37" y="569"/>
                  </a:cubicBezTo>
                  <a:cubicBezTo>
                    <a:pt x="0" y="717"/>
                    <a:pt x="37" y="827"/>
                    <a:pt x="185" y="901"/>
                  </a:cubicBezTo>
                  <a:cubicBezTo>
                    <a:pt x="211" y="910"/>
                    <a:pt x="240" y="915"/>
                    <a:pt x="268" y="915"/>
                  </a:cubicBezTo>
                  <a:cubicBezTo>
                    <a:pt x="360" y="915"/>
                    <a:pt x="453" y="867"/>
                    <a:pt x="481" y="754"/>
                  </a:cubicBezTo>
                  <a:lnTo>
                    <a:pt x="481" y="717"/>
                  </a:lnTo>
                  <a:lnTo>
                    <a:pt x="2625" y="1641"/>
                  </a:lnTo>
                  <a:lnTo>
                    <a:pt x="2588" y="1678"/>
                  </a:lnTo>
                  <a:cubicBezTo>
                    <a:pt x="2514" y="1826"/>
                    <a:pt x="2588" y="1937"/>
                    <a:pt x="2699" y="2011"/>
                  </a:cubicBezTo>
                  <a:cubicBezTo>
                    <a:pt x="2734" y="2019"/>
                    <a:pt x="2769" y="2024"/>
                    <a:pt x="2802" y="2024"/>
                  </a:cubicBezTo>
                  <a:cubicBezTo>
                    <a:pt x="2911" y="2024"/>
                    <a:pt x="3004" y="1976"/>
                    <a:pt x="3032" y="1863"/>
                  </a:cubicBezTo>
                  <a:cubicBezTo>
                    <a:pt x="3069" y="1752"/>
                    <a:pt x="3069" y="1641"/>
                    <a:pt x="2995" y="1567"/>
                  </a:cubicBezTo>
                  <a:cubicBezTo>
                    <a:pt x="3069" y="1567"/>
                    <a:pt x="3180" y="1530"/>
                    <a:pt x="3217" y="1456"/>
                  </a:cubicBezTo>
                  <a:cubicBezTo>
                    <a:pt x="3254" y="1308"/>
                    <a:pt x="3217" y="1160"/>
                    <a:pt x="3069" y="1123"/>
                  </a:cubicBezTo>
                  <a:cubicBezTo>
                    <a:pt x="3039" y="1103"/>
                    <a:pt x="3007" y="1094"/>
                    <a:pt x="2975" y="1094"/>
                  </a:cubicBezTo>
                  <a:cubicBezTo>
                    <a:pt x="2887" y="1094"/>
                    <a:pt x="2800" y="1163"/>
                    <a:pt x="2773" y="1271"/>
                  </a:cubicBezTo>
                  <a:lnTo>
                    <a:pt x="2773" y="1308"/>
                  </a:lnTo>
                  <a:lnTo>
                    <a:pt x="629" y="384"/>
                  </a:lnTo>
                  <a:lnTo>
                    <a:pt x="666" y="347"/>
                  </a:lnTo>
                  <a:cubicBezTo>
                    <a:pt x="740" y="199"/>
                    <a:pt x="666" y="51"/>
                    <a:pt x="555" y="14"/>
                  </a:cubicBezTo>
                  <a:cubicBezTo>
                    <a:pt x="520" y="5"/>
                    <a:pt x="485" y="1"/>
                    <a:pt x="4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04;p34">
              <a:extLst>
                <a:ext uri="{FF2B5EF4-FFF2-40B4-BE49-F238E27FC236}">
                  <a16:creationId xmlns:a16="http://schemas.microsoft.com/office/drawing/2014/main" id="{F5DE63F7-9710-F126-B33F-66084FEBBDE3}"/>
                </a:ext>
              </a:extLst>
            </p:cNvPr>
            <p:cNvSpPr/>
            <p:nvPr/>
          </p:nvSpPr>
          <p:spPr>
            <a:xfrm>
              <a:off x="4632125" y="4368325"/>
              <a:ext cx="82275" cy="50600"/>
            </a:xfrm>
            <a:custGeom>
              <a:avLst/>
              <a:gdLst/>
              <a:ahLst/>
              <a:cxnLst/>
              <a:rect l="l" t="t" r="r" b="b"/>
              <a:pathLst>
                <a:path w="3291" h="2024" extrusionOk="0">
                  <a:moveTo>
                    <a:pt x="2840" y="1"/>
                  </a:moveTo>
                  <a:cubicBezTo>
                    <a:pt x="2806" y="1"/>
                    <a:pt x="2771" y="5"/>
                    <a:pt x="2736" y="14"/>
                  </a:cubicBezTo>
                  <a:cubicBezTo>
                    <a:pt x="2588" y="51"/>
                    <a:pt x="2551" y="199"/>
                    <a:pt x="2588" y="347"/>
                  </a:cubicBezTo>
                  <a:lnTo>
                    <a:pt x="2662" y="384"/>
                  </a:lnTo>
                  <a:lnTo>
                    <a:pt x="518" y="1308"/>
                  </a:lnTo>
                  <a:lnTo>
                    <a:pt x="518" y="1271"/>
                  </a:lnTo>
                  <a:cubicBezTo>
                    <a:pt x="491" y="1163"/>
                    <a:pt x="404" y="1094"/>
                    <a:pt x="302" y="1094"/>
                  </a:cubicBezTo>
                  <a:cubicBezTo>
                    <a:pt x="265" y="1094"/>
                    <a:pt x="225" y="1103"/>
                    <a:pt x="185" y="1123"/>
                  </a:cubicBezTo>
                  <a:cubicBezTo>
                    <a:pt x="74" y="1160"/>
                    <a:pt x="0" y="1308"/>
                    <a:pt x="74" y="1456"/>
                  </a:cubicBezTo>
                  <a:cubicBezTo>
                    <a:pt x="111" y="1530"/>
                    <a:pt x="185" y="1567"/>
                    <a:pt x="296" y="1567"/>
                  </a:cubicBezTo>
                  <a:cubicBezTo>
                    <a:pt x="185" y="1641"/>
                    <a:pt x="185" y="1752"/>
                    <a:pt x="259" y="1863"/>
                  </a:cubicBezTo>
                  <a:cubicBezTo>
                    <a:pt x="287" y="1976"/>
                    <a:pt x="359" y="2024"/>
                    <a:pt x="457" y="2024"/>
                  </a:cubicBezTo>
                  <a:cubicBezTo>
                    <a:pt x="487" y="2024"/>
                    <a:pt x="520" y="2019"/>
                    <a:pt x="555" y="2011"/>
                  </a:cubicBezTo>
                  <a:cubicBezTo>
                    <a:pt x="703" y="1937"/>
                    <a:pt x="740" y="1826"/>
                    <a:pt x="703" y="1678"/>
                  </a:cubicBezTo>
                  <a:lnTo>
                    <a:pt x="666" y="1641"/>
                  </a:lnTo>
                  <a:lnTo>
                    <a:pt x="2773" y="717"/>
                  </a:lnTo>
                  <a:lnTo>
                    <a:pt x="2773" y="754"/>
                  </a:lnTo>
                  <a:cubicBezTo>
                    <a:pt x="2801" y="867"/>
                    <a:pt x="2894" y="915"/>
                    <a:pt x="3003" y="915"/>
                  </a:cubicBezTo>
                  <a:cubicBezTo>
                    <a:pt x="3036" y="915"/>
                    <a:pt x="3071" y="910"/>
                    <a:pt x="3106" y="901"/>
                  </a:cubicBezTo>
                  <a:cubicBezTo>
                    <a:pt x="3254" y="827"/>
                    <a:pt x="3291" y="717"/>
                    <a:pt x="3254" y="569"/>
                  </a:cubicBezTo>
                  <a:cubicBezTo>
                    <a:pt x="3180" y="458"/>
                    <a:pt x="3106" y="421"/>
                    <a:pt x="3032" y="421"/>
                  </a:cubicBezTo>
                  <a:cubicBezTo>
                    <a:pt x="3069" y="347"/>
                    <a:pt x="3106" y="236"/>
                    <a:pt x="3069" y="162"/>
                  </a:cubicBezTo>
                  <a:cubicBezTo>
                    <a:pt x="3041" y="49"/>
                    <a:pt x="2948" y="1"/>
                    <a:pt x="284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05;p34">
              <a:extLst>
                <a:ext uri="{FF2B5EF4-FFF2-40B4-BE49-F238E27FC236}">
                  <a16:creationId xmlns:a16="http://schemas.microsoft.com/office/drawing/2014/main" id="{BA596D21-E5CF-6A0C-E9BA-44118B6490BF}"/>
                </a:ext>
              </a:extLst>
            </p:cNvPr>
            <p:cNvSpPr/>
            <p:nvPr/>
          </p:nvSpPr>
          <p:spPr>
            <a:xfrm>
              <a:off x="4629350" y="4286400"/>
              <a:ext cx="90600" cy="81375"/>
            </a:xfrm>
            <a:custGeom>
              <a:avLst/>
              <a:gdLst/>
              <a:ahLst/>
              <a:cxnLst/>
              <a:rect l="l" t="t" r="r" b="b"/>
              <a:pathLst>
                <a:path w="3624" h="3255" extrusionOk="0">
                  <a:moveTo>
                    <a:pt x="1147" y="1406"/>
                  </a:moveTo>
                  <a:cubicBezTo>
                    <a:pt x="1368" y="1406"/>
                    <a:pt x="1553" y="1517"/>
                    <a:pt x="1553" y="1701"/>
                  </a:cubicBezTo>
                  <a:cubicBezTo>
                    <a:pt x="1553" y="1886"/>
                    <a:pt x="1368" y="2034"/>
                    <a:pt x="1147" y="2034"/>
                  </a:cubicBezTo>
                  <a:cubicBezTo>
                    <a:pt x="888" y="2034"/>
                    <a:pt x="740" y="1886"/>
                    <a:pt x="740" y="1701"/>
                  </a:cubicBezTo>
                  <a:cubicBezTo>
                    <a:pt x="740" y="1517"/>
                    <a:pt x="888" y="1406"/>
                    <a:pt x="1147" y="1406"/>
                  </a:cubicBezTo>
                  <a:close/>
                  <a:moveTo>
                    <a:pt x="2441" y="1406"/>
                  </a:moveTo>
                  <a:cubicBezTo>
                    <a:pt x="2662" y="1406"/>
                    <a:pt x="2847" y="1517"/>
                    <a:pt x="2847" y="1701"/>
                  </a:cubicBezTo>
                  <a:cubicBezTo>
                    <a:pt x="2847" y="1886"/>
                    <a:pt x="2662" y="2034"/>
                    <a:pt x="2441" y="2034"/>
                  </a:cubicBezTo>
                  <a:cubicBezTo>
                    <a:pt x="2219" y="2034"/>
                    <a:pt x="2034" y="1886"/>
                    <a:pt x="2034" y="1701"/>
                  </a:cubicBezTo>
                  <a:cubicBezTo>
                    <a:pt x="2034" y="1517"/>
                    <a:pt x="2219" y="1406"/>
                    <a:pt x="2441" y="1406"/>
                  </a:cubicBezTo>
                  <a:close/>
                  <a:moveTo>
                    <a:pt x="1775" y="2034"/>
                  </a:moveTo>
                  <a:cubicBezTo>
                    <a:pt x="1775" y="2034"/>
                    <a:pt x="2219" y="2330"/>
                    <a:pt x="2034" y="2515"/>
                  </a:cubicBezTo>
                  <a:cubicBezTo>
                    <a:pt x="2009" y="2527"/>
                    <a:pt x="1986" y="2532"/>
                    <a:pt x="1963" y="2532"/>
                  </a:cubicBezTo>
                  <a:cubicBezTo>
                    <a:pt x="1852" y="2532"/>
                    <a:pt x="1775" y="2404"/>
                    <a:pt x="1775" y="2404"/>
                  </a:cubicBezTo>
                  <a:cubicBezTo>
                    <a:pt x="1775" y="2404"/>
                    <a:pt x="1724" y="2532"/>
                    <a:pt x="1621" y="2532"/>
                  </a:cubicBezTo>
                  <a:cubicBezTo>
                    <a:pt x="1601" y="2532"/>
                    <a:pt x="1578" y="2527"/>
                    <a:pt x="1553" y="2515"/>
                  </a:cubicBezTo>
                  <a:cubicBezTo>
                    <a:pt x="1368" y="2330"/>
                    <a:pt x="1775" y="2034"/>
                    <a:pt x="1775" y="2034"/>
                  </a:cubicBezTo>
                  <a:close/>
                  <a:moveTo>
                    <a:pt x="1775" y="1"/>
                  </a:moveTo>
                  <a:cubicBezTo>
                    <a:pt x="1036" y="1"/>
                    <a:pt x="370" y="370"/>
                    <a:pt x="222" y="703"/>
                  </a:cubicBezTo>
                  <a:cubicBezTo>
                    <a:pt x="1" y="1258"/>
                    <a:pt x="592" y="2071"/>
                    <a:pt x="481" y="2330"/>
                  </a:cubicBezTo>
                  <a:cubicBezTo>
                    <a:pt x="407" y="2552"/>
                    <a:pt x="592" y="2774"/>
                    <a:pt x="814" y="2811"/>
                  </a:cubicBezTo>
                  <a:cubicBezTo>
                    <a:pt x="814" y="2958"/>
                    <a:pt x="925" y="3069"/>
                    <a:pt x="999" y="3069"/>
                  </a:cubicBezTo>
                  <a:cubicBezTo>
                    <a:pt x="1036" y="3069"/>
                    <a:pt x="1110" y="2995"/>
                    <a:pt x="1147" y="2958"/>
                  </a:cubicBezTo>
                  <a:cubicBezTo>
                    <a:pt x="1147" y="3106"/>
                    <a:pt x="1221" y="3143"/>
                    <a:pt x="1331" y="3143"/>
                  </a:cubicBezTo>
                  <a:cubicBezTo>
                    <a:pt x="1368" y="3143"/>
                    <a:pt x="1405" y="3106"/>
                    <a:pt x="1479" y="3069"/>
                  </a:cubicBezTo>
                  <a:cubicBezTo>
                    <a:pt x="1479" y="3180"/>
                    <a:pt x="1553" y="3254"/>
                    <a:pt x="1664" y="3254"/>
                  </a:cubicBezTo>
                  <a:cubicBezTo>
                    <a:pt x="1701" y="3254"/>
                    <a:pt x="1738" y="3180"/>
                    <a:pt x="1775" y="3143"/>
                  </a:cubicBezTo>
                  <a:cubicBezTo>
                    <a:pt x="1849" y="3180"/>
                    <a:pt x="1886" y="3254"/>
                    <a:pt x="1923" y="3254"/>
                  </a:cubicBezTo>
                  <a:cubicBezTo>
                    <a:pt x="2034" y="3254"/>
                    <a:pt x="2071" y="3143"/>
                    <a:pt x="2108" y="3069"/>
                  </a:cubicBezTo>
                  <a:cubicBezTo>
                    <a:pt x="2145" y="3106"/>
                    <a:pt x="2219" y="3143"/>
                    <a:pt x="2256" y="3143"/>
                  </a:cubicBezTo>
                  <a:cubicBezTo>
                    <a:pt x="2330" y="3143"/>
                    <a:pt x="2404" y="3069"/>
                    <a:pt x="2441" y="2958"/>
                  </a:cubicBezTo>
                  <a:cubicBezTo>
                    <a:pt x="2478" y="2995"/>
                    <a:pt x="2515" y="3069"/>
                    <a:pt x="2588" y="3069"/>
                  </a:cubicBezTo>
                  <a:cubicBezTo>
                    <a:pt x="2662" y="3069"/>
                    <a:pt x="2773" y="2958"/>
                    <a:pt x="2773" y="2811"/>
                  </a:cubicBezTo>
                  <a:cubicBezTo>
                    <a:pt x="2995" y="2811"/>
                    <a:pt x="3180" y="2589"/>
                    <a:pt x="3069" y="2330"/>
                  </a:cubicBezTo>
                  <a:cubicBezTo>
                    <a:pt x="3032" y="2071"/>
                    <a:pt x="3624" y="1295"/>
                    <a:pt x="3365" y="703"/>
                  </a:cubicBezTo>
                  <a:cubicBezTo>
                    <a:pt x="3217" y="370"/>
                    <a:pt x="2515" y="1"/>
                    <a:pt x="17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39503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1A55ACC-1B8B-3AC7-91AF-F0279B8B9FAD}"/>
              </a:ext>
            </a:extLst>
          </p:cNvPr>
          <p:cNvSpPr>
            <a:spLocks noGrp="1"/>
          </p:cNvSpPr>
          <p:nvPr>
            <p:ph type="title"/>
          </p:nvPr>
        </p:nvSpPr>
        <p:spPr/>
        <p:txBody>
          <a:bodyPr/>
          <a:lstStyle/>
          <a:p>
            <a:r>
              <a:rPr lang="ar-YE" sz="4000" dirty="0">
                <a:solidFill>
                  <a:schemeClr val="dk2"/>
                </a:solidFill>
              </a:rPr>
              <a:t>استبيان تقييم المخاطر الأمنية</a:t>
            </a:r>
            <a:r>
              <a:rPr lang="ar-YE" b="0" i="0" dirty="0">
                <a:solidFill>
                  <a:srgbClr val="000000"/>
                </a:solidFill>
                <a:effectLst/>
                <a:latin typeface="Times New Roman" panose="02020603050405020304" pitchFamily="18" charset="0"/>
              </a:rPr>
              <a:t> </a:t>
            </a:r>
            <a:r>
              <a:rPr lang="ar-YE" sz="4000" dirty="0">
                <a:solidFill>
                  <a:schemeClr val="dk2"/>
                </a:solidFill>
              </a:rPr>
              <a:t>للموظفين</a:t>
            </a:r>
            <a:endParaRPr lang="en-US" sz="4000" dirty="0">
              <a:solidFill>
                <a:schemeClr val="dk2"/>
              </a:solidFill>
            </a:endParaRPr>
          </a:p>
        </p:txBody>
      </p:sp>
      <p:sp>
        <p:nvSpPr>
          <p:cNvPr id="3" name="عنوان فرعي 2">
            <a:extLst>
              <a:ext uri="{FF2B5EF4-FFF2-40B4-BE49-F238E27FC236}">
                <a16:creationId xmlns:a16="http://schemas.microsoft.com/office/drawing/2014/main" id="{016769E2-3723-8D69-0232-B91BB8BC2244}"/>
              </a:ext>
            </a:extLst>
          </p:cNvPr>
          <p:cNvSpPr>
            <a:spLocks noGrp="1"/>
          </p:cNvSpPr>
          <p:nvPr>
            <p:ph type="subTitle" idx="1"/>
          </p:nvPr>
        </p:nvSpPr>
        <p:spPr>
          <a:xfrm>
            <a:off x="1734305" y="1923800"/>
            <a:ext cx="5822982" cy="2938500"/>
          </a:xfrm>
        </p:spPr>
        <p:txBody>
          <a:bodyPr/>
          <a:lstStyle/>
          <a:p>
            <a:pPr marL="114300" indent="0" algn="r">
              <a:buNone/>
            </a:pPr>
            <a:r>
              <a:rPr lang="ar-YE" sz="1600" b="0" i="0" dirty="0">
                <a:solidFill>
                  <a:schemeClr val="tx1"/>
                </a:solidFill>
                <a:effectLst/>
                <a:latin typeface="Times New Roman" panose="02020603050405020304" pitchFamily="18" charset="0"/>
                <a:cs typeface="+mj-cs"/>
              </a:rPr>
              <a:t>يهدف هذا الاستبيان إلى قياس مستوى الوعي بالأمن السيبراني والمخاطر الأمنية بين موظفي الشركة. تعتبر هذه المعلومات مهمة لتحسين الإجراءات الأمنية وتعزيز ممارسات الوقاية والتوعية داخل بيئة العمل.</a:t>
            </a:r>
            <a:br>
              <a:rPr lang="ar-YE" sz="1600" dirty="0">
                <a:solidFill>
                  <a:schemeClr val="tx1"/>
                </a:solidFill>
                <a:cs typeface="+mj-cs"/>
              </a:rPr>
            </a:br>
            <a:br>
              <a:rPr lang="ar-YE" sz="1600" dirty="0">
                <a:solidFill>
                  <a:schemeClr val="tx1"/>
                </a:solidFill>
                <a:cs typeface="+mj-cs"/>
              </a:rPr>
            </a:br>
            <a:r>
              <a:rPr lang="ar-YE" sz="1600" b="0" i="0" dirty="0">
                <a:solidFill>
                  <a:schemeClr val="tx1"/>
                </a:solidFill>
                <a:effectLst/>
                <a:latin typeface="Times New Roman" panose="02020603050405020304" pitchFamily="18" charset="0"/>
                <a:cs typeface="+mj-cs"/>
              </a:rPr>
              <a:t>نهدف إلى جمع بيانات تساعدنا في تقييم مدى استعداد الموظفين للتعامل مع التهديدات الأمنية المحتملة. استجابتك ستكون سرية تمامًا، وستساعد في تحسين التدابير الأمنية التي نتبعها.</a:t>
            </a:r>
            <a:br>
              <a:rPr lang="ar-YE" sz="1600" dirty="0">
                <a:solidFill>
                  <a:schemeClr val="tx1"/>
                </a:solidFill>
                <a:cs typeface="+mj-cs"/>
              </a:rPr>
            </a:br>
            <a:br>
              <a:rPr lang="ar-YE" sz="1600" dirty="0">
                <a:solidFill>
                  <a:schemeClr val="tx1"/>
                </a:solidFill>
                <a:cs typeface="+mj-cs"/>
              </a:rPr>
            </a:br>
            <a:r>
              <a:rPr lang="ar-YE" sz="1600" b="0" i="0" dirty="0">
                <a:solidFill>
                  <a:schemeClr val="tx1"/>
                </a:solidFill>
                <a:effectLst/>
                <a:latin typeface="Times New Roman" panose="02020603050405020304" pitchFamily="18" charset="0"/>
                <a:cs typeface="+mj-cs"/>
              </a:rPr>
              <a:t>نشكرك على وقتك ومساهمتك في تعزيز بيئة العمل الآمن</a:t>
            </a:r>
            <a:endParaRPr lang="en-US" sz="1200" dirty="0">
              <a:solidFill>
                <a:schemeClr val="tx1"/>
              </a:solidFill>
              <a:latin typeface="+mn-lt"/>
              <a:cs typeface="+mj-cs"/>
            </a:endParaRPr>
          </a:p>
        </p:txBody>
      </p:sp>
      <p:grpSp>
        <p:nvGrpSpPr>
          <p:cNvPr id="5" name="Google Shape;685;p40">
            <a:extLst>
              <a:ext uri="{FF2B5EF4-FFF2-40B4-BE49-F238E27FC236}">
                <a16:creationId xmlns:a16="http://schemas.microsoft.com/office/drawing/2014/main" id="{58928215-217A-6819-79D7-1462DFF0B272}"/>
              </a:ext>
            </a:extLst>
          </p:cNvPr>
          <p:cNvGrpSpPr/>
          <p:nvPr/>
        </p:nvGrpSpPr>
        <p:grpSpPr>
          <a:xfrm>
            <a:off x="249275" y="3003082"/>
            <a:ext cx="1475722" cy="1759949"/>
            <a:chOff x="1509950" y="1706450"/>
            <a:chExt cx="879925" cy="1049400"/>
          </a:xfrm>
        </p:grpSpPr>
        <p:sp>
          <p:nvSpPr>
            <p:cNvPr id="6" name="Google Shape;686;p40">
              <a:extLst>
                <a:ext uri="{FF2B5EF4-FFF2-40B4-BE49-F238E27FC236}">
                  <a16:creationId xmlns:a16="http://schemas.microsoft.com/office/drawing/2014/main" id="{F90A7989-3362-EE79-58C7-D0E8690D5D8E}"/>
                </a:ext>
              </a:extLst>
            </p:cNvPr>
            <p:cNvSpPr/>
            <p:nvPr/>
          </p:nvSpPr>
          <p:spPr>
            <a:xfrm>
              <a:off x="2103325" y="1804550"/>
              <a:ext cx="152525" cy="134425"/>
            </a:xfrm>
            <a:custGeom>
              <a:avLst/>
              <a:gdLst/>
              <a:ahLst/>
              <a:cxnLst/>
              <a:rect l="l" t="t" r="r" b="b"/>
              <a:pathLst>
                <a:path w="6101" h="5377" extrusionOk="0">
                  <a:moveTo>
                    <a:pt x="3071" y="1"/>
                  </a:moveTo>
                  <a:cubicBezTo>
                    <a:pt x="2997" y="1"/>
                    <a:pt x="2923" y="3"/>
                    <a:pt x="2847" y="8"/>
                  </a:cubicBezTo>
                  <a:cubicBezTo>
                    <a:pt x="1221" y="119"/>
                    <a:pt x="1" y="1413"/>
                    <a:pt x="112" y="2892"/>
                  </a:cubicBezTo>
                  <a:cubicBezTo>
                    <a:pt x="182" y="4303"/>
                    <a:pt x="1497" y="5377"/>
                    <a:pt x="3030" y="5377"/>
                  </a:cubicBezTo>
                  <a:cubicBezTo>
                    <a:pt x="3104" y="5377"/>
                    <a:pt x="3179" y="5374"/>
                    <a:pt x="3254" y="5369"/>
                  </a:cubicBezTo>
                  <a:cubicBezTo>
                    <a:pt x="4881" y="5258"/>
                    <a:pt x="6101" y="3964"/>
                    <a:pt x="5990" y="2485"/>
                  </a:cubicBezTo>
                  <a:cubicBezTo>
                    <a:pt x="5884" y="1075"/>
                    <a:pt x="4601" y="1"/>
                    <a:pt x="30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87;p40">
              <a:extLst>
                <a:ext uri="{FF2B5EF4-FFF2-40B4-BE49-F238E27FC236}">
                  <a16:creationId xmlns:a16="http://schemas.microsoft.com/office/drawing/2014/main" id="{CE4B8F1D-A095-81DC-79AF-249A170F9B81}"/>
                </a:ext>
              </a:extLst>
            </p:cNvPr>
            <p:cNvSpPr/>
            <p:nvPr/>
          </p:nvSpPr>
          <p:spPr>
            <a:xfrm>
              <a:off x="2123100" y="1833400"/>
              <a:ext cx="118900" cy="140725"/>
            </a:xfrm>
            <a:custGeom>
              <a:avLst/>
              <a:gdLst/>
              <a:ahLst/>
              <a:cxnLst/>
              <a:rect l="l" t="t" r="r" b="b"/>
              <a:pathLst>
                <a:path w="4756" h="5629" extrusionOk="0">
                  <a:moveTo>
                    <a:pt x="3055" y="0"/>
                  </a:moveTo>
                  <a:lnTo>
                    <a:pt x="2167" y="74"/>
                  </a:lnTo>
                  <a:lnTo>
                    <a:pt x="1280" y="111"/>
                  </a:lnTo>
                  <a:cubicBezTo>
                    <a:pt x="1280" y="111"/>
                    <a:pt x="1206" y="2514"/>
                    <a:pt x="799" y="2884"/>
                  </a:cubicBezTo>
                  <a:cubicBezTo>
                    <a:pt x="799" y="2884"/>
                    <a:pt x="0" y="5628"/>
                    <a:pt x="2342" y="5628"/>
                  </a:cubicBezTo>
                  <a:cubicBezTo>
                    <a:pt x="2416" y="5628"/>
                    <a:pt x="2493" y="5626"/>
                    <a:pt x="2574" y="5620"/>
                  </a:cubicBezTo>
                  <a:cubicBezTo>
                    <a:pt x="4755" y="5472"/>
                    <a:pt x="3979" y="2662"/>
                    <a:pt x="3979" y="2662"/>
                  </a:cubicBezTo>
                  <a:cubicBezTo>
                    <a:pt x="3461" y="2404"/>
                    <a:pt x="3055" y="0"/>
                    <a:pt x="30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8;p40">
              <a:extLst>
                <a:ext uri="{FF2B5EF4-FFF2-40B4-BE49-F238E27FC236}">
                  <a16:creationId xmlns:a16="http://schemas.microsoft.com/office/drawing/2014/main" id="{32E272F0-C826-1E50-4149-C6775AD56FA8}"/>
                </a:ext>
              </a:extLst>
            </p:cNvPr>
            <p:cNvSpPr/>
            <p:nvPr/>
          </p:nvSpPr>
          <p:spPr>
            <a:xfrm>
              <a:off x="2053425" y="1898100"/>
              <a:ext cx="257900" cy="290250"/>
            </a:xfrm>
            <a:custGeom>
              <a:avLst/>
              <a:gdLst/>
              <a:ahLst/>
              <a:cxnLst/>
              <a:rect l="l" t="t" r="r" b="b"/>
              <a:pathLst>
                <a:path w="10316" h="11610" extrusionOk="0">
                  <a:moveTo>
                    <a:pt x="6766" y="0"/>
                  </a:moveTo>
                  <a:cubicBezTo>
                    <a:pt x="6271" y="433"/>
                    <a:pt x="5650" y="659"/>
                    <a:pt x="5025" y="659"/>
                  </a:cubicBezTo>
                  <a:cubicBezTo>
                    <a:pt x="4528" y="659"/>
                    <a:pt x="4028" y="517"/>
                    <a:pt x="3586" y="222"/>
                  </a:cubicBezTo>
                  <a:cubicBezTo>
                    <a:pt x="3586" y="222"/>
                    <a:pt x="1183" y="888"/>
                    <a:pt x="0" y="1775"/>
                  </a:cubicBezTo>
                  <a:cubicBezTo>
                    <a:pt x="0" y="1775"/>
                    <a:pt x="444" y="3069"/>
                    <a:pt x="703" y="4696"/>
                  </a:cubicBezTo>
                  <a:cubicBezTo>
                    <a:pt x="925" y="6027"/>
                    <a:pt x="1257" y="7358"/>
                    <a:pt x="1664" y="8652"/>
                  </a:cubicBezTo>
                  <a:lnTo>
                    <a:pt x="2662" y="11609"/>
                  </a:lnTo>
                  <a:lnTo>
                    <a:pt x="5916" y="11572"/>
                  </a:lnTo>
                  <a:lnTo>
                    <a:pt x="9206" y="11203"/>
                  </a:lnTo>
                  <a:lnTo>
                    <a:pt x="10241" y="5731"/>
                  </a:lnTo>
                  <a:cubicBezTo>
                    <a:pt x="10093" y="3402"/>
                    <a:pt x="10315" y="1073"/>
                    <a:pt x="10315" y="1073"/>
                  </a:cubicBezTo>
                  <a:cubicBezTo>
                    <a:pt x="9058" y="333"/>
                    <a:pt x="6766" y="0"/>
                    <a:pt x="67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9;p40">
              <a:extLst>
                <a:ext uri="{FF2B5EF4-FFF2-40B4-BE49-F238E27FC236}">
                  <a16:creationId xmlns:a16="http://schemas.microsoft.com/office/drawing/2014/main" id="{7144B282-EBFA-FEF5-F660-1F0B188952A4}"/>
                </a:ext>
              </a:extLst>
            </p:cNvPr>
            <p:cNvSpPr/>
            <p:nvPr/>
          </p:nvSpPr>
          <p:spPr>
            <a:xfrm>
              <a:off x="2069125" y="2000700"/>
              <a:ext cx="241275" cy="187650"/>
            </a:xfrm>
            <a:custGeom>
              <a:avLst/>
              <a:gdLst/>
              <a:ahLst/>
              <a:cxnLst/>
              <a:rect l="l" t="t" r="r" b="b"/>
              <a:pathLst>
                <a:path w="9651" h="7506" extrusionOk="0">
                  <a:moveTo>
                    <a:pt x="1" y="0"/>
                  </a:moveTo>
                  <a:lnTo>
                    <a:pt x="1" y="0"/>
                  </a:lnTo>
                  <a:cubicBezTo>
                    <a:pt x="38" y="259"/>
                    <a:pt x="75" y="444"/>
                    <a:pt x="112" y="666"/>
                  </a:cubicBezTo>
                  <a:cubicBezTo>
                    <a:pt x="370" y="1960"/>
                    <a:pt x="666" y="3254"/>
                    <a:pt x="1110" y="4548"/>
                  </a:cubicBezTo>
                  <a:lnTo>
                    <a:pt x="2071" y="7505"/>
                  </a:lnTo>
                  <a:lnTo>
                    <a:pt x="5361" y="7468"/>
                  </a:lnTo>
                  <a:lnTo>
                    <a:pt x="8615" y="7099"/>
                  </a:lnTo>
                  <a:lnTo>
                    <a:pt x="9650" y="1627"/>
                  </a:lnTo>
                  <a:cubicBezTo>
                    <a:pt x="9613" y="1109"/>
                    <a:pt x="9613" y="666"/>
                    <a:pt x="9613" y="185"/>
                  </a:cubicBezTo>
                  <a:cubicBezTo>
                    <a:pt x="8388" y="1959"/>
                    <a:pt x="7022" y="3704"/>
                    <a:pt x="5000" y="3704"/>
                  </a:cubicBezTo>
                  <a:cubicBezTo>
                    <a:pt x="4704" y="3704"/>
                    <a:pt x="4393" y="3667"/>
                    <a:pt x="4068" y="3586"/>
                  </a:cubicBezTo>
                  <a:cubicBezTo>
                    <a:pt x="2441" y="3217"/>
                    <a:pt x="1369" y="1257"/>
                    <a:pt x="223" y="259"/>
                  </a:cubicBez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0;p40">
              <a:extLst>
                <a:ext uri="{FF2B5EF4-FFF2-40B4-BE49-F238E27FC236}">
                  <a16:creationId xmlns:a16="http://schemas.microsoft.com/office/drawing/2014/main" id="{D9475BC4-CA78-99B3-DC1F-D94838B671DB}"/>
                </a:ext>
              </a:extLst>
            </p:cNvPr>
            <p:cNvSpPr/>
            <p:nvPr/>
          </p:nvSpPr>
          <p:spPr>
            <a:xfrm>
              <a:off x="2115350" y="1778950"/>
              <a:ext cx="125725" cy="137675"/>
            </a:xfrm>
            <a:custGeom>
              <a:avLst/>
              <a:gdLst/>
              <a:ahLst/>
              <a:cxnLst/>
              <a:rect l="l" t="t" r="r" b="b"/>
              <a:pathLst>
                <a:path w="5029" h="5507" extrusionOk="0">
                  <a:moveTo>
                    <a:pt x="3204" y="0"/>
                  </a:moveTo>
                  <a:cubicBezTo>
                    <a:pt x="2752" y="0"/>
                    <a:pt x="2329" y="145"/>
                    <a:pt x="2329" y="145"/>
                  </a:cubicBezTo>
                  <a:cubicBezTo>
                    <a:pt x="2329" y="145"/>
                    <a:pt x="2104" y="101"/>
                    <a:pt x="1812" y="101"/>
                  </a:cubicBezTo>
                  <a:cubicBezTo>
                    <a:pt x="1396" y="101"/>
                    <a:pt x="846" y="191"/>
                    <a:pt x="629" y="626"/>
                  </a:cubicBezTo>
                  <a:cubicBezTo>
                    <a:pt x="259" y="1365"/>
                    <a:pt x="777" y="2918"/>
                    <a:pt x="777" y="2918"/>
                  </a:cubicBezTo>
                  <a:cubicBezTo>
                    <a:pt x="777" y="2918"/>
                    <a:pt x="607" y="2729"/>
                    <a:pt x="429" y="2729"/>
                  </a:cubicBezTo>
                  <a:cubicBezTo>
                    <a:pt x="358" y="2729"/>
                    <a:pt x="285" y="2759"/>
                    <a:pt x="222" y="2844"/>
                  </a:cubicBezTo>
                  <a:cubicBezTo>
                    <a:pt x="0" y="3140"/>
                    <a:pt x="740" y="3805"/>
                    <a:pt x="851" y="3842"/>
                  </a:cubicBezTo>
                  <a:cubicBezTo>
                    <a:pt x="851" y="3842"/>
                    <a:pt x="1936" y="5506"/>
                    <a:pt x="2675" y="5506"/>
                  </a:cubicBezTo>
                  <a:cubicBezTo>
                    <a:pt x="2683" y="5506"/>
                    <a:pt x="2691" y="5506"/>
                    <a:pt x="2699" y="5506"/>
                  </a:cubicBezTo>
                  <a:cubicBezTo>
                    <a:pt x="3439" y="5469"/>
                    <a:pt x="4289" y="3620"/>
                    <a:pt x="4289" y="3620"/>
                  </a:cubicBezTo>
                  <a:cubicBezTo>
                    <a:pt x="4437" y="3509"/>
                    <a:pt x="5028" y="2770"/>
                    <a:pt x="4733" y="2511"/>
                  </a:cubicBezTo>
                  <a:cubicBezTo>
                    <a:pt x="4680" y="2442"/>
                    <a:pt x="4626" y="2415"/>
                    <a:pt x="4574" y="2415"/>
                  </a:cubicBezTo>
                  <a:cubicBezTo>
                    <a:pt x="4403" y="2415"/>
                    <a:pt x="4252" y="2696"/>
                    <a:pt x="4252" y="2696"/>
                  </a:cubicBezTo>
                  <a:cubicBezTo>
                    <a:pt x="4252" y="2696"/>
                    <a:pt x="4548" y="1069"/>
                    <a:pt x="4104" y="367"/>
                  </a:cubicBezTo>
                  <a:cubicBezTo>
                    <a:pt x="3898" y="82"/>
                    <a:pt x="3543" y="0"/>
                    <a:pt x="3204"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91;p40">
              <a:extLst>
                <a:ext uri="{FF2B5EF4-FFF2-40B4-BE49-F238E27FC236}">
                  <a16:creationId xmlns:a16="http://schemas.microsoft.com/office/drawing/2014/main" id="{6F572306-BE90-5056-F59D-AF75C00EB69B}"/>
                </a:ext>
              </a:extLst>
            </p:cNvPr>
            <p:cNvSpPr/>
            <p:nvPr/>
          </p:nvSpPr>
          <p:spPr>
            <a:xfrm>
              <a:off x="2180975" y="1777025"/>
              <a:ext cx="56400" cy="79500"/>
            </a:xfrm>
            <a:custGeom>
              <a:avLst/>
              <a:gdLst/>
              <a:ahLst/>
              <a:cxnLst/>
              <a:rect l="l" t="t" r="r" b="b"/>
              <a:pathLst>
                <a:path w="2256" h="3180" extrusionOk="0">
                  <a:moveTo>
                    <a:pt x="1146" y="0"/>
                  </a:moveTo>
                  <a:cubicBezTo>
                    <a:pt x="0" y="0"/>
                    <a:pt x="37" y="888"/>
                    <a:pt x="37" y="888"/>
                  </a:cubicBezTo>
                  <a:cubicBezTo>
                    <a:pt x="37" y="888"/>
                    <a:pt x="1072" y="961"/>
                    <a:pt x="1183" y="1516"/>
                  </a:cubicBezTo>
                  <a:cubicBezTo>
                    <a:pt x="1294" y="1812"/>
                    <a:pt x="1220" y="2071"/>
                    <a:pt x="1183" y="2292"/>
                  </a:cubicBezTo>
                  <a:cubicBezTo>
                    <a:pt x="1183" y="2440"/>
                    <a:pt x="1146" y="3180"/>
                    <a:pt x="1183" y="3180"/>
                  </a:cubicBezTo>
                  <a:cubicBezTo>
                    <a:pt x="1220" y="3180"/>
                    <a:pt x="1294" y="3180"/>
                    <a:pt x="1331" y="3143"/>
                  </a:cubicBezTo>
                  <a:cubicBezTo>
                    <a:pt x="1479" y="2995"/>
                    <a:pt x="1553" y="2884"/>
                    <a:pt x="1664" y="2736"/>
                  </a:cubicBezTo>
                  <a:cubicBezTo>
                    <a:pt x="1767" y="2571"/>
                    <a:pt x="1893" y="2498"/>
                    <a:pt x="2004" y="2498"/>
                  </a:cubicBezTo>
                  <a:cubicBezTo>
                    <a:pt x="2092" y="2498"/>
                    <a:pt x="2169" y="2544"/>
                    <a:pt x="2218" y="2625"/>
                  </a:cubicBezTo>
                  <a:cubicBezTo>
                    <a:pt x="2218" y="2625"/>
                    <a:pt x="2255" y="0"/>
                    <a:pt x="1146" y="0"/>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92;p40">
              <a:extLst>
                <a:ext uri="{FF2B5EF4-FFF2-40B4-BE49-F238E27FC236}">
                  <a16:creationId xmlns:a16="http://schemas.microsoft.com/office/drawing/2014/main" id="{6CE44C36-3C31-C6DA-7152-B9224471C8EA}"/>
                </a:ext>
              </a:extLst>
            </p:cNvPr>
            <p:cNvSpPr/>
            <p:nvPr/>
          </p:nvSpPr>
          <p:spPr>
            <a:xfrm>
              <a:off x="2107950" y="1781925"/>
              <a:ext cx="58250" cy="79225"/>
            </a:xfrm>
            <a:custGeom>
              <a:avLst/>
              <a:gdLst/>
              <a:ahLst/>
              <a:cxnLst/>
              <a:rect l="l" t="t" r="r" b="b"/>
              <a:pathLst>
                <a:path w="2330" h="3169" extrusionOk="0">
                  <a:moveTo>
                    <a:pt x="1406" y="1"/>
                  </a:moveTo>
                  <a:cubicBezTo>
                    <a:pt x="1316" y="1"/>
                    <a:pt x="1218" y="9"/>
                    <a:pt x="1110" y="26"/>
                  </a:cubicBezTo>
                  <a:cubicBezTo>
                    <a:pt x="1" y="211"/>
                    <a:pt x="407" y="2799"/>
                    <a:pt x="407" y="2799"/>
                  </a:cubicBezTo>
                  <a:cubicBezTo>
                    <a:pt x="467" y="2699"/>
                    <a:pt x="560" y="2631"/>
                    <a:pt x="667" y="2631"/>
                  </a:cubicBezTo>
                  <a:cubicBezTo>
                    <a:pt x="758" y="2631"/>
                    <a:pt x="860" y="2680"/>
                    <a:pt x="962" y="2799"/>
                  </a:cubicBezTo>
                  <a:cubicBezTo>
                    <a:pt x="1073" y="2947"/>
                    <a:pt x="1221" y="3095"/>
                    <a:pt x="1331" y="3169"/>
                  </a:cubicBezTo>
                  <a:lnTo>
                    <a:pt x="1479" y="3169"/>
                  </a:lnTo>
                  <a:cubicBezTo>
                    <a:pt x="1516" y="3132"/>
                    <a:pt x="1405" y="2429"/>
                    <a:pt x="1331" y="2281"/>
                  </a:cubicBezTo>
                  <a:cubicBezTo>
                    <a:pt x="1294" y="2059"/>
                    <a:pt x="1221" y="1801"/>
                    <a:pt x="1258" y="1505"/>
                  </a:cubicBezTo>
                  <a:cubicBezTo>
                    <a:pt x="1331" y="950"/>
                    <a:pt x="2330" y="729"/>
                    <a:pt x="2330" y="729"/>
                  </a:cubicBezTo>
                  <a:cubicBezTo>
                    <a:pt x="2330" y="729"/>
                    <a:pt x="2269" y="1"/>
                    <a:pt x="1406" y="1"/>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93;p40">
              <a:extLst>
                <a:ext uri="{FF2B5EF4-FFF2-40B4-BE49-F238E27FC236}">
                  <a16:creationId xmlns:a16="http://schemas.microsoft.com/office/drawing/2014/main" id="{EBC6BF52-0D90-13D7-E21A-B7758E6CFDAC}"/>
                </a:ext>
              </a:extLst>
            </p:cNvPr>
            <p:cNvSpPr/>
            <p:nvPr/>
          </p:nvSpPr>
          <p:spPr>
            <a:xfrm>
              <a:off x="2113500" y="1819525"/>
              <a:ext cx="122950" cy="49075"/>
            </a:xfrm>
            <a:custGeom>
              <a:avLst/>
              <a:gdLst/>
              <a:ahLst/>
              <a:cxnLst/>
              <a:rect l="l" t="t" r="r" b="b"/>
              <a:pathLst>
                <a:path w="4918" h="1963" extrusionOk="0">
                  <a:moveTo>
                    <a:pt x="4917" y="1"/>
                  </a:moveTo>
                  <a:cubicBezTo>
                    <a:pt x="3993" y="297"/>
                    <a:pt x="3143" y="445"/>
                    <a:pt x="2514" y="482"/>
                  </a:cubicBezTo>
                  <a:cubicBezTo>
                    <a:pt x="2348" y="491"/>
                    <a:pt x="2172" y="495"/>
                    <a:pt x="1986" y="495"/>
                  </a:cubicBezTo>
                  <a:cubicBezTo>
                    <a:pt x="1428" y="495"/>
                    <a:pt x="777" y="454"/>
                    <a:pt x="0" y="371"/>
                  </a:cubicBezTo>
                  <a:lnTo>
                    <a:pt x="0" y="371"/>
                  </a:lnTo>
                  <a:lnTo>
                    <a:pt x="555" y="1443"/>
                  </a:lnTo>
                  <a:cubicBezTo>
                    <a:pt x="555" y="1443"/>
                    <a:pt x="1040" y="1962"/>
                    <a:pt x="1607" y="1962"/>
                  </a:cubicBezTo>
                  <a:cubicBezTo>
                    <a:pt x="1626" y="1962"/>
                    <a:pt x="1645" y="1962"/>
                    <a:pt x="1664" y="1960"/>
                  </a:cubicBezTo>
                  <a:cubicBezTo>
                    <a:pt x="1960" y="1923"/>
                    <a:pt x="2145" y="1849"/>
                    <a:pt x="2219" y="1775"/>
                  </a:cubicBezTo>
                  <a:cubicBezTo>
                    <a:pt x="2318" y="1696"/>
                    <a:pt x="2449" y="1659"/>
                    <a:pt x="2577" y="1659"/>
                  </a:cubicBezTo>
                  <a:cubicBezTo>
                    <a:pt x="2689" y="1659"/>
                    <a:pt x="2798" y="1687"/>
                    <a:pt x="2884" y="1739"/>
                  </a:cubicBezTo>
                  <a:cubicBezTo>
                    <a:pt x="2995" y="1775"/>
                    <a:pt x="3143" y="1812"/>
                    <a:pt x="3439" y="1812"/>
                  </a:cubicBezTo>
                  <a:cubicBezTo>
                    <a:pt x="4030" y="1775"/>
                    <a:pt x="4511" y="1110"/>
                    <a:pt x="4511" y="1110"/>
                  </a:cubicBezTo>
                  <a:lnTo>
                    <a:pt x="49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94;p40">
              <a:extLst>
                <a:ext uri="{FF2B5EF4-FFF2-40B4-BE49-F238E27FC236}">
                  <a16:creationId xmlns:a16="http://schemas.microsoft.com/office/drawing/2014/main" id="{C8673939-6CF9-0695-089A-0C7F0FD65AFF}"/>
                </a:ext>
              </a:extLst>
            </p:cNvPr>
            <p:cNvSpPr/>
            <p:nvPr/>
          </p:nvSpPr>
          <p:spPr>
            <a:xfrm>
              <a:off x="2081150" y="1748350"/>
              <a:ext cx="195975" cy="220950"/>
            </a:xfrm>
            <a:custGeom>
              <a:avLst/>
              <a:gdLst/>
              <a:ahLst/>
              <a:cxnLst/>
              <a:rect l="l" t="t" r="r" b="b"/>
              <a:pathLst>
                <a:path w="7839" h="8838" extrusionOk="0">
                  <a:moveTo>
                    <a:pt x="4147" y="2949"/>
                  </a:moveTo>
                  <a:cubicBezTo>
                    <a:pt x="4862" y="2949"/>
                    <a:pt x="6276" y="3075"/>
                    <a:pt x="6433" y="3735"/>
                  </a:cubicBezTo>
                  <a:cubicBezTo>
                    <a:pt x="6618" y="4512"/>
                    <a:pt x="4363" y="8689"/>
                    <a:pt x="4252" y="8800"/>
                  </a:cubicBezTo>
                  <a:cubicBezTo>
                    <a:pt x="4178" y="8689"/>
                    <a:pt x="1368" y="4881"/>
                    <a:pt x="1405" y="4105"/>
                  </a:cubicBezTo>
                  <a:cubicBezTo>
                    <a:pt x="1442" y="3329"/>
                    <a:pt x="3402" y="2996"/>
                    <a:pt x="3845" y="2959"/>
                  </a:cubicBezTo>
                  <a:cubicBezTo>
                    <a:pt x="3917" y="2953"/>
                    <a:pt x="4021" y="2949"/>
                    <a:pt x="4147" y="2949"/>
                  </a:cubicBezTo>
                  <a:close/>
                  <a:moveTo>
                    <a:pt x="3671" y="1"/>
                  </a:moveTo>
                  <a:cubicBezTo>
                    <a:pt x="3643" y="1"/>
                    <a:pt x="3626" y="1"/>
                    <a:pt x="3623" y="1"/>
                  </a:cubicBezTo>
                  <a:cubicBezTo>
                    <a:pt x="3513" y="1"/>
                    <a:pt x="1109" y="223"/>
                    <a:pt x="333" y="3107"/>
                  </a:cubicBezTo>
                  <a:cubicBezTo>
                    <a:pt x="0" y="4512"/>
                    <a:pt x="555" y="5621"/>
                    <a:pt x="1036" y="6360"/>
                  </a:cubicBezTo>
                  <a:cubicBezTo>
                    <a:pt x="1475" y="7055"/>
                    <a:pt x="3472" y="8838"/>
                    <a:pt x="4193" y="8838"/>
                  </a:cubicBezTo>
                  <a:cubicBezTo>
                    <a:pt x="4201" y="8838"/>
                    <a:pt x="4208" y="8838"/>
                    <a:pt x="4215" y="8837"/>
                  </a:cubicBezTo>
                  <a:cubicBezTo>
                    <a:pt x="4917" y="8763"/>
                    <a:pt x="6655" y="6693"/>
                    <a:pt x="7025" y="5953"/>
                  </a:cubicBezTo>
                  <a:cubicBezTo>
                    <a:pt x="7394" y="5177"/>
                    <a:pt x="7838" y="3957"/>
                    <a:pt x="7284" y="2626"/>
                  </a:cubicBezTo>
                  <a:cubicBezTo>
                    <a:pt x="6189" y="95"/>
                    <a:pt x="4019" y="1"/>
                    <a:pt x="36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95;p40">
              <a:extLst>
                <a:ext uri="{FF2B5EF4-FFF2-40B4-BE49-F238E27FC236}">
                  <a16:creationId xmlns:a16="http://schemas.microsoft.com/office/drawing/2014/main" id="{963587F5-1BD3-164B-7F4E-F02C161C040E}"/>
                </a:ext>
              </a:extLst>
            </p:cNvPr>
            <p:cNvSpPr/>
            <p:nvPr/>
          </p:nvSpPr>
          <p:spPr>
            <a:xfrm>
              <a:off x="1509950" y="2132850"/>
              <a:ext cx="879925" cy="590650"/>
            </a:xfrm>
            <a:custGeom>
              <a:avLst/>
              <a:gdLst/>
              <a:ahLst/>
              <a:cxnLst/>
              <a:rect l="l" t="t" r="r" b="b"/>
              <a:pathLst>
                <a:path w="35197" h="23626" extrusionOk="0">
                  <a:moveTo>
                    <a:pt x="814" y="1"/>
                  </a:moveTo>
                  <a:cubicBezTo>
                    <a:pt x="370" y="1"/>
                    <a:pt x="0" y="371"/>
                    <a:pt x="0" y="851"/>
                  </a:cubicBezTo>
                  <a:lnTo>
                    <a:pt x="0" y="22775"/>
                  </a:lnTo>
                  <a:cubicBezTo>
                    <a:pt x="0" y="23256"/>
                    <a:pt x="370" y="23625"/>
                    <a:pt x="814" y="23625"/>
                  </a:cubicBezTo>
                  <a:lnTo>
                    <a:pt x="34383" y="23625"/>
                  </a:lnTo>
                  <a:cubicBezTo>
                    <a:pt x="34790" y="23625"/>
                    <a:pt x="35160" y="23256"/>
                    <a:pt x="35197" y="22775"/>
                  </a:cubicBezTo>
                  <a:lnTo>
                    <a:pt x="35197" y="851"/>
                  </a:lnTo>
                  <a:cubicBezTo>
                    <a:pt x="35197" y="371"/>
                    <a:pt x="34827" y="1"/>
                    <a:pt x="343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96;p40">
              <a:extLst>
                <a:ext uri="{FF2B5EF4-FFF2-40B4-BE49-F238E27FC236}">
                  <a16:creationId xmlns:a16="http://schemas.microsoft.com/office/drawing/2014/main" id="{548A4E60-B4FB-EC3C-3030-4E70A949B5C3}"/>
                </a:ext>
              </a:extLst>
            </p:cNvPr>
            <p:cNvSpPr/>
            <p:nvPr/>
          </p:nvSpPr>
          <p:spPr>
            <a:xfrm>
              <a:off x="1549700" y="2171675"/>
              <a:ext cx="757925" cy="505600"/>
            </a:xfrm>
            <a:custGeom>
              <a:avLst/>
              <a:gdLst/>
              <a:ahLst/>
              <a:cxnLst/>
              <a:rect l="l" t="t" r="r" b="b"/>
              <a:pathLst>
                <a:path w="30317" h="20224" extrusionOk="0">
                  <a:moveTo>
                    <a:pt x="0" y="1"/>
                  </a:moveTo>
                  <a:lnTo>
                    <a:pt x="0" y="20224"/>
                  </a:lnTo>
                  <a:lnTo>
                    <a:pt x="30316" y="20224"/>
                  </a:lnTo>
                  <a:lnTo>
                    <a:pt x="303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97;p40">
              <a:extLst>
                <a:ext uri="{FF2B5EF4-FFF2-40B4-BE49-F238E27FC236}">
                  <a16:creationId xmlns:a16="http://schemas.microsoft.com/office/drawing/2014/main" id="{600E276C-D8FB-7FC3-84F4-B630CA327A0C}"/>
                </a:ext>
              </a:extLst>
            </p:cNvPr>
            <p:cNvSpPr/>
            <p:nvPr/>
          </p:nvSpPr>
          <p:spPr>
            <a:xfrm>
              <a:off x="1626400" y="2308475"/>
              <a:ext cx="659950" cy="446450"/>
            </a:xfrm>
            <a:custGeom>
              <a:avLst/>
              <a:gdLst/>
              <a:ahLst/>
              <a:cxnLst/>
              <a:rect l="l" t="t" r="r" b="b"/>
              <a:pathLst>
                <a:path w="26398" h="17858" extrusionOk="0">
                  <a:moveTo>
                    <a:pt x="1738" y="0"/>
                  </a:moveTo>
                  <a:cubicBezTo>
                    <a:pt x="777" y="0"/>
                    <a:pt x="1" y="851"/>
                    <a:pt x="1" y="1849"/>
                  </a:cubicBezTo>
                  <a:lnTo>
                    <a:pt x="1" y="16009"/>
                  </a:lnTo>
                  <a:cubicBezTo>
                    <a:pt x="1" y="17007"/>
                    <a:pt x="777" y="17857"/>
                    <a:pt x="1738" y="17857"/>
                  </a:cubicBezTo>
                  <a:lnTo>
                    <a:pt x="24623" y="17857"/>
                  </a:lnTo>
                  <a:cubicBezTo>
                    <a:pt x="25584" y="17857"/>
                    <a:pt x="26398" y="17007"/>
                    <a:pt x="26398" y="16009"/>
                  </a:cubicBezTo>
                  <a:lnTo>
                    <a:pt x="26398" y="1849"/>
                  </a:lnTo>
                  <a:cubicBezTo>
                    <a:pt x="26398" y="851"/>
                    <a:pt x="25584" y="0"/>
                    <a:pt x="246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98;p40">
              <a:extLst>
                <a:ext uri="{FF2B5EF4-FFF2-40B4-BE49-F238E27FC236}">
                  <a16:creationId xmlns:a16="http://schemas.microsoft.com/office/drawing/2014/main" id="{421ED48D-209A-2AB0-85F3-F73D59BCD935}"/>
                </a:ext>
              </a:extLst>
            </p:cNvPr>
            <p:cNvSpPr/>
            <p:nvPr/>
          </p:nvSpPr>
          <p:spPr>
            <a:xfrm>
              <a:off x="1646750" y="2216975"/>
              <a:ext cx="618350" cy="494500"/>
            </a:xfrm>
            <a:custGeom>
              <a:avLst/>
              <a:gdLst/>
              <a:ahLst/>
              <a:cxnLst/>
              <a:rect l="l" t="t" r="r" b="b"/>
              <a:pathLst>
                <a:path w="24734" h="19780" extrusionOk="0">
                  <a:moveTo>
                    <a:pt x="22441" y="0"/>
                  </a:moveTo>
                  <a:lnTo>
                    <a:pt x="0" y="2884"/>
                  </a:lnTo>
                  <a:lnTo>
                    <a:pt x="2366" y="19780"/>
                  </a:lnTo>
                  <a:lnTo>
                    <a:pt x="24734" y="16933"/>
                  </a:lnTo>
                  <a:lnTo>
                    <a:pt x="224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99;p40">
              <a:extLst>
                <a:ext uri="{FF2B5EF4-FFF2-40B4-BE49-F238E27FC236}">
                  <a16:creationId xmlns:a16="http://schemas.microsoft.com/office/drawing/2014/main" id="{4C13CA4A-AFC6-18CA-7220-E10D5E52A1C0}"/>
                </a:ext>
              </a:extLst>
            </p:cNvPr>
            <p:cNvSpPr/>
            <p:nvPr/>
          </p:nvSpPr>
          <p:spPr>
            <a:xfrm>
              <a:off x="1677250" y="2230825"/>
              <a:ext cx="558275" cy="447375"/>
            </a:xfrm>
            <a:custGeom>
              <a:avLst/>
              <a:gdLst/>
              <a:ahLst/>
              <a:cxnLst/>
              <a:rect l="l" t="t" r="r" b="b"/>
              <a:pathLst>
                <a:path w="22331" h="17895" extrusionOk="0">
                  <a:moveTo>
                    <a:pt x="1738" y="1"/>
                  </a:moveTo>
                  <a:lnTo>
                    <a:pt x="0" y="15603"/>
                  </a:lnTo>
                  <a:lnTo>
                    <a:pt x="20593" y="17895"/>
                  </a:lnTo>
                  <a:lnTo>
                    <a:pt x="22330" y="2293"/>
                  </a:lnTo>
                  <a:lnTo>
                    <a:pt x="17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00;p40">
              <a:extLst>
                <a:ext uri="{FF2B5EF4-FFF2-40B4-BE49-F238E27FC236}">
                  <a16:creationId xmlns:a16="http://schemas.microsoft.com/office/drawing/2014/main" id="{48125D3D-B88E-A44E-6ECA-FD7417ECB968}"/>
                </a:ext>
              </a:extLst>
            </p:cNvPr>
            <p:cNvSpPr/>
            <p:nvPr/>
          </p:nvSpPr>
          <p:spPr>
            <a:xfrm>
              <a:off x="1778900" y="2371325"/>
              <a:ext cx="470500" cy="333675"/>
            </a:xfrm>
            <a:custGeom>
              <a:avLst/>
              <a:gdLst/>
              <a:ahLst/>
              <a:cxnLst/>
              <a:rect l="l" t="t" r="r" b="b"/>
              <a:pathLst>
                <a:path w="18820" h="13347" extrusionOk="0">
                  <a:moveTo>
                    <a:pt x="1" y="0"/>
                  </a:moveTo>
                  <a:lnTo>
                    <a:pt x="1" y="13347"/>
                  </a:lnTo>
                  <a:lnTo>
                    <a:pt x="18819" y="13347"/>
                  </a:lnTo>
                  <a:lnTo>
                    <a:pt x="188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01;p40">
              <a:extLst>
                <a:ext uri="{FF2B5EF4-FFF2-40B4-BE49-F238E27FC236}">
                  <a16:creationId xmlns:a16="http://schemas.microsoft.com/office/drawing/2014/main" id="{3D41EE31-B9E4-37E1-6723-CE8B31D1DDD3}"/>
                </a:ext>
              </a:extLst>
            </p:cNvPr>
            <p:cNvSpPr/>
            <p:nvPr/>
          </p:nvSpPr>
          <p:spPr>
            <a:xfrm>
              <a:off x="1626400" y="2406450"/>
              <a:ext cx="659950" cy="349400"/>
            </a:xfrm>
            <a:custGeom>
              <a:avLst/>
              <a:gdLst/>
              <a:ahLst/>
              <a:cxnLst/>
              <a:rect l="l" t="t" r="r" b="b"/>
              <a:pathLst>
                <a:path w="26398" h="13976" extrusionOk="0">
                  <a:moveTo>
                    <a:pt x="16822" y="0"/>
                  </a:moveTo>
                  <a:cubicBezTo>
                    <a:pt x="15787" y="0"/>
                    <a:pt x="14937" y="999"/>
                    <a:pt x="14937" y="2182"/>
                  </a:cubicBezTo>
                  <a:lnTo>
                    <a:pt x="14937" y="2219"/>
                  </a:lnTo>
                  <a:cubicBezTo>
                    <a:pt x="14937" y="3328"/>
                    <a:pt x="14124" y="4215"/>
                    <a:pt x="13162" y="4215"/>
                  </a:cubicBezTo>
                  <a:lnTo>
                    <a:pt x="1" y="4215"/>
                  </a:lnTo>
                  <a:lnTo>
                    <a:pt x="1" y="11979"/>
                  </a:lnTo>
                  <a:cubicBezTo>
                    <a:pt x="1" y="13088"/>
                    <a:pt x="777" y="13975"/>
                    <a:pt x="1738" y="13975"/>
                  </a:cubicBezTo>
                  <a:lnTo>
                    <a:pt x="24623" y="13975"/>
                  </a:lnTo>
                  <a:cubicBezTo>
                    <a:pt x="25584" y="13975"/>
                    <a:pt x="26398" y="13088"/>
                    <a:pt x="26398" y="11979"/>
                  </a:cubicBezTo>
                  <a:lnTo>
                    <a:pt x="26398" y="1997"/>
                  </a:lnTo>
                  <a:cubicBezTo>
                    <a:pt x="26398" y="888"/>
                    <a:pt x="25584" y="0"/>
                    <a:pt x="246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02;p40">
              <a:extLst>
                <a:ext uri="{FF2B5EF4-FFF2-40B4-BE49-F238E27FC236}">
                  <a16:creationId xmlns:a16="http://schemas.microsoft.com/office/drawing/2014/main" id="{892CCD13-CBAA-CEF2-9643-98050929D55D}"/>
                </a:ext>
              </a:extLst>
            </p:cNvPr>
            <p:cNvSpPr/>
            <p:nvPr/>
          </p:nvSpPr>
          <p:spPr>
            <a:xfrm>
              <a:off x="1910150" y="2238225"/>
              <a:ext cx="72125" cy="75900"/>
            </a:xfrm>
            <a:custGeom>
              <a:avLst/>
              <a:gdLst/>
              <a:ahLst/>
              <a:cxnLst/>
              <a:rect l="l" t="t" r="r" b="b"/>
              <a:pathLst>
                <a:path w="2885" h="3036" extrusionOk="0">
                  <a:moveTo>
                    <a:pt x="2219" y="1701"/>
                  </a:moveTo>
                  <a:lnTo>
                    <a:pt x="2219" y="1701"/>
                  </a:lnTo>
                  <a:cubicBezTo>
                    <a:pt x="2272" y="1741"/>
                    <a:pt x="2325" y="1819"/>
                    <a:pt x="2382" y="1897"/>
                  </a:cubicBezTo>
                  <a:lnTo>
                    <a:pt x="2382" y="1897"/>
                  </a:lnTo>
                  <a:cubicBezTo>
                    <a:pt x="2317" y="1818"/>
                    <a:pt x="2257" y="1749"/>
                    <a:pt x="2219" y="1701"/>
                  </a:cubicBezTo>
                  <a:close/>
                  <a:moveTo>
                    <a:pt x="703" y="1"/>
                  </a:moveTo>
                  <a:cubicBezTo>
                    <a:pt x="518" y="222"/>
                    <a:pt x="297" y="407"/>
                    <a:pt x="1" y="555"/>
                  </a:cubicBezTo>
                  <a:cubicBezTo>
                    <a:pt x="112" y="925"/>
                    <a:pt x="223" y="1332"/>
                    <a:pt x="297" y="1701"/>
                  </a:cubicBezTo>
                  <a:cubicBezTo>
                    <a:pt x="334" y="1886"/>
                    <a:pt x="334" y="2108"/>
                    <a:pt x="370" y="2293"/>
                  </a:cubicBezTo>
                  <a:cubicBezTo>
                    <a:pt x="370" y="2441"/>
                    <a:pt x="407" y="2663"/>
                    <a:pt x="555" y="2736"/>
                  </a:cubicBezTo>
                  <a:cubicBezTo>
                    <a:pt x="566" y="2739"/>
                    <a:pt x="576" y="2740"/>
                    <a:pt x="586" y="2740"/>
                  </a:cubicBezTo>
                  <a:cubicBezTo>
                    <a:pt x="740" y="2740"/>
                    <a:pt x="740" y="2473"/>
                    <a:pt x="740" y="2404"/>
                  </a:cubicBezTo>
                  <a:cubicBezTo>
                    <a:pt x="740" y="2256"/>
                    <a:pt x="666" y="1997"/>
                    <a:pt x="851" y="1886"/>
                  </a:cubicBezTo>
                  <a:cubicBezTo>
                    <a:pt x="869" y="1881"/>
                    <a:pt x="887" y="1878"/>
                    <a:pt x="905" y="1878"/>
                  </a:cubicBezTo>
                  <a:cubicBezTo>
                    <a:pt x="1136" y="1878"/>
                    <a:pt x="1303" y="2306"/>
                    <a:pt x="1406" y="2478"/>
                  </a:cubicBezTo>
                  <a:cubicBezTo>
                    <a:pt x="1521" y="2622"/>
                    <a:pt x="1726" y="3036"/>
                    <a:pt x="1881" y="3036"/>
                  </a:cubicBezTo>
                  <a:cubicBezTo>
                    <a:pt x="1925" y="3036"/>
                    <a:pt x="1965" y="3003"/>
                    <a:pt x="1997" y="2921"/>
                  </a:cubicBezTo>
                  <a:cubicBezTo>
                    <a:pt x="2034" y="2810"/>
                    <a:pt x="1664" y="2219"/>
                    <a:pt x="1627" y="2108"/>
                  </a:cubicBezTo>
                  <a:lnTo>
                    <a:pt x="1627" y="2108"/>
                  </a:lnTo>
                  <a:cubicBezTo>
                    <a:pt x="1628" y="2108"/>
                    <a:pt x="1923" y="2552"/>
                    <a:pt x="1923" y="2589"/>
                  </a:cubicBezTo>
                  <a:cubicBezTo>
                    <a:pt x="1993" y="2659"/>
                    <a:pt x="2163" y="2961"/>
                    <a:pt x="2306" y="2961"/>
                  </a:cubicBezTo>
                  <a:cubicBezTo>
                    <a:pt x="2314" y="2961"/>
                    <a:pt x="2322" y="2960"/>
                    <a:pt x="2330" y="2958"/>
                  </a:cubicBezTo>
                  <a:cubicBezTo>
                    <a:pt x="2589" y="2847"/>
                    <a:pt x="2034" y="2182"/>
                    <a:pt x="1997" y="2034"/>
                  </a:cubicBezTo>
                  <a:lnTo>
                    <a:pt x="1997" y="2034"/>
                  </a:lnTo>
                  <a:lnTo>
                    <a:pt x="2219" y="2293"/>
                  </a:lnTo>
                  <a:cubicBezTo>
                    <a:pt x="2356" y="2484"/>
                    <a:pt x="2472" y="2594"/>
                    <a:pt x="2568" y="2594"/>
                  </a:cubicBezTo>
                  <a:cubicBezTo>
                    <a:pt x="2602" y="2594"/>
                    <a:pt x="2634" y="2581"/>
                    <a:pt x="2663" y="2552"/>
                  </a:cubicBezTo>
                  <a:cubicBezTo>
                    <a:pt x="2776" y="2461"/>
                    <a:pt x="2640" y="2233"/>
                    <a:pt x="2484" y="2027"/>
                  </a:cubicBezTo>
                  <a:lnTo>
                    <a:pt x="2484" y="2027"/>
                  </a:lnTo>
                  <a:cubicBezTo>
                    <a:pt x="2538" y="2085"/>
                    <a:pt x="2596" y="2127"/>
                    <a:pt x="2661" y="2127"/>
                  </a:cubicBezTo>
                  <a:cubicBezTo>
                    <a:pt x="2685" y="2127"/>
                    <a:pt x="2710" y="2121"/>
                    <a:pt x="2737" y="2108"/>
                  </a:cubicBezTo>
                  <a:cubicBezTo>
                    <a:pt x="2884" y="2071"/>
                    <a:pt x="2700" y="1701"/>
                    <a:pt x="2663" y="1627"/>
                  </a:cubicBezTo>
                  <a:cubicBezTo>
                    <a:pt x="2552" y="1479"/>
                    <a:pt x="1627" y="592"/>
                    <a:pt x="1369" y="407"/>
                  </a:cubicBezTo>
                  <a:cubicBezTo>
                    <a:pt x="1110" y="259"/>
                    <a:pt x="925" y="149"/>
                    <a:pt x="703"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03;p40">
              <a:extLst>
                <a:ext uri="{FF2B5EF4-FFF2-40B4-BE49-F238E27FC236}">
                  <a16:creationId xmlns:a16="http://schemas.microsoft.com/office/drawing/2014/main" id="{D825AFF3-8DC5-08E5-5AA0-065EF5806C43}"/>
                </a:ext>
              </a:extLst>
            </p:cNvPr>
            <p:cNvSpPr/>
            <p:nvPr/>
          </p:nvSpPr>
          <p:spPr>
            <a:xfrm>
              <a:off x="1783525" y="1926750"/>
              <a:ext cx="166400" cy="341075"/>
            </a:xfrm>
            <a:custGeom>
              <a:avLst/>
              <a:gdLst/>
              <a:ahLst/>
              <a:cxnLst/>
              <a:rect l="l" t="t" r="r" b="b"/>
              <a:pathLst>
                <a:path w="6656" h="13643" extrusionOk="0">
                  <a:moveTo>
                    <a:pt x="2958" y="0"/>
                  </a:moveTo>
                  <a:lnTo>
                    <a:pt x="1" y="2884"/>
                  </a:lnTo>
                  <a:cubicBezTo>
                    <a:pt x="1" y="2884"/>
                    <a:pt x="1664" y="7099"/>
                    <a:pt x="1997" y="7912"/>
                  </a:cubicBezTo>
                  <a:cubicBezTo>
                    <a:pt x="2293" y="8763"/>
                    <a:pt x="4881" y="13643"/>
                    <a:pt x="4881" y="13643"/>
                  </a:cubicBezTo>
                  <a:lnTo>
                    <a:pt x="6656" y="12423"/>
                  </a:lnTo>
                  <a:cubicBezTo>
                    <a:pt x="6656" y="12423"/>
                    <a:pt x="4474" y="7986"/>
                    <a:pt x="4142" y="7099"/>
                  </a:cubicBezTo>
                  <a:cubicBezTo>
                    <a:pt x="3883" y="6212"/>
                    <a:pt x="3106" y="2367"/>
                    <a:pt x="29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04;p40">
              <a:extLst>
                <a:ext uri="{FF2B5EF4-FFF2-40B4-BE49-F238E27FC236}">
                  <a16:creationId xmlns:a16="http://schemas.microsoft.com/office/drawing/2014/main" id="{B2A9ED5F-68B1-E595-7124-9CEB4FBE3FBF}"/>
                </a:ext>
              </a:extLst>
            </p:cNvPr>
            <p:cNvSpPr/>
            <p:nvPr/>
          </p:nvSpPr>
          <p:spPr>
            <a:xfrm>
              <a:off x="1784450" y="1975725"/>
              <a:ext cx="133125" cy="293950"/>
            </a:xfrm>
            <a:custGeom>
              <a:avLst/>
              <a:gdLst/>
              <a:ahLst/>
              <a:cxnLst/>
              <a:rect l="l" t="t" r="r" b="b"/>
              <a:pathLst>
                <a:path w="5325" h="11758" extrusionOk="0">
                  <a:moveTo>
                    <a:pt x="1295" y="1"/>
                  </a:moveTo>
                  <a:lnTo>
                    <a:pt x="1" y="962"/>
                  </a:lnTo>
                  <a:cubicBezTo>
                    <a:pt x="1" y="962"/>
                    <a:pt x="1664" y="5177"/>
                    <a:pt x="1997" y="6027"/>
                  </a:cubicBezTo>
                  <a:cubicBezTo>
                    <a:pt x="2330" y="6841"/>
                    <a:pt x="4918" y="11758"/>
                    <a:pt x="4918" y="11758"/>
                  </a:cubicBezTo>
                  <a:lnTo>
                    <a:pt x="5325" y="11425"/>
                  </a:lnTo>
                  <a:cubicBezTo>
                    <a:pt x="4585" y="9465"/>
                    <a:pt x="4178" y="7876"/>
                    <a:pt x="3143" y="6027"/>
                  </a:cubicBezTo>
                  <a:cubicBezTo>
                    <a:pt x="2256" y="4474"/>
                    <a:pt x="1627" y="1813"/>
                    <a:pt x="12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05;p40">
              <a:extLst>
                <a:ext uri="{FF2B5EF4-FFF2-40B4-BE49-F238E27FC236}">
                  <a16:creationId xmlns:a16="http://schemas.microsoft.com/office/drawing/2014/main" id="{3D9E21B2-ACE0-D861-2CDC-9C8A4E1B40EC}"/>
                </a:ext>
              </a:extLst>
            </p:cNvPr>
            <p:cNvSpPr/>
            <p:nvPr/>
          </p:nvSpPr>
          <p:spPr>
            <a:xfrm>
              <a:off x="1589425" y="1851875"/>
              <a:ext cx="267150" cy="281925"/>
            </a:xfrm>
            <a:custGeom>
              <a:avLst/>
              <a:gdLst/>
              <a:ahLst/>
              <a:cxnLst/>
              <a:rect l="l" t="t" r="r" b="b"/>
              <a:pathLst>
                <a:path w="10686" h="11277" extrusionOk="0">
                  <a:moveTo>
                    <a:pt x="5251" y="1"/>
                  </a:moveTo>
                  <a:cubicBezTo>
                    <a:pt x="5251" y="1"/>
                    <a:pt x="2848" y="703"/>
                    <a:pt x="2256" y="925"/>
                  </a:cubicBezTo>
                  <a:cubicBezTo>
                    <a:pt x="2034" y="1036"/>
                    <a:pt x="2589" y="3809"/>
                    <a:pt x="1923" y="5362"/>
                  </a:cubicBezTo>
                  <a:cubicBezTo>
                    <a:pt x="1332" y="6803"/>
                    <a:pt x="371" y="10648"/>
                    <a:pt x="1" y="11277"/>
                  </a:cubicBezTo>
                  <a:lnTo>
                    <a:pt x="8430" y="11277"/>
                  </a:lnTo>
                  <a:cubicBezTo>
                    <a:pt x="8911" y="9539"/>
                    <a:pt x="9502" y="7358"/>
                    <a:pt x="9687" y="6397"/>
                  </a:cubicBezTo>
                  <a:cubicBezTo>
                    <a:pt x="10168" y="4142"/>
                    <a:pt x="10685" y="3069"/>
                    <a:pt x="10685" y="3069"/>
                  </a:cubicBezTo>
                  <a:cubicBezTo>
                    <a:pt x="10685" y="3069"/>
                    <a:pt x="9576" y="1258"/>
                    <a:pt x="9096" y="629"/>
                  </a:cubicBezTo>
                  <a:cubicBezTo>
                    <a:pt x="9096" y="629"/>
                    <a:pt x="8330" y="720"/>
                    <a:pt x="7482" y="720"/>
                  </a:cubicBezTo>
                  <a:cubicBezTo>
                    <a:pt x="6457" y="720"/>
                    <a:pt x="5311" y="588"/>
                    <a:pt x="52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06;p40">
              <a:extLst>
                <a:ext uri="{FF2B5EF4-FFF2-40B4-BE49-F238E27FC236}">
                  <a16:creationId xmlns:a16="http://schemas.microsoft.com/office/drawing/2014/main" id="{414B7B6A-6A71-7973-60C5-B59B4A7372F3}"/>
                </a:ext>
              </a:extLst>
            </p:cNvPr>
            <p:cNvSpPr/>
            <p:nvPr/>
          </p:nvSpPr>
          <p:spPr>
            <a:xfrm>
              <a:off x="1593125" y="1930450"/>
              <a:ext cx="106325" cy="202425"/>
            </a:xfrm>
            <a:custGeom>
              <a:avLst/>
              <a:gdLst/>
              <a:ahLst/>
              <a:cxnLst/>
              <a:rect l="l" t="t" r="r" b="b"/>
              <a:pathLst>
                <a:path w="4253" h="8097" extrusionOk="0">
                  <a:moveTo>
                    <a:pt x="2958" y="0"/>
                  </a:moveTo>
                  <a:cubicBezTo>
                    <a:pt x="2515" y="740"/>
                    <a:pt x="2034" y="1590"/>
                    <a:pt x="1665" y="2293"/>
                  </a:cubicBezTo>
                  <a:cubicBezTo>
                    <a:pt x="1110" y="3771"/>
                    <a:pt x="297" y="7505"/>
                    <a:pt x="1" y="8097"/>
                  </a:cubicBezTo>
                  <a:lnTo>
                    <a:pt x="3624" y="8097"/>
                  </a:lnTo>
                  <a:cubicBezTo>
                    <a:pt x="3624" y="7838"/>
                    <a:pt x="3513" y="7321"/>
                    <a:pt x="3513" y="6988"/>
                  </a:cubicBezTo>
                  <a:cubicBezTo>
                    <a:pt x="3513" y="6064"/>
                    <a:pt x="3550" y="5176"/>
                    <a:pt x="3920" y="4363"/>
                  </a:cubicBezTo>
                  <a:cubicBezTo>
                    <a:pt x="4252" y="3587"/>
                    <a:pt x="3809" y="1036"/>
                    <a:pt x="3698" y="851"/>
                  </a:cubicBezTo>
                  <a:cubicBezTo>
                    <a:pt x="3402" y="629"/>
                    <a:pt x="3180" y="296"/>
                    <a:pt x="2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07;p40">
              <a:extLst>
                <a:ext uri="{FF2B5EF4-FFF2-40B4-BE49-F238E27FC236}">
                  <a16:creationId xmlns:a16="http://schemas.microsoft.com/office/drawing/2014/main" id="{174CC5B6-E015-D8B6-CDE1-CDB1D9091C31}"/>
                </a:ext>
              </a:extLst>
            </p:cNvPr>
            <p:cNvSpPr/>
            <p:nvPr/>
          </p:nvSpPr>
          <p:spPr>
            <a:xfrm>
              <a:off x="1651350" y="2249325"/>
              <a:ext cx="76750" cy="86475"/>
            </a:xfrm>
            <a:custGeom>
              <a:avLst/>
              <a:gdLst/>
              <a:ahLst/>
              <a:cxnLst/>
              <a:rect l="l" t="t" r="r" b="b"/>
              <a:pathLst>
                <a:path w="3070" h="3459" extrusionOk="0">
                  <a:moveTo>
                    <a:pt x="851" y="0"/>
                  </a:moveTo>
                  <a:cubicBezTo>
                    <a:pt x="556" y="185"/>
                    <a:pt x="297" y="370"/>
                    <a:pt x="1" y="518"/>
                  </a:cubicBezTo>
                  <a:cubicBezTo>
                    <a:pt x="75" y="740"/>
                    <a:pt x="149" y="1035"/>
                    <a:pt x="186" y="1294"/>
                  </a:cubicBezTo>
                  <a:cubicBezTo>
                    <a:pt x="260" y="1664"/>
                    <a:pt x="888" y="2921"/>
                    <a:pt x="999" y="3069"/>
                  </a:cubicBezTo>
                  <a:cubicBezTo>
                    <a:pt x="1030" y="3131"/>
                    <a:pt x="1247" y="3352"/>
                    <a:pt x="1380" y="3352"/>
                  </a:cubicBezTo>
                  <a:cubicBezTo>
                    <a:pt x="1404" y="3352"/>
                    <a:pt x="1426" y="3345"/>
                    <a:pt x="1443" y="3328"/>
                  </a:cubicBezTo>
                  <a:cubicBezTo>
                    <a:pt x="1628" y="3106"/>
                    <a:pt x="1258" y="2847"/>
                    <a:pt x="1221" y="2662"/>
                  </a:cubicBezTo>
                  <a:lnTo>
                    <a:pt x="1221" y="2662"/>
                  </a:lnTo>
                  <a:cubicBezTo>
                    <a:pt x="1389" y="2863"/>
                    <a:pt x="1708" y="3459"/>
                    <a:pt x="1931" y="3459"/>
                  </a:cubicBezTo>
                  <a:cubicBezTo>
                    <a:pt x="1954" y="3459"/>
                    <a:pt x="1977" y="3452"/>
                    <a:pt x="1997" y="3439"/>
                  </a:cubicBezTo>
                  <a:cubicBezTo>
                    <a:pt x="2182" y="3365"/>
                    <a:pt x="2071" y="3143"/>
                    <a:pt x="1886" y="2921"/>
                  </a:cubicBezTo>
                  <a:lnTo>
                    <a:pt x="1702" y="2588"/>
                  </a:lnTo>
                  <a:lnTo>
                    <a:pt x="1702" y="2588"/>
                  </a:lnTo>
                  <a:cubicBezTo>
                    <a:pt x="1797" y="2684"/>
                    <a:pt x="2197" y="3304"/>
                    <a:pt x="2447" y="3304"/>
                  </a:cubicBezTo>
                  <a:cubicBezTo>
                    <a:pt x="2486" y="3304"/>
                    <a:pt x="2522" y="3289"/>
                    <a:pt x="2552" y="3254"/>
                  </a:cubicBezTo>
                  <a:cubicBezTo>
                    <a:pt x="2626" y="3143"/>
                    <a:pt x="2404" y="2847"/>
                    <a:pt x="2330" y="2699"/>
                  </a:cubicBezTo>
                  <a:cubicBezTo>
                    <a:pt x="2330" y="2662"/>
                    <a:pt x="1960" y="2255"/>
                    <a:pt x="1960" y="2219"/>
                  </a:cubicBezTo>
                  <a:lnTo>
                    <a:pt x="1960" y="2219"/>
                  </a:lnTo>
                  <a:cubicBezTo>
                    <a:pt x="2034" y="2329"/>
                    <a:pt x="2552" y="2884"/>
                    <a:pt x="2626" y="2884"/>
                  </a:cubicBezTo>
                  <a:cubicBezTo>
                    <a:pt x="3070" y="2884"/>
                    <a:pt x="2552" y="2329"/>
                    <a:pt x="2404" y="2145"/>
                  </a:cubicBezTo>
                  <a:cubicBezTo>
                    <a:pt x="2256" y="1960"/>
                    <a:pt x="1813" y="1590"/>
                    <a:pt x="1997" y="1368"/>
                  </a:cubicBezTo>
                  <a:cubicBezTo>
                    <a:pt x="2045" y="1308"/>
                    <a:pt x="2105" y="1287"/>
                    <a:pt x="2168" y="1287"/>
                  </a:cubicBezTo>
                  <a:cubicBezTo>
                    <a:pt x="2301" y="1287"/>
                    <a:pt x="2452" y="1380"/>
                    <a:pt x="2552" y="1405"/>
                  </a:cubicBezTo>
                  <a:cubicBezTo>
                    <a:pt x="2585" y="1405"/>
                    <a:pt x="2662" y="1420"/>
                    <a:pt x="2737" y="1420"/>
                  </a:cubicBezTo>
                  <a:cubicBezTo>
                    <a:pt x="2830" y="1420"/>
                    <a:pt x="2922" y="1397"/>
                    <a:pt x="2922" y="1294"/>
                  </a:cubicBezTo>
                  <a:cubicBezTo>
                    <a:pt x="2922" y="1183"/>
                    <a:pt x="2700" y="1035"/>
                    <a:pt x="2552" y="998"/>
                  </a:cubicBezTo>
                  <a:cubicBezTo>
                    <a:pt x="2367" y="888"/>
                    <a:pt x="2145" y="814"/>
                    <a:pt x="1960" y="703"/>
                  </a:cubicBezTo>
                  <a:cubicBezTo>
                    <a:pt x="1591" y="518"/>
                    <a:pt x="1221" y="259"/>
                    <a:pt x="851"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08;p40">
              <a:extLst>
                <a:ext uri="{FF2B5EF4-FFF2-40B4-BE49-F238E27FC236}">
                  <a16:creationId xmlns:a16="http://schemas.microsoft.com/office/drawing/2014/main" id="{5F0E713D-A4B0-9D03-6BF0-95F5663CD8BF}"/>
                </a:ext>
              </a:extLst>
            </p:cNvPr>
            <p:cNvSpPr/>
            <p:nvPr/>
          </p:nvSpPr>
          <p:spPr>
            <a:xfrm>
              <a:off x="1560775" y="1874725"/>
              <a:ext cx="136825" cy="400500"/>
            </a:xfrm>
            <a:custGeom>
              <a:avLst/>
              <a:gdLst/>
              <a:ahLst/>
              <a:cxnLst/>
              <a:rect l="l" t="t" r="r" b="b"/>
              <a:pathLst>
                <a:path w="5473" h="16020" extrusionOk="0">
                  <a:moveTo>
                    <a:pt x="3620" y="0"/>
                  </a:moveTo>
                  <a:cubicBezTo>
                    <a:pt x="3209" y="0"/>
                    <a:pt x="2349" y="761"/>
                    <a:pt x="1554" y="2525"/>
                  </a:cubicBezTo>
                  <a:cubicBezTo>
                    <a:pt x="260" y="5520"/>
                    <a:pt x="1" y="7183"/>
                    <a:pt x="38" y="8514"/>
                  </a:cubicBezTo>
                  <a:cubicBezTo>
                    <a:pt x="112" y="10178"/>
                    <a:pt x="3439" y="16019"/>
                    <a:pt x="3439" y="16019"/>
                  </a:cubicBezTo>
                  <a:lnTo>
                    <a:pt x="4992" y="15095"/>
                  </a:lnTo>
                  <a:cubicBezTo>
                    <a:pt x="4992" y="15095"/>
                    <a:pt x="2700" y="8071"/>
                    <a:pt x="2774" y="7738"/>
                  </a:cubicBezTo>
                  <a:cubicBezTo>
                    <a:pt x="2774" y="7368"/>
                    <a:pt x="4474" y="3967"/>
                    <a:pt x="4733" y="3117"/>
                  </a:cubicBezTo>
                  <a:cubicBezTo>
                    <a:pt x="5473" y="824"/>
                    <a:pt x="3957" y="122"/>
                    <a:pt x="3698" y="11"/>
                  </a:cubicBezTo>
                  <a:cubicBezTo>
                    <a:pt x="3674" y="4"/>
                    <a:pt x="3648" y="0"/>
                    <a:pt x="3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09;p40">
              <a:extLst>
                <a:ext uri="{FF2B5EF4-FFF2-40B4-BE49-F238E27FC236}">
                  <a16:creationId xmlns:a16="http://schemas.microsoft.com/office/drawing/2014/main" id="{86245C68-DE2E-97C6-7363-232CEEE473AE}"/>
                </a:ext>
              </a:extLst>
            </p:cNvPr>
            <p:cNvSpPr/>
            <p:nvPr/>
          </p:nvSpPr>
          <p:spPr>
            <a:xfrm>
              <a:off x="1700350" y="1720500"/>
              <a:ext cx="191350" cy="197525"/>
            </a:xfrm>
            <a:custGeom>
              <a:avLst/>
              <a:gdLst/>
              <a:ahLst/>
              <a:cxnLst/>
              <a:rect l="l" t="t" r="r" b="b"/>
              <a:pathLst>
                <a:path w="7654" h="7901" extrusionOk="0">
                  <a:moveTo>
                    <a:pt x="4880" y="1"/>
                  </a:moveTo>
                  <a:cubicBezTo>
                    <a:pt x="4156" y="1"/>
                    <a:pt x="3344" y="340"/>
                    <a:pt x="2551" y="1189"/>
                  </a:cubicBezTo>
                  <a:cubicBezTo>
                    <a:pt x="0" y="3962"/>
                    <a:pt x="1331" y="7215"/>
                    <a:pt x="2921" y="7770"/>
                  </a:cubicBezTo>
                  <a:cubicBezTo>
                    <a:pt x="3187" y="7850"/>
                    <a:pt x="3453" y="7901"/>
                    <a:pt x="3712" y="7901"/>
                  </a:cubicBezTo>
                  <a:cubicBezTo>
                    <a:pt x="4173" y="7901"/>
                    <a:pt x="4613" y="7739"/>
                    <a:pt x="4991" y="7289"/>
                  </a:cubicBezTo>
                  <a:cubicBezTo>
                    <a:pt x="5731" y="6439"/>
                    <a:pt x="6618" y="4997"/>
                    <a:pt x="7210" y="3703"/>
                  </a:cubicBezTo>
                  <a:cubicBezTo>
                    <a:pt x="7653" y="2668"/>
                    <a:pt x="7395" y="1633"/>
                    <a:pt x="6618" y="782"/>
                  </a:cubicBezTo>
                  <a:cubicBezTo>
                    <a:pt x="6184" y="312"/>
                    <a:pt x="5573" y="1"/>
                    <a:pt x="48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10;p40">
              <a:extLst>
                <a:ext uri="{FF2B5EF4-FFF2-40B4-BE49-F238E27FC236}">
                  <a16:creationId xmlns:a16="http://schemas.microsoft.com/office/drawing/2014/main" id="{84E6BDAC-63A7-53F8-5406-F21BD3B8F94D}"/>
                </a:ext>
              </a:extLst>
            </p:cNvPr>
            <p:cNvSpPr/>
            <p:nvPr/>
          </p:nvSpPr>
          <p:spPr>
            <a:xfrm>
              <a:off x="1742875" y="1814925"/>
              <a:ext cx="78575" cy="76725"/>
            </a:xfrm>
            <a:custGeom>
              <a:avLst/>
              <a:gdLst/>
              <a:ahLst/>
              <a:cxnLst/>
              <a:rect l="l" t="t" r="r" b="b"/>
              <a:pathLst>
                <a:path w="3143" h="3069" extrusionOk="0">
                  <a:moveTo>
                    <a:pt x="1664" y="0"/>
                  </a:moveTo>
                  <a:cubicBezTo>
                    <a:pt x="1331" y="444"/>
                    <a:pt x="666" y="1220"/>
                    <a:pt x="0" y="1590"/>
                  </a:cubicBezTo>
                  <a:cubicBezTo>
                    <a:pt x="222" y="1923"/>
                    <a:pt x="407" y="2551"/>
                    <a:pt x="776" y="2773"/>
                  </a:cubicBezTo>
                  <a:cubicBezTo>
                    <a:pt x="1257" y="3069"/>
                    <a:pt x="1775" y="3069"/>
                    <a:pt x="2255" y="3069"/>
                  </a:cubicBezTo>
                  <a:cubicBezTo>
                    <a:pt x="2329" y="2625"/>
                    <a:pt x="2514" y="2033"/>
                    <a:pt x="3143" y="1442"/>
                  </a:cubicBezTo>
                  <a:cubicBezTo>
                    <a:pt x="2736" y="1183"/>
                    <a:pt x="2329" y="850"/>
                    <a:pt x="1997" y="481"/>
                  </a:cubicBezTo>
                  <a:cubicBezTo>
                    <a:pt x="1849" y="333"/>
                    <a:pt x="1775" y="185"/>
                    <a:pt x="1664" y="0"/>
                  </a:cubicBezTo>
                  <a:close/>
                </a:path>
              </a:pathLst>
            </a:custGeom>
            <a:solidFill>
              <a:srgbClr val="E45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11;p40">
              <a:extLst>
                <a:ext uri="{FF2B5EF4-FFF2-40B4-BE49-F238E27FC236}">
                  <a16:creationId xmlns:a16="http://schemas.microsoft.com/office/drawing/2014/main" id="{07C78B34-8889-0D53-4A52-9FC1247F8748}"/>
                </a:ext>
              </a:extLst>
            </p:cNvPr>
            <p:cNvSpPr/>
            <p:nvPr/>
          </p:nvSpPr>
          <p:spPr>
            <a:xfrm>
              <a:off x="1764125" y="1741825"/>
              <a:ext cx="112775" cy="132275"/>
            </a:xfrm>
            <a:custGeom>
              <a:avLst/>
              <a:gdLst/>
              <a:ahLst/>
              <a:cxnLst/>
              <a:rect l="l" t="t" r="r" b="b"/>
              <a:pathLst>
                <a:path w="4511" h="5291" extrusionOk="0">
                  <a:moveTo>
                    <a:pt x="2391" y="1"/>
                  </a:moveTo>
                  <a:cubicBezTo>
                    <a:pt x="1710" y="1"/>
                    <a:pt x="402" y="1433"/>
                    <a:pt x="185" y="2443"/>
                  </a:cubicBezTo>
                  <a:cubicBezTo>
                    <a:pt x="0" y="3479"/>
                    <a:pt x="1147" y="5290"/>
                    <a:pt x="1590" y="5290"/>
                  </a:cubicBezTo>
                  <a:cubicBezTo>
                    <a:pt x="2071" y="5290"/>
                    <a:pt x="2958" y="4440"/>
                    <a:pt x="3069" y="4403"/>
                  </a:cubicBezTo>
                  <a:cubicBezTo>
                    <a:pt x="3180" y="4366"/>
                    <a:pt x="3697" y="4366"/>
                    <a:pt x="3734" y="4218"/>
                  </a:cubicBezTo>
                  <a:cubicBezTo>
                    <a:pt x="3771" y="4070"/>
                    <a:pt x="3624" y="3442"/>
                    <a:pt x="3734" y="3072"/>
                  </a:cubicBezTo>
                  <a:cubicBezTo>
                    <a:pt x="3882" y="2702"/>
                    <a:pt x="4437" y="2074"/>
                    <a:pt x="4474" y="1445"/>
                  </a:cubicBezTo>
                  <a:cubicBezTo>
                    <a:pt x="4511" y="854"/>
                    <a:pt x="2440" y="3"/>
                    <a:pt x="2440" y="3"/>
                  </a:cubicBezTo>
                  <a:cubicBezTo>
                    <a:pt x="2424" y="2"/>
                    <a:pt x="2408" y="1"/>
                    <a:pt x="2391"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12;p40">
              <a:extLst>
                <a:ext uri="{FF2B5EF4-FFF2-40B4-BE49-F238E27FC236}">
                  <a16:creationId xmlns:a16="http://schemas.microsoft.com/office/drawing/2014/main" id="{38BA3A06-7D16-4262-690A-6DF1A51B51E0}"/>
                </a:ext>
              </a:extLst>
            </p:cNvPr>
            <p:cNvSpPr/>
            <p:nvPr/>
          </p:nvSpPr>
          <p:spPr>
            <a:xfrm>
              <a:off x="1750250" y="1717750"/>
              <a:ext cx="90600" cy="92175"/>
            </a:xfrm>
            <a:custGeom>
              <a:avLst/>
              <a:gdLst/>
              <a:ahLst/>
              <a:cxnLst/>
              <a:rect l="l" t="t" r="r" b="b"/>
              <a:pathLst>
                <a:path w="3624" h="3687" extrusionOk="0">
                  <a:moveTo>
                    <a:pt x="2118" y="1"/>
                  </a:moveTo>
                  <a:cubicBezTo>
                    <a:pt x="1795" y="1"/>
                    <a:pt x="1832" y="400"/>
                    <a:pt x="999" y="486"/>
                  </a:cubicBezTo>
                  <a:cubicBezTo>
                    <a:pt x="223" y="634"/>
                    <a:pt x="186" y="1410"/>
                    <a:pt x="260" y="1817"/>
                  </a:cubicBezTo>
                  <a:cubicBezTo>
                    <a:pt x="297" y="2002"/>
                    <a:pt x="223" y="2149"/>
                    <a:pt x="1" y="2371"/>
                  </a:cubicBezTo>
                  <a:cubicBezTo>
                    <a:pt x="38" y="2445"/>
                    <a:pt x="75" y="2556"/>
                    <a:pt x="75" y="2704"/>
                  </a:cubicBezTo>
                  <a:lnTo>
                    <a:pt x="112" y="2741"/>
                  </a:lnTo>
                  <a:lnTo>
                    <a:pt x="297" y="2926"/>
                  </a:lnTo>
                  <a:cubicBezTo>
                    <a:pt x="281" y="2910"/>
                    <a:pt x="247" y="2902"/>
                    <a:pt x="230" y="2902"/>
                  </a:cubicBezTo>
                  <a:cubicBezTo>
                    <a:pt x="207" y="2902"/>
                    <a:pt x="219" y="2919"/>
                    <a:pt x="371" y="2963"/>
                  </a:cubicBezTo>
                  <a:cubicBezTo>
                    <a:pt x="463" y="2981"/>
                    <a:pt x="463" y="2981"/>
                    <a:pt x="468" y="2981"/>
                  </a:cubicBezTo>
                  <a:cubicBezTo>
                    <a:pt x="472" y="2981"/>
                    <a:pt x="481" y="2981"/>
                    <a:pt x="592" y="3000"/>
                  </a:cubicBezTo>
                  <a:cubicBezTo>
                    <a:pt x="666" y="3000"/>
                    <a:pt x="740" y="3000"/>
                    <a:pt x="777" y="3074"/>
                  </a:cubicBezTo>
                  <a:cubicBezTo>
                    <a:pt x="777" y="2778"/>
                    <a:pt x="974" y="2548"/>
                    <a:pt x="1183" y="2548"/>
                  </a:cubicBezTo>
                  <a:cubicBezTo>
                    <a:pt x="1287" y="2548"/>
                    <a:pt x="1393" y="2605"/>
                    <a:pt x="1480" y="2741"/>
                  </a:cubicBezTo>
                  <a:cubicBezTo>
                    <a:pt x="1554" y="2889"/>
                    <a:pt x="1591" y="3074"/>
                    <a:pt x="1554" y="3185"/>
                  </a:cubicBezTo>
                  <a:cubicBezTo>
                    <a:pt x="1433" y="3546"/>
                    <a:pt x="1509" y="3686"/>
                    <a:pt x="1641" y="3686"/>
                  </a:cubicBezTo>
                  <a:cubicBezTo>
                    <a:pt x="1671" y="3686"/>
                    <a:pt x="1704" y="3679"/>
                    <a:pt x="1738" y="3665"/>
                  </a:cubicBezTo>
                  <a:cubicBezTo>
                    <a:pt x="2071" y="3517"/>
                    <a:pt x="1960" y="2593"/>
                    <a:pt x="2256" y="2445"/>
                  </a:cubicBezTo>
                  <a:cubicBezTo>
                    <a:pt x="2848" y="2186"/>
                    <a:pt x="3143" y="1706"/>
                    <a:pt x="3143" y="1706"/>
                  </a:cubicBezTo>
                  <a:cubicBezTo>
                    <a:pt x="3624" y="1410"/>
                    <a:pt x="3365" y="523"/>
                    <a:pt x="2515" y="116"/>
                  </a:cubicBezTo>
                  <a:cubicBezTo>
                    <a:pt x="2334" y="34"/>
                    <a:pt x="2211" y="1"/>
                    <a:pt x="21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713;p40">
              <a:extLst>
                <a:ext uri="{FF2B5EF4-FFF2-40B4-BE49-F238E27FC236}">
                  <a16:creationId xmlns:a16="http://schemas.microsoft.com/office/drawing/2014/main" id="{4ABF8A6D-CDD0-6A8C-9793-0BBFAD954593}"/>
                </a:ext>
              </a:extLst>
            </p:cNvPr>
            <p:cNvSpPr/>
            <p:nvPr/>
          </p:nvSpPr>
          <p:spPr>
            <a:xfrm>
              <a:off x="1801100" y="1777950"/>
              <a:ext cx="66575" cy="49925"/>
            </a:xfrm>
            <a:custGeom>
              <a:avLst/>
              <a:gdLst/>
              <a:ahLst/>
              <a:cxnLst/>
              <a:rect l="l" t="t" r="r" b="b"/>
              <a:pathLst>
                <a:path w="2663" h="1997" extrusionOk="0">
                  <a:moveTo>
                    <a:pt x="296" y="0"/>
                  </a:moveTo>
                  <a:cubicBezTo>
                    <a:pt x="0" y="148"/>
                    <a:pt x="37" y="703"/>
                    <a:pt x="37" y="703"/>
                  </a:cubicBezTo>
                  <a:cubicBezTo>
                    <a:pt x="37" y="703"/>
                    <a:pt x="814" y="1331"/>
                    <a:pt x="1109" y="1553"/>
                  </a:cubicBezTo>
                  <a:cubicBezTo>
                    <a:pt x="1492" y="1816"/>
                    <a:pt x="1767" y="1863"/>
                    <a:pt x="1913" y="1863"/>
                  </a:cubicBezTo>
                  <a:cubicBezTo>
                    <a:pt x="1992" y="1863"/>
                    <a:pt x="2034" y="1849"/>
                    <a:pt x="2034" y="1849"/>
                  </a:cubicBezTo>
                  <a:cubicBezTo>
                    <a:pt x="2071" y="1960"/>
                    <a:pt x="2255" y="1997"/>
                    <a:pt x="2255" y="1997"/>
                  </a:cubicBezTo>
                  <a:cubicBezTo>
                    <a:pt x="2662" y="1479"/>
                    <a:pt x="2514" y="1109"/>
                    <a:pt x="2514" y="1109"/>
                  </a:cubicBezTo>
                  <a:lnTo>
                    <a:pt x="2514" y="1109"/>
                  </a:lnTo>
                  <a:cubicBezTo>
                    <a:pt x="2477" y="1220"/>
                    <a:pt x="2329" y="1294"/>
                    <a:pt x="2329" y="1294"/>
                  </a:cubicBezTo>
                  <a:cubicBezTo>
                    <a:pt x="2255" y="703"/>
                    <a:pt x="961" y="185"/>
                    <a:pt x="2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14;p40">
              <a:extLst>
                <a:ext uri="{FF2B5EF4-FFF2-40B4-BE49-F238E27FC236}">
                  <a16:creationId xmlns:a16="http://schemas.microsoft.com/office/drawing/2014/main" id="{08357E6B-DEBB-C24A-E464-20F3F84EB8FE}"/>
                </a:ext>
              </a:extLst>
            </p:cNvPr>
            <p:cNvSpPr/>
            <p:nvPr/>
          </p:nvSpPr>
          <p:spPr>
            <a:xfrm>
              <a:off x="1687400" y="1706450"/>
              <a:ext cx="213550" cy="208300"/>
            </a:xfrm>
            <a:custGeom>
              <a:avLst/>
              <a:gdLst/>
              <a:ahLst/>
              <a:cxnLst/>
              <a:rect l="l" t="t" r="r" b="b"/>
              <a:pathLst>
                <a:path w="8542" h="8332" extrusionOk="0">
                  <a:moveTo>
                    <a:pt x="4480" y="1"/>
                  </a:moveTo>
                  <a:cubicBezTo>
                    <a:pt x="3942" y="1"/>
                    <a:pt x="3357" y="124"/>
                    <a:pt x="2737" y="420"/>
                  </a:cubicBezTo>
                  <a:cubicBezTo>
                    <a:pt x="1997" y="790"/>
                    <a:pt x="1" y="2823"/>
                    <a:pt x="444" y="5596"/>
                  </a:cubicBezTo>
                  <a:cubicBezTo>
                    <a:pt x="481" y="6188"/>
                    <a:pt x="1591" y="7666"/>
                    <a:pt x="3920" y="8332"/>
                  </a:cubicBezTo>
                  <a:cubicBezTo>
                    <a:pt x="3920" y="8332"/>
                    <a:pt x="2885" y="3858"/>
                    <a:pt x="5214" y="3008"/>
                  </a:cubicBezTo>
                  <a:cubicBezTo>
                    <a:pt x="5500" y="2903"/>
                    <a:pt x="5752" y="2859"/>
                    <a:pt x="5973" y="2859"/>
                  </a:cubicBezTo>
                  <a:cubicBezTo>
                    <a:pt x="7154" y="2859"/>
                    <a:pt x="7469" y="4117"/>
                    <a:pt x="7469" y="4117"/>
                  </a:cubicBezTo>
                  <a:cubicBezTo>
                    <a:pt x="7469" y="4117"/>
                    <a:pt x="8541" y="3748"/>
                    <a:pt x="7617" y="1899"/>
                  </a:cubicBezTo>
                  <a:cubicBezTo>
                    <a:pt x="7178" y="1021"/>
                    <a:pt x="6027" y="1"/>
                    <a:pt x="44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15;p40">
              <a:extLst>
                <a:ext uri="{FF2B5EF4-FFF2-40B4-BE49-F238E27FC236}">
                  <a16:creationId xmlns:a16="http://schemas.microsoft.com/office/drawing/2014/main" id="{02DDD899-7D34-C43B-C0ED-54B4E0C6DF5A}"/>
                </a:ext>
              </a:extLst>
            </p:cNvPr>
            <p:cNvSpPr/>
            <p:nvPr/>
          </p:nvSpPr>
          <p:spPr>
            <a:xfrm>
              <a:off x="1789075" y="1874075"/>
              <a:ext cx="56400" cy="42125"/>
            </a:xfrm>
            <a:custGeom>
              <a:avLst/>
              <a:gdLst/>
              <a:ahLst/>
              <a:cxnLst/>
              <a:rect l="l" t="t" r="r" b="b"/>
              <a:pathLst>
                <a:path w="2256" h="1685" extrusionOk="0">
                  <a:moveTo>
                    <a:pt x="2256" y="0"/>
                  </a:moveTo>
                  <a:lnTo>
                    <a:pt x="1258" y="222"/>
                  </a:lnTo>
                  <a:cubicBezTo>
                    <a:pt x="1258" y="222"/>
                    <a:pt x="1036" y="1405"/>
                    <a:pt x="1" y="1664"/>
                  </a:cubicBezTo>
                  <a:cubicBezTo>
                    <a:pt x="1" y="1664"/>
                    <a:pt x="79" y="1685"/>
                    <a:pt x="213" y="1685"/>
                  </a:cubicBezTo>
                  <a:cubicBezTo>
                    <a:pt x="613" y="1685"/>
                    <a:pt x="1507" y="1497"/>
                    <a:pt x="22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16;p40">
              <a:extLst>
                <a:ext uri="{FF2B5EF4-FFF2-40B4-BE49-F238E27FC236}">
                  <a16:creationId xmlns:a16="http://schemas.microsoft.com/office/drawing/2014/main" id="{6938EBC0-F154-97F7-918D-3D0E817CD3A2}"/>
                </a:ext>
              </a:extLst>
            </p:cNvPr>
            <p:cNvSpPr/>
            <p:nvPr/>
          </p:nvSpPr>
          <p:spPr>
            <a:xfrm>
              <a:off x="2197600" y="2225300"/>
              <a:ext cx="79525" cy="73450"/>
            </a:xfrm>
            <a:custGeom>
              <a:avLst/>
              <a:gdLst/>
              <a:ahLst/>
              <a:cxnLst/>
              <a:rect l="l" t="t" r="r" b="b"/>
              <a:pathLst>
                <a:path w="3181" h="2938" extrusionOk="0">
                  <a:moveTo>
                    <a:pt x="2515" y="0"/>
                  </a:moveTo>
                  <a:cubicBezTo>
                    <a:pt x="2145" y="148"/>
                    <a:pt x="1775" y="333"/>
                    <a:pt x="1406" y="444"/>
                  </a:cubicBezTo>
                  <a:cubicBezTo>
                    <a:pt x="1221" y="518"/>
                    <a:pt x="999" y="555"/>
                    <a:pt x="814" y="592"/>
                  </a:cubicBezTo>
                  <a:cubicBezTo>
                    <a:pt x="666" y="629"/>
                    <a:pt x="444" y="702"/>
                    <a:pt x="370" y="850"/>
                  </a:cubicBezTo>
                  <a:cubicBezTo>
                    <a:pt x="350" y="953"/>
                    <a:pt x="432" y="976"/>
                    <a:pt x="522" y="976"/>
                  </a:cubicBezTo>
                  <a:cubicBezTo>
                    <a:pt x="594" y="976"/>
                    <a:pt x="670" y="961"/>
                    <a:pt x="703" y="961"/>
                  </a:cubicBezTo>
                  <a:cubicBezTo>
                    <a:pt x="784" y="961"/>
                    <a:pt x="908" y="928"/>
                    <a:pt x="1017" y="928"/>
                  </a:cubicBezTo>
                  <a:cubicBezTo>
                    <a:pt x="1108" y="928"/>
                    <a:pt x="1187" y="951"/>
                    <a:pt x="1221" y="1035"/>
                  </a:cubicBezTo>
                  <a:cubicBezTo>
                    <a:pt x="1369" y="1257"/>
                    <a:pt x="888" y="1516"/>
                    <a:pt x="703" y="1664"/>
                  </a:cubicBezTo>
                  <a:cubicBezTo>
                    <a:pt x="555" y="1812"/>
                    <a:pt x="1" y="2218"/>
                    <a:pt x="370" y="2329"/>
                  </a:cubicBezTo>
                  <a:cubicBezTo>
                    <a:pt x="481" y="2329"/>
                    <a:pt x="1036" y="1886"/>
                    <a:pt x="1110" y="1849"/>
                  </a:cubicBezTo>
                  <a:lnTo>
                    <a:pt x="1110" y="1849"/>
                  </a:lnTo>
                  <a:cubicBezTo>
                    <a:pt x="1110" y="1849"/>
                    <a:pt x="740" y="2181"/>
                    <a:pt x="703" y="2181"/>
                  </a:cubicBezTo>
                  <a:cubicBezTo>
                    <a:pt x="629" y="2255"/>
                    <a:pt x="333" y="2477"/>
                    <a:pt x="370" y="2625"/>
                  </a:cubicBezTo>
                  <a:cubicBezTo>
                    <a:pt x="397" y="2678"/>
                    <a:pt x="440" y="2700"/>
                    <a:pt x="494" y="2700"/>
                  </a:cubicBezTo>
                  <a:cubicBezTo>
                    <a:pt x="739" y="2700"/>
                    <a:pt x="1197" y="2242"/>
                    <a:pt x="1258" y="2181"/>
                  </a:cubicBezTo>
                  <a:lnTo>
                    <a:pt x="1258" y="2181"/>
                  </a:lnTo>
                  <a:lnTo>
                    <a:pt x="1036" y="2440"/>
                  </a:lnTo>
                  <a:cubicBezTo>
                    <a:pt x="851" y="2625"/>
                    <a:pt x="703" y="2810"/>
                    <a:pt x="851" y="2884"/>
                  </a:cubicBezTo>
                  <a:cubicBezTo>
                    <a:pt x="877" y="2910"/>
                    <a:pt x="909" y="2921"/>
                    <a:pt x="945" y="2921"/>
                  </a:cubicBezTo>
                  <a:cubicBezTo>
                    <a:pt x="1165" y="2921"/>
                    <a:pt x="1542" y="2493"/>
                    <a:pt x="1701" y="2366"/>
                  </a:cubicBezTo>
                  <a:lnTo>
                    <a:pt x="1701" y="2366"/>
                  </a:lnTo>
                  <a:cubicBezTo>
                    <a:pt x="1590" y="2514"/>
                    <a:pt x="1221" y="2736"/>
                    <a:pt x="1369" y="2921"/>
                  </a:cubicBezTo>
                  <a:cubicBezTo>
                    <a:pt x="1375" y="2933"/>
                    <a:pt x="1388" y="2938"/>
                    <a:pt x="1407" y="2938"/>
                  </a:cubicBezTo>
                  <a:cubicBezTo>
                    <a:pt x="1506" y="2938"/>
                    <a:pt x="1750" y="2798"/>
                    <a:pt x="1812" y="2736"/>
                  </a:cubicBezTo>
                  <a:cubicBezTo>
                    <a:pt x="1923" y="2588"/>
                    <a:pt x="2700" y="1627"/>
                    <a:pt x="2847" y="1294"/>
                  </a:cubicBezTo>
                  <a:cubicBezTo>
                    <a:pt x="2921" y="1072"/>
                    <a:pt x="3032" y="850"/>
                    <a:pt x="3180" y="592"/>
                  </a:cubicBezTo>
                  <a:cubicBezTo>
                    <a:pt x="2921" y="407"/>
                    <a:pt x="2700" y="222"/>
                    <a:pt x="2515"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717;p40">
              <a:extLst>
                <a:ext uri="{FF2B5EF4-FFF2-40B4-BE49-F238E27FC236}">
                  <a16:creationId xmlns:a16="http://schemas.microsoft.com/office/drawing/2014/main" id="{EC45A217-842D-9C3D-3EA8-EC40B2ECCB07}"/>
                </a:ext>
              </a:extLst>
            </p:cNvPr>
            <p:cNvSpPr/>
            <p:nvPr/>
          </p:nvSpPr>
          <p:spPr>
            <a:xfrm>
              <a:off x="2075600" y="2239150"/>
              <a:ext cx="73975" cy="76775"/>
            </a:xfrm>
            <a:custGeom>
              <a:avLst/>
              <a:gdLst/>
              <a:ahLst/>
              <a:cxnLst/>
              <a:rect l="l" t="t" r="r" b="b"/>
              <a:pathLst>
                <a:path w="2959" h="3071" extrusionOk="0">
                  <a:moveTo>
                    <a:pt x="1331" y="2367"/>
                  </a:moveTo>
                  <a:lnTo>
                    <a:pt x="1331" y="2367"/>
                  </a:lnTo>
                  <a:cubicBezTo>
                    <a:pt x="1384" y="2419"/>
                    <a:pt x="1450" y="2500"/>
                    <a:pt x="1524" y="2590"/>
                  </a:cubicBezTo>
                  <a:lnTo>
                    <a:pt x="1524" y="2590"/>
                  </a:lnTo>
                  <a:cubicBezTo>
                    <a:pt x="1448" y="2506"/>
                    <a:pt x="1363" y="2430"/>
                    <a:pt x="1331" y="2367"/>
                  </a:cubicBezTo>
                  <a:close/>
                  <a:moveTo>
                    <a:pt x="703" y="1"/>
                  </a:moveTo>
                  <a:cubicBezTo>
                    <a:pt x="444" y="222"/>
                    <a:pt x="222" y="407"/>
                    <a:pt x="1" y="555"/>
                  </a:cubicBezTo>
                  <a:lnTo>
                    <a:pt x="259" y="1258"/>
                  </a:lnTo>
                  <a:cubicBezTo>
                    <a:pt x="370" y="1516"/>
                    <a:pt x="1073" y="2589"/>
                    <a:pt x="1147" y="2736"/>
                  </a:cubicBezTo>
                  <a:cubicBezTo>
                    <a:pt x="1238" y="2798"/>
                    <a:pt x="1482" y="2985"/>
                    <a:pt x="1584" y="2985"/>
                  </a:cubicBezTo>
                  <a:cubicBezTo>
                    <a:pt x="1606" y="2985"/>
                    <a:pt x="1621" y="2977"/>
                    <a:pt x="1627" y="2958"/>
                  </a:cubicBezTo>
                  <a:cubicBezTo>
                    <a:pt x="1692" y="2861"/>
                    <a:pt x="1657" y="2763"/>
                    <a:pt x="1591" y="2672"/>
                  </a:cubicBezTo>
                  <a:lnTo>
                    <a:pt x="1591" y="2672"/>
                  </a:lnTo>
                  <a:cubicBezTo>
                    <a:pt x="1754" y="2868"/>
                    <a:pt x="1934" y="3071"/>
                    <a:pt x="2053" y="3071"/>
                  </a:cubicBezTo>
                  <a:cubicBezTo>
                    <a:pt x="2059" y="3071"/>
                    <a:pt x="2065" y="3070"/>
                    <a:pt x="2071" y="3069"/>
                  </a:cubicBezTo>
                  <a:cubicBezTo>
                    <a:pt x="2219" y="2958"/>
                    <a:pt x="2108" y="2773"/>
                    <a:pt x="1923" y="2589"/>
                  </a:cubicBezTo>
                  <a:lnTo>
                    <a:pt x="1701" y="2330"/>
                  </a:lnTo>
                  <a:lnTo>
                    <a:pt x="1701" y="2330"/>
                  </a:lnTo>
                  <a:cubicBezTo>
                    <a:pt x="1793" y="2391"/>
                    <a:pt x="2189" y="2883"/>
                    <a:pt x="2427" y="2883"/>
                  </a:cubicBezTo>
                  <a:cubicBezTo>
                    <a:pt x="2477" y="2883"/>
                    <a:pt x="2520" y="2861"/>
                    <a:pt x="2552" y="2810"/>
                  </a:cubicBezTo>
                  <a:cubicBezTo>
                    <a:pt x="2588" y="2699"/>
                    <a:pt x="2367" y="2441"/>
                    <a:pt x="2256" y="2330"/>
                  </a:cubicBezTo>
                  <a:lnTo>
                    <a:pt x="1886" y="1960"/>
                  </a:lnTo>
                  <a:lnTo>
                    <a:pt x="1886" y="1960"/>
                  </a:lnTo>
                  <a:cubicBezTo>
                    <a:pt x="1997" y="1997"/>
                    <a:pt x="2478" y="2441"/>
                    <a:pt x="2588" y="2441"/>
                  </a:cubicBezTo>
                  <a:cubicBezTo>
                    <a:pt x="2958" y="2404"/>
                    <a:pt x="2441" y="1960"/>
                    <a:pt x="2330" y="1812"/>
                  </a:cubicBezTo>
                  <a:cubicBezTo>
                    <a:pt x="2182" y="1627"/>
                    <a:pt x="1701" y="1332"/>
                    <a:pt x="1849" y="1110"/>
                  </a:cubicBezTo>
                  <a:cubicBezTo>
                    <a:pt x="1876" y="1042"/>
                    <a:pt x="1934" y="1019"/>
                    <a:pt x="2002" y="1019"/>
                  </a:cubicBezTo>
                  <a:cubicBezTo>
                    <a:pt x="2121" y="1019"/>
                    <a:pt x="2273" y="1086"/>
                    <a:pt x="2367" y="1110"/>
                  </a:cubicBezTo>
                  <a:cubicBezTo>
                    <a:pt x="2404" y="1128"/>
                    <a:pt x="2478" y="1156"/>
                    <a:pt x="2542" y="1156"/>
                  </a:cubicBezTo>
                  <a:cubicBezTo>
                    <a:pt x="2607" y="1156"/>
                    <a:pt x="2662" y="1128"/>
                    <a:pt x="2662" y="1036"/>
                  </a:cubicBezTo>
                  <a:cubicBezTo>
                    <a:pt x="2662" y="851"/>
                    <a:pt x="2441" y="777"/>
                    <a:pt x="2330" y="740"/>
                  </a:cubicBezTo>
                  <a:cubicBezTo>
                    <a:pt x="2108" y="703"/>
                    <a:pt x="1960" y="666"/>
                    <a:pt x="1738" y="555"/>
                  </a:cubicBezTo>
                  <a:cubicBezTo>
                    <a:pt x="1442" y="370"/>
                    <a:pt x="1073" y="148"/>
                    <a:pt x="703"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718;p40">
              <a:extLst>
                <a:ext uri="{FF2B5EF4-FFF2-40B4-BE49-F238E27FC236}">
                  <a16:creationId xmlns:a16="http://schemas.microsoft.com/office/drawing/2014/main" id="{06703CFB-1107-1749-63AC-5395938AAE0C}"/>
                </a:ext>
              </a:extLst>
            </p:cNvPr>
            <p:cNvSpPr/>
            <p:nvPr/>
          </p:nvSpPr>
          <p:spPr>
            <a:xfrm>
              <a:off x="2241975" y="1925150"/>
              <a:ext cx="141425" cy="328825"/>
            </a:xfrm>
            <a:custGeom>
              <a:avLst/>
              <a:gdLst/>
              <a:ahLst/>
              <a:cxnLst/>
              <a:rect l="l" t="t" r="r" b="b"/>
              <a:pathLst>
                <a:path w="5657" h="13153" extrusionOk="0">
                  <a:moveTo>
                    <a:pt x="2732" y="1"/>
                  </a:moveTo>
                  <a:cubicBezTo>
                    <a:pt x="2347" y="1"/>
                    <a:pt x="1515" y="1581"/>
                    <a:pt x="1997" y="3577"/>
                  </a:cubicBezTo>
                  <a:cubicBezTo>
                    <a:pt x="1997" y="3577"/>
                    <a:pt x="2884" y="6793"/>
                    <a:pt x="2810" y="7089"/>
                  </a:cubicBezTo>
                  <a:cubicBezTo>
                    <a:pt x="2773" y="7422"/>
                    <a:pt x="0" y="12228"/>
                    <a:pt x="0" y="12228"/>
                  </a:cubicBezTo>
                  <a:lnTo>
                    <a:pt x="1257" y="13152"/>
                  </a:lnTo>
                  <a:cubicBezTo>
                    <a:pt x="1257" y="13152"/>
                    <a:pt x="5657" y="8124"/>
                    <a:pt x="5324" y="6313"/>
                  </a:cubicBezTo>
                  <a:cubicBezTo>
                    <a:pt x="4806" y="3318"/>
                    <a:pt x="3549" y="693"/>
                    <a:pt x="2810" y="28"/>
                  </a:cubicBezTo>
                  <a:cubicBezTo>
                    <a:pt x="2787" y="10"/>
                    <a:pt x="2761" y="1"/>
                    <a:pt x="27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719;p40">
              <a:extLst>
                <a:ext uri="{FF2B5EF4-FFF2-40B4-BE49-F238E27FC236}">
                  <a16:creationId xmlns:a16="http://schemas.microsoft.com/office/drawing/2014/main" id="{63C5E2AE-BCD9-C7BA-F066-43B2C8364370}"/>
                </a:ext>
              </a:extLst>
            </p:cNvPr>
            <p:cNvSpPr/>
            <p:nvPr/>
          </p:nvSpPr>
          <p:spPr>
            <a:xfrm>
              <a:off x="1976700" y="1940150"/>
              <a:ext cx="130350" cy="323975"/>
            </a:xfrm>
            <a:custGeom>
              <a:avLst/>
              <a:gdLst/>
              <a:ahLst/>
              <a:cxnLst/>
              <a:rect l="l" t="t" r="r" b="b"/>
              <a:pathLst>
                <a:path w="5214" h="12959" extrusionOk="0">
                  <a:moveTo>
                    <a:pt x="3241" y="1"/>
                  </a:moveTo>
                  <a:cubicBezTo>
                    <a:pt x="3217" y="1"/>
                    <a:pt x="3197" y="7"/>
                    <a:pt x="3180" y="19"/>
                  </a:cubicBezTo>
                  <a:cubicBezTo>
                    <a:pt x="2293" y="722"/>
                    <a:pt x="1036" y="3236"/>
                    <a:pt x="407" y="6193"/>
                  </a:cubicBezTo>
                  <a:cubicBezTo>
                    <a:pt x="1" y="7968"/>
                    <a:pt x="4030" y="12959"/>
                    <a:pt x="4030" y="12959"/>
                  </a:cubicBezTo>
                  <a:lnTo>
                    <a:pt x="5214" y="12182"/>
                  </a:lnTo>
                  <a:cubicBezTo>
                    <a:pt x="5214" y="12182"/>
                    <a:pt x="2884" y="7450"/>
                    <a:pt x="2847" y="7117"/>
                  </a:cubicBezTo>
                  <a:cubicBezTo>
                    <a:pt x="2810" y="6748"/>
                    <a:pt x="4918" y="2792"/>
                    <a:pt x="4918" y="2792"/>
                  </a:cubicBezTo>
                  <a:cubicBezTo>
                    <a:pt x="5023" y="1710"/>
                    <a:pt x="3644" y="1"/>
                    <a:pt x="32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95191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23785-6964-05F9-DE4C-F3A211D297D8}"/>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224329E2-8C70-D15D-77C1-5784ECCC4C67}"/>
              </a:ext>
            </a:extLst>
          </p:cNvPr>
          <p:cNvSpPr>
            <a:spLocks noGrp="1"/>
          </p:cNvSpPr>
          <p:nvPr>
            <p:ph type="title"/>
          </p:nvPr>
        </p:nvSpPr>
        <p:spPr/>
        <p:txBody>
          <a:bodyPr/>
          <a:lstStyle/>
          <a:p>
            <a:r>
              <a:rPr lang="ar-YE" sz="3600" dirty="0">
                <a:solidFill>
                  <a:schemeClr val="dk2"/>
                </a:solidFill>
              </a:rPr>
              <a:t>القسم الأول: معلومات أساسية</a:t>
            </a:r>
            <a:endParaRPr lang="en-US" sz="3600" dirty="0">
              <a:solidFill>
                <a:schemeClr val="dk2"/>
              </a:solidFill>
            </a:endParaRPr>
          </a:p>
        </p:txBody>
      </p:sp>
      <p:sp>
        <p:nvSpPr>
          <p:cNvPr id="3" name="عنوان فرعي 2">
            <a:extLst>
              <a:ext uri="{FF2B5EF4-FFF2-40B4-BE49-F238E27FC236}">
                <a16:creationId xmlns:a16="http://schemas.microsoft.com/office/drawing/2014/main" id="{98A0CC67-DD26-6686-B901-C7B4B33ABD59}"/>
              </a:ext>
            </a:extLst>
          </p:cNvPr>
          <p:cNvSpPr>
            <a:spLocks noGrp="1"/>
          </p:cNvSpPr>
          <p:nvPr>
            <p:ph type="subTitle" idx="1"/>
          </p:nvPr>
        </p:nvSpPr>
        <p:spPr>
          <a:xfrm>
            <a:off x="1722203" y="1545018"/>
            <a:ext cx="6489245" cy="2938500"/>
          </a:xfrm>
        </p:spPr>
        <p:txBody>
          <a:bodyPr/>
          <a:lstStyle/>
          <a:p>
            <a:pPr marL="114300" indent="0" algn="r">
              <a:buNone/>
            </a:pPr>
            <a:r>
              <a:rPr lang="ar-YE" sz="1800" b="0" i="0" dirty="0">
                <a:solidFill>
                  <a:schemeClr val="tx1"/>
                </a:solidFill>
                <a:effectLst/>
                <a:latin typeface="Times New Roman" panose="02020603050405020304" pitchFamily="18" charset="0"/>
                <a:cs typeface="+mj-cs"/>
              </a:rPr>
              <a:t>1. ما هو القسم الذي تعمل به؟</a:t>
            </a:r>
            <a:br>
              <a:rPr lang="ar-YE" sz="1800" dirty="0">
                <a:solidFill>
                  <a:schemeClr val="tx1"/>
                </a:solidFill>
                <a:cs typeface="+mj-cs"/>
              </a:rPr>
            </a:br>
            <a:r>
              <a:rPr lang="ar-YE" sz="1800" b="0" i="0" dirty="0">
                <a:solidFill>
                  <a:schemeClr val="tx1"/>
                </a:solidFill>
                <a:effectLst/>
                <a:latin typeface="Times New Roman" panose="02020603050405020304" pitchFamily="18" charset="0"/>
                <a:cs typeface="+mj-cs"/>
              </a:rPr>
              <a:t>[إجابة قصيرة]</a:t>
            </a:r>
            <a:br>
              <a:rPr lang="ar-YE" sz="1800" dirty="0">
                <a:solidFill>
                  <a:schemeClr val="tx1"/>
                </a:solidFill>
                <a:cs typeface="+mj-cs"/>
              </a:rPr>
            </a:br>
            <a:br>
              <a:rPr lang="ar-YE" sz="1800" dirty="0">
                <a:solidFill>
                  <a:schemeClr val="tx1"/>
                </a:solidFill>
                <a:cs typeface="+mj-cs"/>
              </a:rPr>
            </a:br>
            <a:br>
              <a:rPr lang="ar-YE" sz="1800" dirty="0">
                <a:solidFill>
                  <a:schemeClr val="tx1"/>
                </a:solidFill>
                <a:cs typeface="+mj-cs"/>
              </a:rPr>
            </a:br>
            <a:r>
              <a:rPr lang="ar-YE" sz="1800" b="0" i="0" dirty="0">
                <a:solidFill>
                  <a:schemeClr val="tx1"/>
                </a:solidFill>
                <a:effectLst/>
                <a:latin typeface="Times New Roman" panose="02020603050405020304" pitchFamily="18" charset="0"/>
                <a:cs typeface="+mj-cs"/>
              </a:rPr>
              <a:t>2. ما هو مستواك في الأمن السيبراني؟</a:t>
            </a:r>
            <a:br>
              <a:rPr lang="ar-YE" sz="1800" dirty="0">
                <a:solidFill>
                  <a:schemeClr val="tx1"/>
                </a:solidFill>
                <a:cs typeface="+mj-cs"/>
              </a:rPr>
            </a:br>
            <a:br>
              <a:rPr lang="ar-YE" sz="1800" dirty="0">
                <a:solidFill>
                  <a:schemeClr val="tx1"/>
                </a:solidFill>
                <a:cs typeface="+mj-cs"/>
              </a:rPr>
            </a:br>
            <a:r>
              <a:rPr lang="ar-YE" sz="1800" b="0" i="0" dirty="0">
                <a:solidFill>
                  <a:schemeClr val="tx1"/>
                </a:solidFill>
                <a:effectLst/>
                <a:latin typeface="Times New Roman" panose="02020603050405020304" pitchFamily="18" charset="0"/>
                <a:cs typeface="+mj-cs"/>
              </a:rPr>
              <a:t>مبتدئ</a:t>
            </a:r>
            <a:br>
              <a:rPr lang="ar-YE" sz="1800" dirty="0">
                <a:solidFill>
                  <a:schemeClr val="tx1"/>
                </a:solidFill>
                <a:cs typeface="+mj-cs"/>
              </a:rPr>
            </a:br>
            <a:br>
              <a:rPr lang="ar-YE" sz="1800" dirty="0">
                <a:solidFill>
                  <a:schemeClr val="tx1"/>
                </a:solidFill>
                <a:cs typeface="+mj-cs"/>
              </a:rPr>
            </a:br>
            <a:r>
              <a:rPr lang="ar-YE" sz="1800" b="0" i="0" dirty="0">
                <a:solidFill>
                  <a:schemeClr val="tx1"/>
                </a:solidFill>
                <a:effectLst/>
                <a:latin typeface="Times New Roman" panose="02020603050405020304" pitchFamily="18" charset="0"/>
                <a:cs typeface="+mj-cs"/>
              </a:rPr>
              <a:t>متوسط</a:t>
            </a:r>
            <a:br>
              <a:rPr lang="ar-YE" sz="1800" dirty="0">
                <a:solidFill>
                  <a:schemeClr val="tx1"/>
                </a:solidFill>
                <a:cs typeface="+mj-cs"/>
              </a:rPr>
            </a:br>
            <a:br>
              <a:rPr lang="ar-YE" sz="1800" dirty="0">
                <a:solidFill>
                  <a:schemeClr val="tx1"/>
                </a:solidFill>
                <a:cs typeface="+mj-cs"/>
              </a:rPr>
            </a:br>
            <a:r>
              <a:rPr lang="ar-YE" sz="1800" b="0" i="0" dirty="0">
                <a:solidFill>
                  <a:schemeClr val="tx1"/>
                </a:solidFill>
                <a:effectLst/>
                <a:latin typeface="Times New Roman" panose="02020603050405020304" pitchFamily="18" charset="0"/>
                <a:cs typeface="+mj-cs"/>
              </a:rPr>
              <a:t>متقدم</a:t>
            </a:r>
            <a:endParaRPr lang="en-US" dirty="0">
              <a:solidFill>
                <a:schemeClr val="tx1"/>
              </a:solidFill>
              <a:latin typeface="+mn-lt"/>
              <a:cs typeface="+mj-cs"/>
            </a:endParaRPr>
          </a:p>
        </p:txBody>
      </p:sp>
      <p:grpSp>
        <p:nvGrpSpPr>
          <p:cNvPr id="4" name="Google Shape;630;p40">
            <a:extLst>
              <a:ext uri="{FF2B5EF4-FFF2-40B4-BE49-F238E27FC236}">
                <a16:creationId xmlns:a16="http://schemas.microsoft.com/office/drawing/2014/main" id="{7325FC46-E962-333A-9F6A-6686728C7066}"/>
              </a:ext>
            </a:extLst>
          </p:cNvPr>
          <p:cNvGrpSpPr/>
          <p:nvPr/>
        </p:nvGrpSpPr>
        <p:grpSpPr>
          <a:xfrm>
            <a:off x="413938" y="2861086"/>
            <a:ext cx="1477274" cy="1837389"/>
            <a:chOff x="4107150" y="1683375"/>
            <a:chExt cx="880850" cy="1095575"/>
          </a:xfrm>
        </p:grpSpPr>
        <p:sp>
          <p:nvSpPr>
            <p:cNvPr id="40" name="Google Shape;631;p40">
              <a:extLst>
                <a:ext uri="{FF2B5EF4-FFF2-40B4-BE49-F238E27FC236}">
                  <a16:creationId xmlns:a16="http://schemas.microsoft.com/office/drawing/2014/main" id="{D80C1402-5EB6-6EC0-19EA-3857DAEFB30F}"/>
                </a:ext>
              </a:extLst>
            </p:cNvPr>
            <p:cNvSpPr/>
            <p:nvPr/>
          </p:nvSpPr>
          <p:spPr>
            <a:xfrm>
              <a:off x="4425075" y="1758275"/>
              <a:ext cx="204300" cy="178150"/>
            </a:xfrm>
            <a:custGeom>
              <a:avLst/>
              <a:gdLst/>
              <a:ahLst/>
              <a:cxnLst/>
              <a:rect l="l" t="t" r="r" b="b"/>
              <a:pathLst>
                <a:path w="8172" h="7126" extrusionOk="0">
                  <a:moveTo>
                    <a:pt x="4111" y="0"/>
                  </a:moveTo>
                  <a:cubicBezTo>
                    <a:pt x="4011" y="0"/>
                    <a:pt x="3910" y="4"/>
                    <a:pt x="3809" y="11"/>
                  </a:cubicBezTo>
                  <a:cubicBezTo>
                    <a:pt x="1628" y="196"/>
                    <a:pt x="1" y="1933"/>
                    <a:pt x="186" y="3893"/>
                  </a:cubicBezTo>
                  <a:cubicBezTo>
                    <a:pt x="325" y="5739"/>
                    <a:pt x="2006" y="7125"/>
                    <a:pt x="4024" y="7125"/>
                  </a:cubicBezTo>
                  <a:cubicBezTo>
                    <a:pt x="4149" y="7125"/>
                    <a:pt x="4274" y="7120"/>
                    <a:pt x="4401" y="7109"/>
                  </a:cubicBezTo>
                  <a:cubicBezTo>
                    <a:pt x="6545" y="6924"/>
                    <a:pt x="8172" y="5187"/>
                    <a:pt x="8024" y="3264"/>
                  </a:cubicBezTo>
                  <a:cubicBezTo>
                    <a:pt x="7848" y="1397"/>
                    <a:pt x="6128" y="0"/>
                    <a:pt x="4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32;p40">
              <a:extLst>
                <a:ext uri="{FF2B5EF4-FFF2-40B4-BE49-F238E27FC236}">
                  <a16:creationId xmlns:a16="http://schemas.microsoft.com/office/drawing/2014/main" id="{B9C7BECC-24D8-8355-042B-0E0A8FB43AAB}"/>
                </a:ext>
              </a:extLst>
            </p:cNvPr>
            <p:cNvSpPr/>
            <p:nvPr/>
          </p:nvSpPr>
          <p:spPr>
            <a:xfrm>
              <a:off x="4466525" y="1795500"/>
              <a:ext cx="160075" cy="186125"/>
            </a:xfrm>
            <a:custGeom>
              <a:avLst/>
              <a:gdLst/>
              <a:ahLst/>
              <a:cxnLst/>
              <a:rect l="l" t="t" r="r" b="b"/>
              <a:pathLst>
                <a:path w="6403" h="7445" extrusionOk="0">
                  <a:moveTo>
                    <a:pt x="3408" y="1"/>
                  </a:moveTo>
                  <a:lnTo>
                    <a:pt x="2262" y="112"/>
                  </a:lnTo>
                  <a:lnTo>
                    <a:pt x="1079" y="186"/>
                  </a:lnTo>
                  <a:cubicBezTo>
                    <a:pt x="1079" y="186"/>
                    <a:pt x="1005" y="3402"/>
                    <a:pt x="450" y="3846"/>
                  </a:cubicBezTo>
                  <a:cubicBezTo>
                    <a:pt x="450" y="3846"/>
                    <a:pt x="0" y="7444"/>
                    <a:pt x="2616" y="7444"/>
                  </a:cubicBezTo>
                  <a:cubicBezTo>
                    <a:pt x="2704" y="7444"/>
                    <a:pt x="2795" y="7440"/>
                    <a:pt x="2890" y="7432"/>
                  </a:cubicBezTo>
                  <a:cubicBezTo>
                    <a:pt x="6403" y="7173"/>
                    <a:pt x="4702" y="3476"/>
                    <a:pt x="4702" y="3476"/>
                  </a:cubicBezTo>
                  <a:cubicBezTo>
                    <a:pt x="4000" y="3180"/>
                    <a:pt x="3408" y="1"/>
                    <a:pt x="34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33;p40">
              <a:extLst>
                <a:ext uri="{FF2B5EF4-FFF2-40B4-BE49-F238E27FC236}">
                  <a16:creationId xmlns:a16="http://schemas.microsoft.com/office/drawing/2014/main" id="{17FCC896-6C6D-9F61-5314-DB8DBE8616F6}"/>
                </a:ext>
              </a:extLst>
            </p:cNvPr>
            <p:cNvSpPr/>
            <p:nvPr/>
          </p:nvSpPr>
          <p:spPr>
            <a:xfrm>
              <a:off x="4361325" y="1883300"/>
              <a:ext cx="344775" cy="387300"/>
            </a:xfrm>
            <a:custGeom>
              <a:avLst/>
              <a:gdLst/>
              <a:ahLst/>
              <a:cxnLst/>
              <a:rect l="l" t="t" r="r" b="b"/>
              <a:pathLst>
                <a:path w="13791" h="15492" extrusionOk="0">
                  <a:moveTo>
                    <a:pt x="8836" y="1"/>
                  </a:moveTo>
                  <a:cubicBezTo>
                    <a:pt x="8166" y="587"/>
                    <a:pt x="7330" y="877"/>
                    <a:pt x="6489" y="877"/>
                  </a:cubicBezTo>
                  <a:cubicBezTo>
                    <a:pt x="5845" y="877"/>
                    <a:pt x="5198" y="707"/>
                    <a:pt x="4621" y="371"/>
                  </a:cubicBezTo>
                  <a:cubicBezTo>
                    <a:pt x="4621" y="371"/>
                    <a:pt x="1442" y="1517"/>
                    <a:pt x="0" y="2700"/>
                  </a:cubicBezTo>
                  <a:cubicBezTo>
                    <a:pt x="0" y="2700"/>
                    <a:pt x="850" y="5473"/>
                    <a:pt x="1183" y="8541"/>
                  </a:cubicBezTo>
                  <a:lnTo>
                    <a:pt x="3586" y="15492"/>
                  </a:lnTo>
                  <a:lnTo>
                    <a:pt x="7986" y="15344"/>
                  </a:lnTo>
                  <a:lnTo>
                    <a:pt x="12311" y="14789"/>
                  </a:lnTo>
                  <a:lnTo>
                    <a:pt x="13568" y="7543"/>
                  </a:lnTo>
                  <a:cubicBezTo>
                    <a:pt x="13346" y="4400"/>
                    <a:pt x="13790" y="1295"/>
                    <a:pt x="13790" y="1295"/>
                  </a:cubicBezTo>
                  <a:cubicBezTo>
                    <a:pt x="12126" y="334"/>
                    <a:pt x="8836" y="1"/>
                    <a:pt x="8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34;p40">
              <a:extLst>
                <a:ext uri="{FF2B5EF4-FFF2-40B4-BE49-F238E27FC236}">
                  <a16:creationId xmlns:a16="http://schemas.microsoft.com/office/drawing/2014/main" id="{72EA1855-6632-49E5-A378-66D4D39EF83E}"/>
                </a:ext>
              </a:extLst>
            </p:cNvPr>
            <p:cNvSpPr/>
            <p:nvPr/>
          </p:nvSpPr>
          <p:spPr>
            <a:xfrm>
              <a:off x="4376100" y="1978500"/>
              <a:ext cx="324450" cy="292100"/>
            </a:xfrm>
            <a:custGeom>
              <a:avLst/>
              <a:gdLst/>
              <a:ahLst/>
              <a:cxnLst/>
              <a:rect l="l" t="t" r="r" b="b"/>
              <a:pathLst>
                <a:path w="12978" h="11684" extrusionOk="0">
                  <a:moveTo>
                    <a:pt x="12940" y="1"/>
                  </a:moveTo>
                  <a:lnTo>
                    <a:pt x="12940" y="1"/>
                  </a:lnTo>
                  <a:cubicBezTo>
                    <a:pt x="12755" y="112"/>
                    <a:pt x="12571" y="260"/>
                    <a:pt x="12423" y="445"/>
                  </a:cubicBezTo>
                  <a:cubicBezTo>
                    <a:pt x="11646" y="1184"/>
                    <a:pt x="10981" y="2071"/>
                    <a:pt x="10278" y="2885"/>
                  </a:cubicBezTo>
                  <a:cubicBezTo>
                    <a:pt x="9835" y="3439"/>
                    <a:pt x="9354" y="4252"/>
                    <a:pt x="8763" y="4807"/>
                  </a:cubicBezTo>
                  <a:cubicBezTo>
                    <a:pt x="9280" y="5399"/>
                    <a:pt x="9243" y="6397"/>
                    <a:pt x="8245" y="6582"/>
                  </a:cubicBezTo>
                  <a:cubicBezTo>
                    <a:pt x="7924" y="6636"/>
                    <a:pt x="7618" y="6663"/>
                    <a:pt x="7324" y="6663"/>
                  </a:cubicBezTo>
                  <a:cubicBezTo>
                    <a:pt x="5819" y="6663"/>
                    <a:pt x="4638" y="5964"/>
                    <a:pt x="3587" y="4696"/>
                  </a:cubicBezTo>
                  <a:cubicBezTo>
                    <a:pt x="2478" y="3365"/>
                    <a:pt x="1368" y="2145"/>
                    <a:pt x="1" y="1147"/>
                  </a:cubicBezTo>
                  <a:lnTo>
                    <a:pt x="1" y="1147"/>
                  </a:lnTo>
                  <a:cubicBezTo>
                    <a:pt x="222" y="2145"/>
                    <a:pt x="444" y="3402"/>
                    <a:pt x="592" y="4733"/>
                  </a:cubicBezTo>
                  <a:lnTo>
                    <a:pt x="2995" y="11684"/>
                  </a:lnTo>
                  <a:lnTo>
                    <a:pt x="7395" y="11536"/>
                  </a:lnTo>
                  <a:lnTo>
                    <a:pt x="11720" y="10981"/>
                  </a:lnTo>
                  <a:lnTo>
                    <a:pt x="12977" y="3735"/>
                  </a:lnTo>
                  <a:cubicBezTo>
                    <a:pt x="12829" y="2330"/>
                    <a:pt x="12866" y="1036"/>
                    <a:pt x="1294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35;p40">
              <a:extLst>
                <a:ext uri="{FF2B5EF4-FFF2-40B4-BE49-F238E27FC236}">
                  <a16:creationId xmlns:a16="http://schemas.microsoft.com/office/drawing/2014/main" id="{BCD21652-7691-235E-C4A1-4DD3C9797526}"/>
                </a:ext>
              </a:extLst>
            </p:cNvPr>
            <p:cNvSpPr/>
            <p:nvPr/>
          </p:nvSpPr>
          <p:spPr>
            <a:xfrm>
              <a:off x="4283675" y="1949825"/>
              <a:ext cx="213525" cy="306650"/>
            </a:xfrm>
            <a:custGeom>
              <a:avLst/>
              <a:gdLst/>
              <a:ahLst/>
              <a:cxnLst/>
              <a:rect l="l" t="t" r="r" b="b"/>
              <a:pathLst>
                <a:path w="8541" h="12266" extrusionOk="0">
                  <a:moveTo>
                    <a:pt x="3125" y="0"/>
                  </a:moveTo>
                  <a:cubicBezTo>
                    <a:pt x="3118" y="0"/>
                    <a:pt x="3112" y="1"/>
                    <a:pt x="3106" y="2"/>
                  </a:cubicBezTo>
                  <a:cubicBezTo>
                    <a:pt x="3106" y="2"/>
                    <a:pt x="2551" y="408"/>
                    <a:pt x="2108" y="1924"/>
                  </a:cubicBezTo>
                  <a:cubicBezTo>
                    <a:pt x="1331" y="4623"/>
                    <a:pt x="0" y="9207"/>
                    <a:pt x="222" y="10021"/>
                  </a:cubicBezTo>
                  <a:cubicBezTo>
                    <a:pt x="288" y="10251"/>
                    <a:pt x="4303" y="12266"/>
                    <a:pt x="6777" y="12266"/>
                  </a:cubicBezTo>
                  <a:cubicBezTo>
                    <a:pt x="7084" y="12266"/>
                    <a:pt x="7367" y="12235"/>
                    <a:pt x="7616" y="12165"/>
                  </a:cubicBezTo>
                  <a:lnTo>
                    <a:pt x="8541" y="11943"/>
                  </a:lnTo>
                  <a:cubicBezTo>
                    <a:pt x="8504" y="11943"/>
                    <a:pt x="4158" y="0"/>
                    <a:pt x="3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636;p40">
              <a:extLst>
                <a:ext uri="{FF2B5EF4-FFF2-40B4-BE49-F238E27FC236}">
                  <a16:creationId xmlns:a16="http://schemas.microsoft.com/office/drawing/2014/main" id="{2AB6DA63-E60A-D3FC-9F10-5C3B6C637F74}"/>
                </a:ext>
              </a:extLst>
            </p:cNvPr>
            <p:cNvSpPr/>
            <p:nvPr/>
          </p:nvSpPr>
          <p:spPr>
            <a:xfrm>
              <a:off x="4389050" y="2021950"/>
              <a:ext cx="109075" cy="234800"/>
            </a:xfrm>
            <a:custGeom>
              <a:avLst/>
              <a:gdLst/>
              <a:ahLst/>
              <a:cxnLst/>
              <a:rect l="l" t="t" r="r" b="b"/>
              <a:pathLst>
                <a:path w="4363" h="9392" extrusionOk="0">
                  <a:moveTo>
                    <a:pt x="666" y="0"/>
                  </a:moveTo>
                  <a:lnTo>
                    <a:pt x="666" y="0"/>
                  </a:lnTo>
                  <a:cubicBezTo>
                    <a:pt x="740" y="407"/>
                    <a:pt x="666" y="851"/>
                    <a:pt x="629" y="1257"/>
                  </a:cubicBezTo>
                  <a:cubicBezTo>
                    <a:pt x="407" y="2810"/>
                    <a:pt x="0" y="4474"/>
                    <a:pt x="740" y="6027"/>
                  </a:cubicBezTo>
                  <a:cubicBezTo>
                    <a:pt x="1257" y="7173"/>
                    <a:pt x="2070" y="8319"/>
                    <a:pt x="2810" y="9391"/>
                  </a:cubicBezTo>
                  <a:cubicBezTo>
                    <a:pt x="3032" y="9391"/>
                    <a:pt x="3217" y="9354"/>
                    <a:pt x="3438" y="9280"/>
                  </a:cubicBezTo>
                  <a:lnTo>
                    <a:pt x="4363" y="9058"/>
                  </a:lnTo>
                  <a:cubicBezTo>
                    <a:pt x="4289" y="9058"/>
                    <a:pt x="2292" y="3513"/>
                    <a:pt x="666" y="0"/>
                  </a:cubicBezTo>
                  <a:close/>
                </a:path>
              </a:pathLst>
            </a:custGeom>
            <a:solidFill>
              <a:srgbClr val="1614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637;p40">
              <a:extLst>
                <a:ext uri="{FF2B5EF4-FFF2-40B4-BE49-F238E27FC236}">
                  <a16:creationId xmlns:a16="http://schemas.microsoft.com/office/drawing/2014/main" id="{7F144532-F850-DD40-0F69-042618C41897}"/>
                </a:ext>
              </a:extLst>
            </p:cNvPr>
            <p:cNvSpPr/>
            <p:nvPr/>
          </p:nvSpPr>
          <p:spPr>
            <a:xfrm>
              <a:off x="4620100" y="2011775"/>
              <a:ext cx="64725" cy="229425"/>
            </a:xfrm>
            <a:custGeom>
              <a:avLst/>
              <a:gdLst/>
              <a:ahLst/>
              <a:cxnLst/>
              <a:rect l="l" t="t" r="r" b="b"/>
              <a:pathLst>
                <a:path w="2589" h="9177" extrusionOk="0">
                  <a:moveTo>
                    <a:pt x="1960" y="1"/>
                  </a:moveTo>
                  <a:cubicBezTo>
                    <a:pt x="999" y="3735"/>
                    <a:pt x="1" y="9096"/>
                    <a:pt x="1" y="9096"/>
                  </a:cubicBezTo>
                  <a:lnTo>
                    <a:pt x="925" y="9170"/>
                  </a:lnTo>
                  <a:cubicBezTo>
                    <a:pt x="981" y="9175"/>
                    <a:pt x="1037" y="9177"/>
                    <a:pt x="1094" y="9177"/>
                  </a:cubicBezTo>
                  <a:cubicBezTo>
                    <a:pt x="1454" y="9177"/>
                    <a:pt x="1841" y="9085"/>
                    <a:pt x="2256" y="9022"/>
                  </a:cubicBezTo>
                  <a:cubicBezTo>
                    <a:pt x="2478" y="8282"/>
                    <a:pt x="2589" y="7469"/>
                    <a:pt x="2478" y="6693"/>
                  </a:cubicBezTo>
                  <a:cubicBezTo>
                    <a:pt x="2293" y="5140"/>
                    <a:pt x="2145" y="3550"/>
                    <a:pt x="2071" y="1997"/>
                  </a:cubicBezTo>
                  <a:cubicBezTo>
                    <a:pt x="2034" y="1295"/>
                    <a:pt x="1960" y="629"/>
                    <a:pt x="1960" y="1"/>
                  </a:cubicBezTo>
                  <a:close/>
                </a:path>
              </a:pathLst>
            </a:custGeom>
            <a:solidFill>
              <a:srgbClr val="1614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638;p40">
              <a:extLst>
                <a:ext uri="{FF2B5EF4-FFF2-40B4-BE49-F238E27FC236}">
                  <a16:creationId xmlns:a16="http://schemas.microsoft.com/office/drawing/2014/main" id="{592F906C-C9D3-AD12-6633-16637F5EA5E2}"/>
                </a:ext>
              </a:extLst>
            </p:cNvPr>
            <p:cNvSpPr/>
            <p:nvPr/>
          </p:nvSpPr>
          <p:spPr>
            <a:xfrm>
              <a:off x="4441725" y="1726325"/>
              <a:ext cx="166400" cy="183850"/>
            </a:xfrm>
            <a:custGeom>
              <a:avLst/>
              <a:gdLst/>
              <a:ahLst/>
              <a:cxnLst/>
              <a:rect l="l" t="t" r="r" b="b"/>
              <a:pathLst>
                <a:path w="6656" h="7354" extrusionOk="0">
                  <a:moveTo>
                    <a:pt x="4256" y="1"/>
                  </a:moveTo>
                  <a:cubicBezTo>
                    <a:pt x="3653" y="1"/>
                    <a:pt x="3069" y="217"/>
                    <a:pt x="3069" y="217"/>
                  </a:cubicBezTo>
                  <a:cubicBezTo>
                    <a:pt x="3069" y="217"/>
                    <a:pt x="2806" y="174"/>
                    <a:pt x="2454" y="174"/>
                  </a:cubicBezTo>
                  <a:cubicBezTo>
                    <a:pt x="1882" y="174"/>
                    <a:pt x="1074" y="287"/>
                    <a:pt x="777" y="882"/>
                  </a:cubicBezTo>
                  <a:cubicBezTo>
                    <a:pt x="333" y="1843"/>
                    <a:pt x="1036" y="3914"/>
                    <a:pt x="1036" y="3914"/>
                  </a:cubicBezTo>
                  <a:cubicBezTo>
                    <a:pt x="1036" y="3914"/>
                    <a:pt x="809" y="3631"/>
                    <a:pt x="572" y="3631"/>
                  </a:cubicBezTo>
                  <a:cubicBezTo>
                    <a:pt x="477" y="3631"/>
                    <a:pt x="381" y="3676"/>
                    <a:pt x="296" y="3803"/>
                  </a:cubicBezTo>
                  <a:cubicBezTo>
                    <a:pt x="0" y="4210"/>
                    <a:pt x="925" y="5097"/>
                    <a:pt x="1110" y="5171"/>
                  </a:cubicBezTo>
                  <a:cubicBezTo>
                    <a:pt x="1110" y="5171"/>
                    <a:pt x="2505" y="7354"/>
                    <a:pt x="3501" y="7354"/>
                  </a:cubicBezTo>
                  <a:cubicBezTo>
                    <a:pt x="3517" y="7354"/>
                    <a:pt x="3534" y="7353"/>
                    <a:pt x="3550" y="7352"/>
                  </a:cubicBezTo>
                  <a:cubicBezTo>
                    <a:pt x="4585" y="7241"/>
                    <a:pt x="5657" y="4801"/>
                    <a:pt x="5657" y="4801"/>
                  </a:cubicBezTo>
                  <a:cubicBezTo>
                    <a:pt x="5879" y="4616"/>
                    <a:pt x="6655" y="3618"/>
                    <a:pt x="6285" y="3248"/>
                  </a:cubicBezTo>
                  <a:cubicBezTo>
                    <a:pt x="6201" y="3164"/>
                    <a:pt x="6119" y="3132"/>
                    <a:pt x="6043" y="3132"/>
                  </a:cubicBezTo>
                  <a:cubicBezTo>
                    <a:pt x="5782" y="3132"/>
                    <a:pt x="5583" y="3507"/>
                    <a:pt x="5583" y="3507"/>
                  </a:cubicBezTo>
                  <a:cubicBezTo>
                    <a:pt x="5583" y="3507"/>
                    <a:pt x="5953" y="1326"/>
                    <a:pt x="5361" y="475"/>
                  </a:cubicBezTo>
                  <a:cubicBezTo>
                    <a:pt x="5116" y="108"/>
                    <a:pt x="4682" y="1"/>
                    <a:pt x="4256"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639;p40">
              <a:extLst>
                <a:ext uri="{FF2B5EF4-FFF2-40B4-BE49-F238E27FC236}">
                  <a16:creationId xmlns:a16="http://schemas.microsoft.com/office/drawing/2014/main" id="{DA3CC2AF-174C-B299-DF7D-FC7875190B50}"/>
                </a:ext>
              </a:extLst>
            </p:cNvPr>
            <p:cNvSpPr/>
            <p:nvPr/>
          </p:nvSpPr>
          <p:spPr>
            <a:xfrm>
              <a:off x="4432475" y="1728725"/>
              <a:ext cx="76750" cy="106950"/>
            </a:xfrm>
            <a:custGeom>
              <a:avLst/>
              <a:gdLst/>
              <a:ahLst/>
              <a:cxnLst/>
              <a:rect l="l" t="t" r="r" b="b"/>
              <a:pathLst>
                <a:path w="3070" h="4278" extrusionOk="0">
                  <a:moveTo>
                    <a:pt x="1913" y="1"/>
                  </a:moveTo>
                  <a:cubicBezTo>
                    <a:pt x="1783" y="1"/>
                    <a:pt x="1639" y="15"/>
                    <a:pt x="1480" y="47"/>
                  </a:cubicBezTo>
                  <a:cubicBezTo>
                    <a:pt x="1" y="269"/>
                    <a:pt x="592" y="3744"/>
                    <a:pt x="592" y="3744"/>
                  </a:cubicBezTo>
                  <a:cubicBezTo>
                    <a:pt x="649" y="3592"/>
                    <a:pt x="775" y="3508"/>
                    <a:pt x="919" y="3508"/>
                  </a:cubicBezTo>
                  <a:cubicBezTo>
                    <a:pt x="1054" y="3508"/>
                    <a:pt x="1206" y="3582"/>
                    <a:pt x="1332" y="3744"/>
                  </a:cubicBezTo>
                  <a:cubicBezTo>
                    <a:pt x="1480" y="3929"/>
                    <a:pt x="1664" y="4114"/>
                    <a:pt x="1849" y="4261"/>
                  </a:cubicBezTo>
                  <a:cubicBezTo>
                    <a:pt x="1874" y="4261"/>
                    <a:pt x="1931" y="4278"/>
                    <a:pt x="1978" y="4278"/>
                  </a:cubicBezTo>
                  <a:cubicBezTo>
                    <a:pt x="2001" y="4278"/>
                    <a:pt x="2022" y="4274"/>
                    <a:pt x="2034" y="4261"/>
                  </a:cubicBezTo>
                  <a:cubicBezTo>
                    <a:pt x="2071" y="4187"/>
                    <a:pt x="1849" y="3263"/>
                    <a:pt x="1812" y="3078"/>
                  </a:cubicBezTo>
                  <a:cubicBezTo>
                    <a:pt x="1701" y="2783"/>
                    <a:pt x="1627" y="2413"/>
                    <a:pt x="1664" y="2043"/>
                  </a:cubicBezTo>
                  <a:cubicBezTo>
                    <a:pt x="1775" y="1267"/>
                    <a:pt x="3069" y="971"/>
                    <a:pt x="3069" y="971"/>
                  </a:cubicBezTo>
                  <a:cubicBezTo>
                    <a:pt x="3069" y="971"/>
                    <a:pt x="2981" y="1"/>
                    <a:pt x="1913" y="1"/>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640;p40">
              <a:extLst>
                <a:ext uri="{FF2B5EF4-FFF2-40B4-BE49-F238E27FC236}">
                  <a16:creationId xmlns:a16="http://schemas.microsoft.com/office/drawing/2014/main" id="{A0A66C60-111A-F20A-F30C-112EF3A5C3D4}"/>
                </a:ext>
              </a:extLst>
            </p:cNvPr>
            <p:cNvSpPr/>
            <p:nvPr/>
          </p:nvSpPr>
          <p:spPr>
            <a:xfrm>
              <a:off x="4527675" y="1721550"/>
              <a:ext cx="72125" cy="106325"/>
            </a:xfrm>
            <a:custGeom>
              <a:avLst/>
              <a:gdLst/>
              <a:ahLst/>
              <a:cxnLst/>
              <a:rect l="l" t="t" r="r" b="b"/>
              <a:pathLst>
                <a:path w="2885" h="4253" extrusionOk="0">
                  <a:moveTo>
                    <a:pt x="1406" y="1"/>
                  </a:moveTo>
                  <a:cubicBezTo>
                    <a:pt x="1" y="1"/>
                    <a:pt x="75" y="1221"/>
                    <a:pt x="75" y="1221"/>
                  </a:cubicBezTo>
                  <a:cubicBezTo>
                    <a:pt x="75" y="1221"/>
                    <a:pt x="1406" y="1332"/>
                    <a:pt x="1590" y="2034"/>
                  </a:cubicBezTo>
                  <a:cubicBezTo>
                    <a:pt x="1701" y="2367"/>
                    <a:pt x="1664" y="2774"/>
                    <a:pt x="1590" y="3107"/>
                  </a:cubicBezTo>
                  <a:cubicBezTo>
                    <a:pt x="1590" y="3291"/>
                    <a:pt x="1554" y="4253"/>
                    <a:pt x="1590" y="4253"/>
                  </a:cubicBezTo>
                  <a:cubicBezTo>
                    <a:pt x="1664" y="4253"/>
                    <a:pt x="1738" y="4253"/>
                    <a:pt x="1775" y="4216"/>
                  </a:cubicBezTo>
                  <a:cubicBezTo>
                    <a:pt x="1960" y="4068"/>
                    <a:pt x="2071" y="3846"/>
                    <a:pt x="2182" y="3661"/>
                  </a:cubicBezTo>
                  <a:cubicBezTo>
                    <a:pt x="2328" y="3453"/>
                    <a:pt x="2509" y="3362"/>
                    <a:pt x="2652" y="3362"/>
                  </a:cubicBezTo>
                  <a:cubicBezTo>
                    <a:pt x="2764" y="3362"/>
                    <a:pt x="2852" y="3416"/>
                    <a:pt x="2884" y="3513"/>
                  </a:cubicBezTo>
                  <a:cubicBezTo>
                    <a:pt x="2884" y="3513"/>
                    <a:pt x="2884" y="1"/>
                    <a:pt x="1406" y="1"/>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641;p40">
              <a:extLst>
                <a:ext uri="{FF2B5EF4-FFF2-40B4-BE49-F238E27FC236}">
                  <a16:creationId xmlns:a16="http://schemas.microsoft.com/office/drawing/2014/main" id="{4D6A2BE4-2DEC-4B7A-1117-7BCFDFA2E422}"/>
                </a:ext>
              </a:extLst>
            </p:cNvPr>
            <p:cNvSpPr/>
            <p:nvPr/>
          </p:nvSpPr>
          <p:spPr>
            <a:xfrm>
              <a:off x="4441725" y="1777025"/>
              <a:ext cx="160850" cy="63925"/>
            </a:xfrm>
            <a:custGeom>
              <a:avLst/>
              <a:gdLst/>
              <a:ahLst/>
              <a:cxnLst/>
              <a:rect l="l" t="t" r="r" b="b"/>
              <a:pathLst>
                <a:path w="6434" h="2557" extrusionOk="0">
                  <a:moveTo>
                    <a:pt x="6433" y="0"/>
                  </a:moveTo>
                  <a:cubicBezTo>
                    <a:pt x="5176" y="370"/>
                    <a:pt x="4104" y="555"/>
                    <a:pt x="3254" y="666"/>
                  </a:cubicBezTo>
                  <a:cubicBezTo>
                    <a:pt x="2980" y="677"/>
                    <a:pt x="2688" y="685"/>
                    <a:pt x="2377" y="685"/>
                  </a:cubicBezTo>
                  <a:cubicBezTo>
                    <a:pt x="1683" y="685"/>
                    <a:pt x="895" y="646"/>
                    <a:pt x="0" y="518"/>
                  </a:cubicBezTo>
                  <a:lnTo>
                    <a:pt x="0" y="518"/>
                  </a:lnTo>
                  <a:lnTo>
                    <a:pt x="740" y="1886"/>
                  </a:lnTo>
                  <a:cubicBezTo>
                    <a:pt x="740" y="1886"/>
                    <a:pt x="1377" y="2556"/>
                    <a:pt x="2140" y="2556"/>
                  </a:cubicBezTo>
                  <a:cubicBezTo>
                    <a:pt x="2178" y="2556"/>
                    <a:pt x="2217" y="2555"/>
                    <a:pt x="2256" y="2551"/>
                  </a:cubicBezTo>
                  <a:cubicBezTo>
                    <a:pt x="2625" y="2514"/>
                    <a:pt x="2810" y="2403"/>
                    <a:pt x="2958" y="2292"/>
                  </a:cubicBezTo>
                  <a:cubicBezTo>
                    <a:pt x="3080" y="2191"/>
                    <a:pt x="3235" y="2134"/>
                    <a:pt x="3400" y="2134"/>
                  </a:cubicBezTo>
                  <a:cubicBezTo>
                    <a:pt x="3534" y="2134"/>
                    <a:pt x="3675" y="2172"/>
                    <a:pt x="3808" y="2255"/>
                  </a:cubicBezTo>
                  <a:cubicBezTo>
                    <a:pt x="3919" y="2366"/>
                    <a:pt x="4178" y="2403"/>
                    <a:pt x="4548" y="2403"/>
                  </a:cubicBezTo>
                  <a:cubicBezTo>
                    <a:pt x="5324" y="2366"/>
                    <a:pt x="5916" y="1479"/>
                    <a:pt x="5916" y="1479"/>
                  </a:cubicBezTo>
                  <a:lnTo>
                    <a:pt x="643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642;p40">
              <a:extLst>
                <a:ext uri="{FF2B5EF4-FFF2-40B4-BE49-F238E27FC236}">
                  <a16:creationId xmlns:a16="http://schemas.microsoft.com/office/drawing/2014/main" id="{E000831F-C3BE-9ABE-6574-0450769C54B2}"/>
                </a:ext>
              </a:extLst>
            </p:cNvPr>
            <p:cNvSpPr/>
            <p:nvPr/>
          </p:nvSpPr>
          <p:spPr>
            <a:xfrm>
              <a:off x="4392750" y="1683375"/>
              <a:ext cx="261575" cy="293350"/>
            </a:xfrm>
            <a:custGeom>
              <a:avLst/>
              <a:gdLst/>
              <a:ahLst/>
              <a:cxnLst/>
              <a:rect l="l" t="t" r="r" b="b"/>
              <a:pathLst>
                <a:path w="10463" h="11734" extrusionOk="0">
                  <a:moveTo>
                    <a:pt x="5518" y="3920"/>
                  </a:moveTo>
                  <a:cubicBezTo>
                    <a:pt x="6456" y="3920"/>
                    <a:pt x="8317" y="4059"/>
                    <a:pt x="8503" y="4929"/>
                  </a:cubicBezTo>
                  <a:cubicBezTo>
                    <a:pt x="8762" y="5964"/>
                    <a:pt x="5841" y="11547"/>
                    <a:pt x="5730" y="11695"/>
                  </a:cubicBezTo>
                  <a:cubicBezTo>
                    <a:pt x="5620" y="11547"/>
                    <a:pt x="1812" y="6519"/>
                    <a:pt x="1886" y="5521"/>
                  </a:cubicBezTo>
                  <a:cubicBezTo>
                    <a:pt x="1959" y="4449"/>
                    <a:pt x="4510" y="3968"/>
                    <a:pt x="5102" y="3931"/>
                  </a:cubicBezTo>
                  <a:cubicBezTo>
                    <a:pt x="5196" y="3925"/>
                    <a:pt x="5340" y="3920"/>
                    <a:pt x="5518" y="3920"/>
                  </a:cubicBezTo>
                  <a:close/>
                  <a:moveTo>
                    <a:pt x="4962" y="1"/>
                  </a:moveTo>
                  <a:cubicBezTo>
                    <a:pt x="4852" y="1"/>
                    <a:pt x="4784" y="7"/>
                    <a:pt x="4769" y="12"/>
                  </a:cubicBezTo>
                  <a:cubicBezTo>
                    <a:pt x="4695" y="12"/>
                    <a:pt x="1442" y="382"/>
                    <a:pt x="481" y="4190"/>
                  </a:cubicBezTo>
                  <a:cubicBezTo>
                    <a:pt x="0" y="6112"/>
                    <a:pt x="813" y="7591"/>
                    <a:pt x="1442" y="8515"/>
                  </a:cubicBezTo>
                  <a:cubicBezTo>
                    <a:pt x="2097" y="9426"/>
                    <a:pt x="4724" y="11734"/>
                    <a:pt x="5687" y="11734"/>
                  </a:cubicBezTo>
                  <a:cubicBezTo>
                    <a:pt x="5702" y="11734"/>
                    <a:pt x="5716" y="11733"/>
                    <a:pt x="5730" y="11732"/>
                  </a:cubicBezTo>
                  <a:cubicBezTo>
                    <a:pt x="6618" y="11658"/>
                    <a:pt x="8947" y="8885"/>
                    <a:pt x="9428" y="7850"/>
                  </a:cubicBezTo>
                  <a:cubicBezTo>
                    <a:pt x="9945" y="6815"/>
                    <a:pt x="10463" y="5188"/>
                    <a:pt x="9686" y="3414"/>
                  </a:cubicBezTo>
                  <a:cubicBezTo>
                    <a:pt x="8305" y="297"/>
                    <a:pt x="5695" y="1"/>
                    <a:pt x="49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643;p40">
              <a:extLst>
                <a:ext uri="{FF2B5EF4-FFF2-40B4-BE49-F238E27FC236}">
                  <a16:creationId xmlns:a16="http://schemas.microsoft.com/office/drawing/2014/main" id="{A2CBFBEB-B9CC-FB47-6D8F-7992B56F9D0C}"/>
                </a:ext>
              </a:extLst>
            </p:cNvPr>
            <p:cNvSpPr/>
            <p:nvPr/>
          </p:nvSpPr>
          <p:spPr>
            <a:xfrm>
              <a:off x="4465750" y="2562650"/>
              <a:ext cx="161775" cy="194125"/>
            </a:xfrm>
            <a:custGeom>
              <a:avLst/>
              <a:gdLst/>
              <a:ahLst/>
              <a:cxnLst/>
              <a:rect l="l" t="t" r="r" b="b"/>
              <a:pathLst>
                <a:path w="6471" h="7765" extrusionOk="0">
                  <a:moveTo>
                    <a:pt x="555" y="0"/>
                  </a:moveTo>
                  <a:lnTo>
                    <a:pt x="1" y="7764"/>
                  </a:lnTo>
                  <a:lnTo>
                    <a:pt x="6471" y="7764"/>
                  </a:lnTo>
                  <a:lnTo>
                    <a:pt x="599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644;p40">
              <a:extLst>
                <a:ext uri="{FF2B5EF4-FFF2-40B4-BE49-F238E27FC236}">
                  <a16:creationId xmlns:a16="http://schemas.microsoft.com/office/drawing/2014/main" id="{112DE18A-06E9-0967-60C4-004150A8E12F}"/>
                </a:ext>
              </a:extLst>
            </p:cNvPr>
            <p:cNvSpPr/>
            <p:nvPr/>
          </p:nvSpPr>
          <p:spPr>
            <a:xfrm>
              <a:off x="4416775" y="2720700"/>
              <a:ext cx="262500" cy="58250"/>
            </a:xfrm>
            <a:custGeom>
              <a:avLst/>
              <a:gdLst/>
              <a:ahLst/>
              <a:cxnLst/>
              <a:rect l="l" t="t" r="r" b="b"/>
              <a:pathLst>
                <a:path w="10500" h="2330" extrusionOk="0">
                  <a:moveTo>
                    <a:pt x="1516" y="0"/>
                  </a:moveTo>
                  <a:cubicBezTo>
                    <a:pt x="1368" y="0"/>
                    <a:pt x="1220" y="111"/>
                    <a:pt x="1146" y="185"/>
                  </a:cubicBezTo>
                  <a:lnTo>
                    <a:pt x="148" y="1664"/>
                  </a:lnTo>
                  <a:cubicBezTo>
                    <a:pt x="0" y="1960"/>
                    <a:pt x="148" y="2329"/>
                    <a:pt x="555" y="2329"/>
                  </a:cubicBezTo>
                  <a:lnTo>
                    <a:pt x="9945" y="2329"/>
                  </a:lnTo>
                  <a:cubicBezTo>
                    <a:pt x="10278" y="2329"/>
                    <a:pt x="10500" y="1960"/>
                    <a:pt x="10315" y="1664"/>
                  </a:cubicBezTo>
                  <a:lnTo>
                    <a:pt x="9317" y="185"/>
                  </a:lnTo>
                  <a:cubicBezTo>
                    <a:pt x="9243" y="74"/>
                    <a:pt x="9095" y="0"/>
                    <a:pt x="89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645;p40">
              <a:extLst>
                <a:ext uri="{FF2B5EF4-FFF2-40B4-BE49-F238E27FC236}">
                  <a16:creationId xmlns:a16="http://schemas.microsoft.com/office/drawing/2014/main" id="{F1E51383-F1EB-36B8-C9DC-A606E34CB53D}"/>
                </a:ext>
              </a:extLst>
            </p:cNvPr>
            <p:cNvSpPr/>
            <p:nvPr/>
          </p:nvSpPr>
          <p:spPr>
            <a:xfrm>
              <a:off x="4107150" y="2024725"/>
              <a:ext cx="880850" cy="589700"/>
            </a:xfrm>
            <a:custGeom>
              <a:avLst/>
              <a:gdLst/>
              <a:ahLst/>
              <a:cxnLst/>
              <a:rect l="l" t="t" r="r" b="b"/>
              <a:pathLst>
                <a:path w="35234" h="23588" extrusionOk="0">
                  <a:moveTo>
                    <a:pt x="1775" y="0"/>
                  </a:moveTo>
                  <a:cubicBezTo>
                    <a:pt x="813" y="0"/>
                    <a:pt x="0" y="777"/>
                    <a:pt x="0" y="1775"/>
                  </a:cubicBezTo>
                  <a:lnTo>
                    <a:pt x="0" y="21813"/>
                  </a:lnTo>
                  <a:cubicBezTo>
                    <a:pt x="0" y="22774"/>
                    <a:pt x="776" y="23588"/>
                    <a:pt x="1775" y="23588"/>
                  </a:cubicBezTo>
                  <a:lnTo>
                    <a:pt x="33459" y="23588"/>
                  </a:lnTo>
                  <a:cubicBezTo>
                    <a:pt x="34457" y="23588"/>
                    <a:pt x="35233" y="22774"/>
                    <a:pt x="35233" y="21813"/>
                  </a:cubicBezTo>
                  <a:lnTo>
                    <a:pt x="35233" y="1775"/>
                  </a:lnTo>
                  <a:cubicBezTo>
                    <a:pt x="35233" y="814"/>
                    <a:pt x="34457" y="0"/>
                    <a:pt x="334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646;p40">
              <a:extLst>
                <a:ext uri="{FF2B5EF4-FFF2-40B4-BE49-F238E27FC236}">
                  <a16:creationId xmlns:a16="http://schemas.microsoft.com/office/drawing/2014/main" id="{2CA34C6D-2D8B-2F03-6B36-C4B8E0B0AFE3}"/>
                </a:ext>
              </a:extLst>
            </p:cNvPr>
            <p:cNvSpPr/>
            <p:nvPr/>
          </p:nvSpPr>
          <p:spPr>
            <a:xfrm>
              <a:off x="4146875" y="2061700"/>
              <a:ext cx="802300" cy="506525"/>
            </a:xfrm>
            <a:custGeom>
              <a:avLst/>
              <a:gdLst/>
              <a:ahLst/>
              <a:cxnLst/>
              <a:rect l="l" t="t" r="r" b="b"/>
              <a:pathLst>
                <a:path w="32092" h="20261" extrusionOk="0">
                  <a:moveTo>
                    <a:pt x="1" y="0"/>
                  </a:moveTo>
                  <a:lnTo>
                    <a:pt x="1" y="20260"/>
                  </a:lnTo>
                  <a:lnTo>
                    <a:pt x="32091" y="20260"/>
                  </a:lnTo>
                  <a:lnTo>
                    <a:pt x="32091" y="0"/>
                  </a:lnTo>
                  <a:close/>
                </a:path>
              </a:pathLst>
            </a:custGeom>
            <a:solidFill>
              <a:srgbClr val="F51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647;p40">
              <a:extLst>
                <a:ext uri="{FF2B5EF4-FFF2-40B4-BE49-F238E27FC236}">
                  <a16:creationId xmlns:a16="http://schemas.microsoft.com/office/drawing/2014/main" id="{698E39B2-99C4-D65F-BA46-A4736BF6E3C0}"/>
                </a:ext>
              </a:extLst>
            </p:cNvPr>
            <p:cNvSpPr/>
            <p:nvPr/>
          </p:nvSpPr>
          <p:spPr>
            <a:xfrm>
              <a:off x="4804950" y="2415700"/>
              <a:ext cx="103550" cy="112775"/>
            </a:xfrm>
            <a:custGeom>
              <a:avLst/>
              <a:gdLst/>
              <a:ahLst/>
              <a:cxnLst/>
              <a:rect l="l" t="t" r="r" b="b"/>
              <a:pathLst>
                <a:path w="4142" h="4511" extrusionOk="0">
                  <a:moveTo>
                    <a:pt x="445" y="0"/>
                  </a:moveTo>
                  <a:lnTo>
                    <a:pt x="1" y="4510"/>
                  </a:lnTo>
                  <a:lnTo>
                    <a:pt x="4142" y="2588"/>
                  </a:lnTo>
                  <a:lnTo>
                    <a:pt x="4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648;p40">
              <a:extLst>
                <a:ext uri="{FF2B5EF4-FFF2-40B4-BE49-F238E27FC236}">
                  <a16:creationId xmlns:a16="http://schemas.microsoft.com/office/drawing/2014/main" id="{55F18086-2BCB-A8C7-68F9-EFFDBB951BE8}"/>
                </a:ext>
              </a:extLst>
            </p:cNvPr>
            <p:cNvSpPr/>
            <p:nvPr/>
          </p:nvSpPr>
          <p:spPr>
            <a:xfrm>
              <a:off x="4788325" y="2389800"/>
              <a:ext cx="150675" cy="162700"/>
            </a:xfrm>
            <a:custGeom>
              <a:avLst/>
              <a:gdLst/>
              <a:ahLst/>
              <a:cxnLst/>
              <a:rect l="l" t="t" r="r" b="b"/>
              <a:pathLst>
                <a:path w="6027" h="6508" extrusionOk="0">
                  <a:moveTo>
                    <a:pt x="1110" y="1036"/>
                  </a:moveTo>
                  <a:lnTo>
                    <a:pt x="4807" y="3624"/>
                  </a:lnTo>
                  <a:lnTo>
                    <a:pt x="666" y="5546"/>
                  </a:lnTo>
                  <a:lnTo>
                    <a:pt x="1110" y="1036"/>
                  </a:lnTo>
                  <a:close/>
                  <a:moveTo>
                    <a:pt x="629" y="1"/>
                  </a:moveTo>
                  <a:lnTo>
                    <a:pt x="0" y="6508"/>
                  </a:lnTo>
                  <a:lnTo>
                    <a:pt x="6027" y="3735"/>
                  </a:lnTo>
                  <a:lnTo>
                    <a:pt x="6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649;p40">
              <a:extLst>
                <a:ext uri="{FF2B5EF4-FFF2-40B4-BE49-F238E27FC236}">
                  <a16:creationId xmlns:a16="http://schemas.microsoft.com/office/drawing/2014/main" id="{886407A5-3453-C244-9E2B-78FE4948347F}"/>
                </a:ext>
              </a:extLst>
            </p:cNvPr>
            <p:cNvSpPr/>
            <p:nvPr/>
          </p:nvSpPr>
          <p:spPr>
            <a:xfrm>
              <a:off x="4821600" y="2445275"/>
              <a:ext cx="37925" cy="53625"/>
            </a:xfrm>
            <a:custGeom>
              <a:avLst/>
              <a:gdLst/>
              <a:ahLst/>
              <a:cxnLst/>
              <a:rect l="l" t="t" r="r" b="b"/>
              <a:pathLst>
                <a:path w="1517" h="2145" extrusionOk="0">
                  <a:moveTo>
                    <a:pt x="666" y="0"/>
                  </a:moveTo>
                  <a:lnTo>
                    <a:pt x="0" y="296"/>
                  </a:lnTo>
                  <a:lnTo>
                    <a:pt x="740" y="1479"/>
                  </a:lnTo>
                  <a:lnTo>
                    <a:pt x="1110" y="1294"/>
                  </a:lnTo>
                  <a:lnTo>
                    <a:pt x="666" y="0"/>
                  </a:lnTo>
                  <a:close/>
                  <a:moveTo>
                    <a:pt x="1294" y="1405"/>
                  </a:moveTo>
                  <a:lnTo>
                    <a:pt x="740" y="1664"/>
                  </a:lnTo>
                  <a:lnTo>
                    <a:pt x="999" y="2144"/>
                  </a:lnTo>
                  <a:lnTo>
                    <a:pt x="1516" y="1923"/>
                  </a:lnTo>
                  <a:lnTo>
                    <a:pt x="1294" y="140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650;p40">
              <a:extLst>
                <a:ext uri="{FF2B5EF4-FFF2-40B4-BE49-F238E27FC236}">
                  <a16:creationId xmlns:a16="http://schemas.microsoft.com/office/drawing/2014/main" id="{DD33C3B5-B741-B1FE-0FAB-23A0256D213E}"/>
                </a:ext>
              </a:extLst>
            </p:cNvPr>
            <p:cNvSpPr/>
            <p:nvPr/>
          </p:nvSpPr>
          <p:spPr>
            <a:xfrm>
              <a:off x="4241150" y="2285375"/>
              <a:ext cx="104475" cy="151600"/>
            </a:xfrm>
            <a:custGeom>
              <a:avLst/>
              <a:gdLst/>
              <a:ahLst/>
              <a:cxnLst/>
              <a:rect l="l" t="t" r="r" b="b"/>
              <a:pathLst>
                <a:path w="4179" h="6064" extrusionOk="0">
                  <a:moveTo>
                    <a:pt x="1886" y="924"/>
                  </a:moveTo>
                  <a:cubicBezTo>
                    <a:pt x="1960" y="924"/>
                    <a:pt x="2071" y="961"/>
                    <a:pt x="2108" y="1035"/>
                  </a:cubicBezTo>
                  <a:cubicBezTo>
                    <a:pt x="2145" y="1072"/>
                    <a:pt x="2182" y="1109"/>
                    <a:pt x="2256" y="1220"/>
                  </a:cubicBezTo>
                  <a:cubicBezTo>
                    <a:pt x="2293" y="1294"/>
                    <a:pt x="2293" y="1405"/>
                    <a:pt x="2330" y="1516"/>
                  </a:cubicBezTo>
                  <a:lnTo>
                    <a:pt x="2885" y="3919"/>
                  </a:lnTo>
                  <a:cubicBezTo>
                    <a:pt x="2885" y="4030"/>
                    <a:pt x="2958" y="4104"/>
                    <a:pt x="2958" y="4178"/>
                  </a:cubicBezTo>
                  <a:lnTo>
                    <a:pt x="2958" y="4363"/>
                  </a:lnTo>
                  <a:cubicBezTo>
                    <a:pt x="2995" y="4437"/>
                    <a:pt x="2958" y="4474"/>
                    <a:pt x="2958" y="4548"/>
                  </a:cubicBezTo>
                  <a:cubicBezTo>
                    <a:pt x="2885" y="4585"/>
                    <a:pt x="2885" y="4621"/>
                    <a:pt x="2848" y="4658"/>
                  </a:cubicBezTo>
                  <a:cubicBezTo>
                    <a:pt x="2811" y="4732"/>
                    <a:pt x="2774" y="4732"/>
                    <a:pt x="2700" y="4769"/>
                  </a:cubicBezTo>
                  <a:cubicBezTo>
                    <a:pt x="2663" y="4806"/>
                    <a:pt x="2552" y="4843"/>
                    <a:pt x="2478" y="4843"/>
                  </a:cubicBezTo>
                  <a:lnTo>
                    <a:pt x="2293" y="4917"/>
                  </a:lnTo>
                  <a:lnTo>
                    <a:pt x="1369" y="1035"/>
                  </a:lnTo>
                  <a:lnTo>
                    <a:pt x="1554" y="961"/>
                  </a:lnTo>
                  <a:cubicBezTo>
                    <a:pt x="1701" y="924"/>
                    <a:pt x="1775" y="924"/>
                    <a:pt x="1886" y="924"/>
                  </a:cubicBezTo>
                  <a:close/>
                  <a:moveTo>
                    <a:pt x="2293" y="0"/>
                  </a:moveTo>
                  <a:cubicBezTo>
                    <a:pt x="2071" y="0"/>
                    <a:pt x="1738" y="37"/>
                    <a:pt x="1369" y="148"/>
                  </a:cubicBezTo>
                  <a:lnTo>
                    <a:pt x="1" y="481"/>
                  </a:lnTo>
                  <a:lnTo>
                    <a:pt x="1295" y="6063"/>
                  </a:lnTo>
                  <a:lnTo>
                    <a:pt x="2626" y="5694"/>
                  </a:lnTo>
                  <a:cubicBezTo>
                    <a:pt x="2995" y="5583"/>
                    <a:pt x="3254" y="5509"/>
                    <a:pt x="3476" y="5361"/>
                  </a:cubicBezTo>
                  <a:cubicBezTo>
                    <a:pt x="3735" y="5213"/>
                    <a:pt x="3920" y="5102"/>
                    <a:pt x="3994" y="4917"/>
                  </a:cubicBezTo>
                  <a:cubicBezTo>
                    <a:pt x="4142" y="4732"/>
                    <a:pt x="4179" y="4474"/>
                    <a:pt x="4179" y="4252"/>
                  </a:cubicBezTo>
                  <a:cubicBezTo>
                    <a:pt x="4179" y="4030"/>
                    <a:pt x="4179" y="3734"/>
                    <a:pt x="4105" y="3438"/>
                  </a:cubicBezTo>
                  <a:lnTo>
                    <a:pt x="3624" y="1442"/>
                  </a:lnTo>
                  <a:cubicBezTo>
                    <a:pt x="3550" y="1109"/>
                    <a:pt x="3439" y="850"/>
                    <a:pt x="3365" y="666"/>
                  </a:cubicBezTo>
                  <a:cubicBezTo>
                    <a:pt x="3254" y="481"/>
                    <a:pt x="3106" y="296"/>
                    <a:pt x="2958" y="185"/>
                  </a:cubicBezTo>
                  <a:cubicBezTo>
                    <a:pt x="2774" y="111"/>
                    <a:pt x="2589" y="0"/>
                    <a:pt x="22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51;p40">
              <a:extLst>
                <a:ext uri="{FF2B5EF4-FFF2-40B4-BE49-F238E27FC236}">
                  <a16:creationId xmlns:a16="http://schemas.microsoft.com/office/drawing/2014/main" id="{34295DEC-5ACF-99D8-A248-6FF864EBE55B}"/>
                </a:ext>
              </a:extLst>
            </p:cNvPr>
            <p:cNvSpPr/>
            <p:nvPr/>
          </p:nvSpPr>
          <p:spPr>
            <a:xfrm>
              <a:off x="4359475" y="2261325"/>
              <a:ext cx="94300" cy="153475"/>
            </a:xfrm>
            <a:custGeom>
              <a:avLst/>
              <a:gdLst/>
              <a:ahLst/>
              <a:cxnLst/>
              <a:rect l="l" t="t" r="r" b="b"/>
              <a:pathLst>
                <a:path w="3772" h="6139" extrusionOk="0">
                  <a:moveTo>
                    <a:pt x="1072" y="1665"/>
                  </a:moveTo>
                  <a:lnTo>
                    <a:pt x="1849" y="3735"/>
                  </a:lnTo>
                  <a:lnTo>
                    <a:pt x="1257" y="3883"/>
                  </a:lnTo>
                  <a:lnTo>
                    <a:pt x="1072" y="1665"/>
                  </a:lnTo>
                  <a:close/>
                  <a:moveTo>
                    <a:pt x="1405" y="1"/>
                  </a:moveTo>
                  <a:lnTo>
                    <a:pt x="0" y="334"/>
                  </a:lnTo>
                  <a:lnTo>
                    <a:pt x="259" y="6138"/>
                  </a:lnTo>
                  <a:lnTo>
                    <a:pt x="1405" y="5879"/>
                  </a:lnTo>
                  <a:lnTo>
                    <a:pt x="1294" y="4622"/>
                  </a:lnTo>
                  <a:lnTo>
                    <a:pt x="2144" y="4437"/>
                  </a:lnTo>
                  <a:lnTo>
                    <a:pt x="2588" y="5583"/>
                  </a:lnTo>
                  <a:lnTo>
                    <a:pt x="3771" y="5325"/>
                  </a:lnTo>
                  <a:lnTo>
                    <a:pt x="14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52;p40">
              <a:extLst>
                <a:ext uri="{FF2B5EF4-FFF2-40B4-BE49-F238E27FC236}">
                  <a16:creationId xmlns:a16="http://schemas.microsoft.com/office/drawing/2014/main" id="{FFC812A4-6375-DB71-E496-C0734D060D26}"/>
                </a:ext>
              </a:extLst>
            </p:cNvPr>
            <p:cNvSpPr/>
            <p:nvPr/>
          </p:nvSpPr>
          <p:spPr>
            <a:xfrm>
              <a:off x="4434325" y="2234525"/>
              <a:ext cx="108175" cy="157150"/>
            </a:xfrm>
            <a:custGeom>
              <a:avLst/>
              <a:gdLst/>
              <a:ahLst/>
              <a:cxnLst/>
              <a:rect l="l" t="t" r="r" b="b"/>
              <a:pathLst>
                <a:path w="4327" h="6286" extrusionOk="0">
                  <a:moveTo>
                    <a:pt x="3032" y="1"/>
                  </a:moveTo>
                  <a:lnTo>
                    <a:pt x="1997" y="223"/>
                  </a:lnTo>
                  <a:lnTo>
                    <a:pt x="2663" y="2921"/>
                  </a:lnTo>
                  <a:lnTo>
                    <a:pt x="888" y="518"/>
                  </a:lnTo>
                  <a:lnTo>
                    <a:pt x="1" y="703"/>
                  </a:lnTo>
                  <a:lnTo>
                    <a:pt x="1295" y="6286"/>
                  </a:lnTo>
                  <a:lnTo>
                    <a:pt x="2330" y="6027"/>
                  </a:lnTo>
                  <a:lnTo>
                    <a:pt x="1627" y="3143"/>
                  </a:lnTo>
                  <a:lnTo>
                    <a:pt x="3476" y="5768"/>
                  </a:lnTo>
                  <a:lnTo>
                    <a:pt x="4326" y="5583"/>
                  </a:lnTo>
                  <a:lnTo>
                    <a:pt x="30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53;p40">
              <a:extLst>
                <a:ext uri="{FF2B5EF4-FFF2-40B4-BE49-F238E27FC236}">
                  <a16:creationId xmlns:a16="http://schemas.microsoft.com/office/drawing/2014/main" id="{777AE751-FA7B-8AB8-FC6E-228B6048D6C7}"/>
                </a:ext>
              </a:extLst>
            </p:cNvPr>
            <p:cNvSpPr/>
            <p:nvPr/>
          </p:nvSpPr>
          <p:spPr>
            <a:xfrm>
              <a:off x="4537850" y="2215125"/>
              <a:ext cx="109075" cy="148275"/>
            </a:xfrm>
            <a:custGeom>
              <a:avLst/>
              <a:gdLst/>
              <a:ahLst/>
              <a:cxnLst/>
              <a:rect l="l" t="t" r="r" b="b"/>
              <a:pathLst>
                <a:path w="4363" h="5931" extrusionOk="0">
                  <a:moveTo>
                    <a:pt x="1960" y="0"/>
                  </a:moveTo>
                  <a:cubicBezTo>
                    <a:pt x="1775" y="0"/>
                    <a:pt x="1553" y="37"/>
                    <a:pt x="1331" y="74"/>
                  </a:cubicBezTo>
                  <a:cubicBezTo>
                    <a:pt x="1073" y="148"/>
                    <a:pt x="851" y="222"/>
                    <a:pt x="703" y="333"/>
                  </a:cubicBezTo>
                  <a:cubicBezTo>
                    <a:pt x="518" y="407"/>
                    <a:pt x="370" y="555"/>
                    <a:pt x="259" y="703"/>
                  </a:cubicBezTo>
                  <a:cubicBezTo>
                    <a:pt x="148" y="814"/>
                    <a:pt x="74" y="962"/>
                    <a:pt x="37" y="1146"/>
                  </a:cubicBezTo>
                  <a:cubicBezTo>
                    <a:pt x="0" y="1331"/>
                    <a:pt x="0" y="1553"/>
                    <a:pt x="0" y="1738"/>
                  </a:cubicBezTo>
                  <a:cubicBezTo>
                    <a:pt x="0" y="1997"/>
                    <a:pt x="37" y="2219"/>
                    <a:pt x="74" y="2440"/>
                  </a:cubicBezTo>
                  <a:lnTo>
                    <a:pt x="481" y="4289"/>
                  </a:lnTo>
                  <a:cubicBezTo>
                    <a:pt x="592" y="4622"/>
                    <a:pt x="703" y="4844"/>
                    <a:pt x="777" y="5065"/>
                  </a:cubicBezTo>
                  <a:cubicBezTo>
                    <a:pt x="925" y="5324"/>
                    <a:pt x="1036" y="5509"/>
                    <a:pt x="1183" y="5620"/>
                  </a:cubicBezTo>
                  <a:cubicBezTo>
                    <a:pt x="1331" y="5768"/>
                    <a:pt x="1516" y="5879"/>
                    <a:pt x="1738" y="5916"/>
                  </a:cubicBezTo>
                  <a:cubicBezTo>
                    <a:pt x="1792" y="5927"/>
                    <a:pt x="1856" y="5931"/>
                    <a:pt x="1925" y="5931"/>
                  </a:cubicBezTo>
                  <a:cubicBezTo>
                    <a:pt x="2093" y="5931"/>
                    <a:pt x="2294" y="5905"/>
                    <a:pt x="2477" y="5879"/>
                  </a:cubicBezTo>
                  <a:cubicBezTo>
                    <a:pt x="2921" y="5768"/>
                    <a:pt x="3180" y="5546"/>
                    <a:pt x="3365" y="5065"/>
                  </a:cubicBezTo>
                  <a:lnTo>
                    <a:pt x="3550" y="5546"/>
                  </a:lnTo>
                  <a:lnTo>
                    <a:pt x="4363" y="5361"/>
                  </a:lnTo>
                  <a:lnTo>
                    <a:pt x="3697" y="2440"/>
                  </a:lnTo>
                  <a:lnTo>
                    <a:pt x="2071" y="2810"/>
                  </a:lnTo>
                  <a:lnTo>
                    <a:pt x="2256" y="3550"/>
                  </a:lnTo>
                  <a:lnTo>
                    <a:pt x="2773" y="3402"/>
                  </a:lnTo>
                  <a:lnTo>
                    <a:pt x="2884" y="4067"/>
                  </a:lnTo>
                  <a:cubicBezTo>
                    <a:pt x="2995" y="4548"/>
                    <a:pt x="2884" y="4844"/>
                    <a:pt x="2588" y="4954"/>
                  </a:cubicBezTo>
                  <a:cubicBezTo>
                    <a:pt x="2542" y="4964"/>
                    <a:pt x="2498" y="4968"/>
                    <a:pt x="2457" y="4968"/>
                  </a:cubicBezTo>
                  <a:cubicBezTo>
                    <a:pt x="2334" y="4968"/>
                    <a:pt x="2237" y="4927"/>
                    <a:pt x="2182" y="4844"/>
                  </a:cubicBezTo>
                  <a:cubicBezTo>
                    <a:pt x="2071" y="4696"/>
                    <a:pt x="1997" y="4585"/>
                    <a:pt x="1923" y="4326"/>
                  </a:cubicBezTo>
                  <a:lnTo>
                    <a:pt x="1331" y="1812"/>
                  </a:lnTo>
                  <a:cubicBezTo>
                    <a:pt x="1331" y="1701"/>
                    <a:pt x="1294" y="1627"/>
                    <a:pt x="1294" y="1553"/>
                  </a:cubicBezTo>
                  <a:lnTo>
                    <a:pt x="1294" y="1368"/>
                  </a:lnTo>
                  <a:cubicBezTo>
                    <a:pt x="1294" y="1294"/>
                    <a:pt x="1331" y="1257"/>
                    <a:pt x="1331" y="1183"/>
                  </a:cubicBezTo>
                  <a:cubicBezTo>
                    <a:pt x="1331" y="1146"/>
                    <a:pt x="1368" y="1109"/>
                    <a:pt x="1405" y="1036"/>
                  </a:cubicBezTo>
                  <a:cubicBezTo>
                    <a:pt x="1479" y="999"/>
                    <a:pt x="1516" y="962"/>
                    <a:pt x="1590" y="962"/>
                  </a:cubicBezTo>
                  <a:lnTo>
                    <a:pt x="1775" y="962"/>
                  </a:lnTo>
                  <a:cubicBezTo>
                    <a:pt x="1849" y="962"/>
                    <a:pt x="1886" y="962"/>
                    <a:pt x="1923" y="999"/>
                  </a:cubicBezTo>
                  <a:cubicBezTo>
                    <a:pt x="1960" y="1073"/>
                    <a:pt x="1960" y="1109"/>
                    <a:pt x="2034" y="1146"/>
                  </a:cubicBezTo>
                  <a:cubicBezTo>
                    <a:pt x="2034" y="1257"/>
                    <a:pt x="2071" y="1294"/>
                    <a:pt x="2071" y="1331"/>
                  </a:cubicBezTo>
                  <a:cubicBezTo>
                    <a:pt x="2071" y="1368"/>
                    <a:pt x="2108" y="1442"/>
                    <a:pt x="2108" y="1516"/>
                  </a:cubicBezTo>
                  <a:lnTo>
                    <a:pt x="2219" y="1997"/>
                  </a:lnTo>
                  <a:lnTo>
                    <a:pt x="3402" y="1701"/>
                  </a:lnTo>
                  <a:lnTo>
                    <a:pt x="3328" y="1331"/>
                  </a:lnTo>
                  <a:cubicBezTo>
                    <a:pt x="3291" y="1109"/>
                    <a:pt x="3217" y="925"/>
                    <a:pt x="3143" y="777"/>
                  </a:cubicBezTo>
                  <a:lnTo>
                    <a:pt x="2847" y="370"/>
                  </a:lnTo>
                  <a:cubicBezTo>
                    <a:pt x="2773" y="222"/>
                    <a:pt x="2625" y="148"/>
                    <a:pt x="2477" y="74"/>
                  </a:cubicBezTo>
                  <a:cubicBezTo>
                    <a:pt x="2330" y="37"/>
                    <a:pt x="2145" y="0"/>
                    <a:pt x="19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54;p40">
              <a:extLst>
                <a:ext uri="{FF2B5EF4-FFF2-40B4-BE49-F238E27FC236}">
                  <a16:creationId xmlns:a16="http://schemas.microsoft.com/office/drawing/2014/main" id="{65DE164B-2D5C-C965-2087-8CD4A4FDD623}"/>
                </a:ext>
              </a:extLst>
            </p:cNvPr>
            <p:cNvSpPr/>
            <p:nvPr/>
          </p:nvSpPr>
          <p:spPr>
            <a:xfrm>
              <a:off x="4630275" y="2191100"/>
              <a:ext cx="93375" cy="154375"/>
            </a:xfrm>
            <a:custGeom>
              <a:avLst/>
              <a:gdLst/>
              <a:ahLst/>
              <a:cxnLst/>
              <a:rect l="l" t="t" r="r" b="b"/>
              <a:pathLst>
                <a:path w="3735" h="6175" extrusionOk="0">
                  <a:moveTo>
                    <a:pt x="2478" y="0"/>
                  </a:moveTo>
                  <a:lnTo>
                    <a:pt x="0" y="592"/>
                  </a:lnTo>
                  <a:lnTo>
                    <a:pt x="1294" y="6174"/>
                  </a:lnTo>
                  <a:lnTo>
                    <a:pt x="3735" y="5546"/>
                  </a:lnTo>
                  <a:lnTo>
                    <a:pt x="3550" y="4695"/>
                  </a:lnTo>
                  <a:lnTo>
                    <a:pt x="2256" y="5028"/>
                  </a:lnTo>
                  <a:lnTo>
                    <a:pt x="1886" y="3364"/>
                  </a:lnTo>
                  <a:lnTo>
                    <a:pt x="2847" y="3143"/>
                  </a:lnTo>
                  <a:lnTo>
                    <a:pt x="2662" y="2255"/>
                  </a:lnTo>
                  <a:lnTo>
                    <a:pt x="1701" y="2477"/>
                  </a:lnTo>
                  <a:lnTo>
                    <a:pt x="1368" y="1109"/>
                  </a:lnTo>
                  <a:lnTo>
                    <a:pt x="2662" y="813"/>
                  </a:lnTo>
                  <a:lnTo>
                    <a:pt x="24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55;p40">
              <a:extLst>
                <a:ext uri="{FF2B5EF4-FFF2-40B4-BE49-F238E27FC236}">
                  <a16:creationId xmlns:a16="http://schemas.microsoft.com/office/drawing/2014/main" id="{C53C40F4-8300-3C82-9A65-0EAFFF2ACEF6}"/>
                </a:ext>
              </a:extLst>
            </p:cNvPr>
            <p:cNvSpPr/>
            <p:nvPr/>
          </p:nvSpPr>
          <p:spPr>
            <a:xfrm>
              <a:off x="4707925" y="2175375"/>
              <a:ext cx="118325" cy="151600"/>
            </a:xfrm>
            <a:custGeom>
              <a:avLst/>
              <a:gdLst/>
              <a:ahLst/>
              <a:cxnLst/>
              <a:rect l="l" t="t" r="r" b="b"/>
              <a:pathLst>
                <a:path w="4733" h="6064" extrusionOk="0">
                  <a:moveTo>
                    <a:pt x="1928" y="874"/>
                  </a:moveTo>
                  <a:cubicBezTo>
                    <a:pt x="2070" y="874"/>
                    <a:pt x="2181" y="916"/>
                    <a:pt x="2292" y="999"/>
                  </a:cubicBezTo>
                  <a:cubicBezTo>
                    <a:pt x="2440" y="1110"/>
                    <a:pt x="2514" y="1258"/>
                    <a:pt x="2588" y="1553"/>
                  </a:cubicBezTo>
                  <a:cubicBezTo>
                    <a:pt x="2662" y="1812"/>
                    <a:pt x="2662" y="2034"/>
                    <a:pt x="2588" y="2182"/>
                  </a:cubicBezTo>
                  <a:cubicBezTo>
                    <a:pt x="2477" y="2330"/>
                    <a:pt x="2292" y="2478"/>
                    <a:pt x="2070" y="2515"/>
                  </a:cubicBezTo>
                  <a:lnTo>
                    <a:pt x="1738" y="2589"/>
                  </a:lnTo>
                  <a:lnTo>
                    <a:pt x="1405" y="999"/>
                  </a:lnTo>
                  <a:lnTo>
                    <a:pt x="1775" y="888"/>
                  </a:lnTo>
                  <a:cubicBezTo>
                    <a:pt x="1830" y="879"/>
                    <a:pt x="1881" y="874"/>
                    <a:pt x="1928" y="874"/>
                  </a:cubicBezTo>
                  <a:close/>
                  <a:moveTo>
                    <a:pt x="2144" y="1"/>
                  </a:moveTo>
                  <a:cubicBezTo>
                    <a:pt x="1959" y="1"/>
                    <a:pt x="1738" y="75"/>
                    <a:pt x="1516" y="112"/>
                  </a:cubicBezTo>
                  <a:lnTo>
                    <a:pt x="0" y="481"/>
                  </a:lnTo>
                  <a:lnTo>
                    <a:pt x="1294" y="6064"/>
                  </a:lnTo>
                  <a:lnTo>
                    <a:pt x="2514" y="5731"/>
                  </a:lnTo>
                  <a:lnTo>
                    <a:pt x="1922" y="3254"/>
                  </a:lnTo>
                  <a:lnTo>
                    <a:pt x="2255" y="3143"/>
                  </a:lnTo>
                  <a:lnTo>
                    <a:pt x="3438" y="5509"/>
                  </a:lnTo>
                  <a:lnTo>
                    <a:pt x="4732" y="5250"/>
                  </a:lnTo>
                  <a:lnTo>
                    <a:pt x="3364" y="2736"/>
                  </a:lnTo>
                  <a:cubicBezTo>
                    <a:pt x="3586" y="2552"/>
                    <a:pt x="3734" y="2330"/>
                    <a:pt x="3771" y="2108"/>
                  </a:cubicBezTo>
                  <a:cubicBezTo>
                    <a:pt x="3808" y="1849"/>
                    <a:pt x="3808" y="1553"/>
                    <a:pt x="3734" y="1184"/>
                  </a:cubicBezTo>
                  <a:cubicBezTo>
                    <a:pt x="3660" y="925"/>
                    <a:pt x="3586" y="703"/>
                    <a:pt x="3475" y="555"/>
                  </a:cubicBezTo>
                  <a:cubicBezTo>
                    <a:pt x="3401" y="370"/>
                    <a:pt x="3290" y="296"/>
                    <a:pt x="3179" y="185"/>
                  </a:cubicBezTo>
                  <a:cubicBezTo>
                    <a:pt x="3032" y="112"/>
                    <a:pt x="2884" y="75"/>
                    <a:pt x="2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6;p40">
              <a:extLst>
                <a:ext uri="{FF2B5EF4-FFF2-40B4-BE49-F238E27FC236}">
                  <a16:creationId xmlns:a16="http://schemas.microsoft.com/office/drawing/2014/main" id="{F7592782-5AC7-AAF2-AC91-F75EB1AAACD7}"/>
                </a:ext>
              </a:extLst>
            </p:cNvPr>
            <p:cNvSpPr/>
            <p:nvPr/>
          </p:nvSpPr>
          <p:spPr>
            <a:xfrm>
              <a:off x="4179225" y="2105125"/>
              <a:ext cx="707100" cy="392850"/>
            </a:xfrm>
            <a:custGeom>
              <a:avLst/>
              <a:gdLst/>
              <a:ahLst/>
              <a:cxnLst/>
              <a:rect l="l" t="t" r="r" b="b"/>
              <a:pathLst>
                <a:path w="28284" h="15714" extrusionOk="0">
                  <a:moveTo>
                    <a:pt x="25437" y="962"/>
                  </a:moveTo>
                  <a:lnTo>
                    <a:pt x="27322" y="9022"/>
                  </a:lnTo>
                  <a:lnTo>
                    <a:pt x="2885" y="14752"/>
                  </a:lnTo>
                  <a:lnTo>
                    <a:pt x="962" y="6693"/>
                  </a:lnTo>
                  <a:lnTo>
                    <a:pt x="25437" y="962"/>
                  </a:lnTo>
                  <a:close/>
                  <a:moveTo>
                    <a:pt x="26028" y="1"/>
                  </a:moveTo>
                  <a:lnTo>
                    <a:pt x="1" y="6101"/>
                  </a:lnTo>
                  <a:lnTo>
                    <a:pt x="2256" y="15713"/>
                  </a:lnTo>
                  <a:lnTo>
                    <a:pt x="28283" y="9613"/>
                  </a:lnTo>
                  <a:lnTo>
                    <a:pt x="260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57;p40">
              <a:extLst>
                <a:ext uri="{FF2B5EF4-FFF2-40B4-BE49-F238E27FC236}">
                  <a16:creationId xmlns:a16="http://schemas.microsoft.com/office/drawing/2014/main" id="{6DF7E49E-EE08-31F6-B841-1E6A39910CF7}"/>
                </a:ext>
              </a:extLst>
            </p:cNvPr>
            <p:cNvSpPr/>
            <p:nvPr/>
          </p:nvSpPr>
          <p:spPr>
            <a:xfrm>
              <a:off x="4153350" y="2054900"/>
              <a:ext cx="33300" cy="41025"/>
            </a:xfrm>
            <a:custGeom>
              <a:avLst/>
              <a:gdLst/>
              <a:ahLst/>
              <a:cxnLst/>
              <a:rect l="l" t="t" r="r" b="b"/>
              <a:pathLst>
                <a:path w="1332" h="1641" extrusionOk="0">
                  <a:moveTo>
                    <a:pt x="195" y="0"/>
                  </a:moveTo>
                  <a:cubicBezTo>
                    <a:pt x="166" y="0"/>
                    <a:pt x="138" y="5"/>
                    <a:pt x="112" y="13"/>
                  </a:cubicBezTo>
                  <a:cubicBezTo>
                    <a:pt x="38" y="87"/>
                    <a:pt x="1" y="272"/>
                    <a:pt x="75" y="383"/>
                  </a:cubicBezTo>
                  <a:lnTo>
                    <a:pt x="444" y="938"/>
                  </a:lnTo>
                  <a:cubicBezTo>
                    <a:pt x="629" y="1233"/>
                    <a:pt x="851" y="1492"/>
                    <a:pt x="851" y="1492"/>
                  </a:cubicBezTo>
                  <a:cubicBezTo>
                    <a:pt x="925" y="1591"/>
                    <a:pt x="1032" y="1640"/>
                    <a:pt x="1117" y="1640"/>
                  </a:cubicBezTo>
                  <a:cubicBezTo>
                    <a:pt x="1159" y="1640"/>
                    <a:pt x="1196" y="1628"/>
                    <a:pt x="1221" y="1603"/>
                  </a:cubicBezTo>
                  <a:cubicBezTo>
                    <a:pt x="1332" y="1603"/>
                    <a:pt x="1332" y="1418"/>
                    <a:pt x="1221" y="1270"/>
                  </a:cubicBezTo>
                  <a:cubicBezTo>
                    <a:pt x="1221" y="1270"/>
                    <a:pt x="1036" y="1012"/>
                    <a:pt x="814" y="716"/>
                  </a:cubicBezTo>
                  <a:lnTo>
                    <a:pt x="444" y="161"/>
                  </a:lnTo>
                  <a:cubicBezTo>
                    <a:pt x="388" y="48"/>
                    <a:pt x="288" y="0"/>
                    <a:pt x="19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58;p40">
              <a:extLst>
                <a:ext uri="{FF2B5EF4-FFF2-40B4-BE49-F238E27FC236}">
                  <a16:creationId xmlns:a16="http://schemas.microsoft.com/office/drawing/2014/main" id="{A19CD1D5-7CA8-36A9-195F-CD32B632B2D4}"/>
                </a:ext>
              </a:extLst>
            </p:cNvPr>
            <p:cNvSpPr/>
            <p:nvPr/>
          </p:nvSpPr>
          <p:spPr>
            <a:xfrm>
              <a:off x="4116375" y="2005525"/>
              <a:ext cx="58250" cy="67150"/>
            </a:xfrm>
            <a:custGeom>
              <a:avLst/>
              <a:gdLst/>
              <a:ahLst/>
              <a:cxnLst/>
              <a:rect l="l" t="t" r="r" b="b"/>
              <a:pathLst>
                <a:path w="2330" h="2686" extrusionOk="0">
                  <a:moveTo>
                    <a:pt x="764" y="361"/>
                  </a:moveTo>
                  <a:cubicBezTo>
                    <a:pt x="914" y="361"/>
                    <a:pt x="1071" y="488"/>
                    <a:pt x="1184" y="657"/>
                  </a:cubicBezTo>
                  <a:lnTo>
                    <a:pt x="1480" y="1138"/>
                  </a:lnTo>
                  <a:lnTo>
                    <a:pt x="1738" y="1582"/>
                  </a:lnTo>
                  <a:cubicBezTo>
                    <a:pt x="1886" y="1804"/>
                    <a:pt x="1886" y="2099"/>
                    <a:pt x="1701" y="2247"/>
                  </a:cubicBezTo>
                  <a:cubicBezTo>
                    <a:pt x="1649" y="2279"/>
                    <a:pt x="1594" y="2295"/>
                    <a:pt x="1537" y="2295"/>
                  </a:cubicBezTo>
                  <a:cubicBezTo>
                    <a:pt x="1394" y="2295"/>
                    <a:pt x="1242" y="2190"/>
                    <a:pt x="1110" y="1951"/>
                  </a:cubicBezTo>
                  <a:lnTo>
                    <a:pt x="814" y="1508"/>
                  </a:lnTo>
                  <a:lnTo>
                    <a:pt x="555" y="1027"/>
                  </a:lnTo>
                  <a:cubicBezTo>
                    <a:pt x="407" y="768"/>
                    <a:pt x="444" y="473"/>
                    <a:pt x="629" y="399"/>
                  </a:cubicBezTo>
                  <a:cubicBezTo>
                    <a:pt x="673" y="373"/>
                    <a:pt x="718" y="361"/>
                    <a:pt x="764" y="361"/>
                  </a:cubicBezTo>
                  <a:close/>
                  <a:moveTo>
                    <a:pt x="807" y="1"/>
                  </a:moveTo>
                  <a:cubicBezTo>
                    <a:pt x="702" y="1"/>
                    <a:pt x="592" y="22"/>
                    <a:pt x="481" y="66"/>
                  </a:cubicBezTo>
                  <a:cubicBezTo>
                    <a:pt x="112" y="251"/>
                    <a:pt x="1" y="657"/>
                    <a:pt x="149" y="1027"/>
                  </a:cubicBezTo>
                  <a:cubicBezTo>
                    <a:pt x="149" y="1027"/>
                    <a:pt x="370" y="1397"/>
                    <a:pt x="555" y="1730"/>
                  </a:cubicBezTo>
                  <a:cubicBezTo>
                    <a:pt x="703" y="2062"/>
                    <a:pt x="962" y="2358"/>
                    <a:pt x="962" y="2358"/>
                  </a:cubicBezTo>
                  <a:cubicBezTo>
                    <a:pt x="1077" y="2565"/>
                    <a:pt x="1292" y="2686"/>
                    <a:pt x="1518" y="2686"/>
                  </a:cubicBezTo>
                  <a:cubicBezTo>
                    <a:pt x="1655" y="2686"/>
                    <a:pt x="1797" y="2641"/>
                    <a:pt x="1923" y="2543"/>
                  </a:cubicBezTo>
                  <a:cubicBezTo>
                    <a:pt x="2256" y="2358"/>
                    <a:pt x="2330" y="1914"/>
                    <a:pt x="2145" y="1545"/>
                  </a:cubicBezTo>
                  <a:cubicBezTo>
                    <a:pt x="2145" y="1545"/>
                    <a:pt x="1960" y="1249"/>
                    <a:pt x="1775" y="953"/>
                  </a:cubicBezTo>
                  <a:cubicBezTo>
                    <a:pt x="1591" y="657"/>
                    <a:pt x="1406" y="325"/>
                    <a:pt x="1406" y="325"/>
                  </a:cubicBezTo>
                  <a:cubicBezTo>
                    <a:pt x="1276" y="117"/>
                    <a:pt x="1055" y="1"/>
                    <a:pt x="8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59;p40">
              <a:extLst>
                <a:ext uri="{FF2B5EF4-FFF2-40B4-BE49-F238E27FC236}">
                  <a16:creationId xmlns:a16="http://schemas.microsoft.com/office/drawing/2014/main" id="{C9FCC751-1DD8-4441-D2E3-DD9D3262D499}"/>
                </a:ext>
              </a:extLst>
            </p:cNvPr>
            <p:cNvSpPr/>
            <p:nvPr/>
          </p:nvSpPr>
          <p:spPr>
            <a:xfrm>
              <a:off x="4219900" y="2137450"/>
              <a:ext cx="38850" cy="35400"/>
            </a:xfrm>
            <a:custGeom>
              <a:avLst/>
              <a:gdLst/>
              <a:ahLst/>
              <a:cxnLst/>
              <a:rect l="l" t="t" r="r" b="b"/>
              <a:pathLst>
                <a:path w="1554" h="1416" extrusionOk="0">
                  <a:moveTo>
                    <a:pt x="224" y="0"/>
                  </a:moveTo>
                  <a:cubicBezTo>
                    <a:pt x="178" y="0"/>
                    <a:pt x="138" y="13"/>
                    <a:pt x="111" y="39"/>
                  </a:cubicBezTo>
                  <a:cubicBezTo>
                    <a:pt x="1" y="150"/>
                    <a:pt x="1" y="298"/>
                    <a:pt x="148" y="408"/>
                  </a:cubicBezTo>
                  <a:cubicBezTo>
                    <a:pt x="148" y="408"/>
                    <a:pt x="370" y="667"/>
                    <a:pt x="666" y="889"/>
                  </a:cubicBezTo>
                  <a:cubicBezTo>
                    <a:pt x="925" y="1111"/>
                    <a:pt x="1147" y="1333"/>
                    <a:pt x="1147" y="1333"/>
                  </a:cubicBezTo>
                  <a:cubicBezTo>
                    <a:pt x="1221" y="1388"/>
                    <a:pt x="1294" y="1416"/>
                    <a:pt x="1359" y="1416"/>
                  </a:cubicBezTo>
                  <a:cubicBezTo>
                    <a:pt x="1424" y="1416"/>
                    <a:pt x="1479" y="1388"/>
                    <a:pt x="1516" y="1333"/>
                  </a:cubicBezTo>
                  <a:cubicBezTo>
                    <a:pt x="1553" y="1259"/>
                    <a:pt x="1516" y="1111"/>
                    <a:pt x="1442" y="1037"/>
                  </a:cubicBezTo>
                  <a:cubicBezTo>
                    <a:pt x="1442" y="1037"/>
                    <a:pt x="1221" y="778"/>
                    <a:pt x="925" y="556"/>
                  </a:cubicBezTo>
                  <a:lnTo>
                    <a:pt x="481" y="113"/>
                  </a:lnTo>
                  <a:cubicBezTo>
                    <a:pt x="409" y="41"/>
                    <a:pt x="307" y="0"/>
                    <a:pt x="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60;p40">
              <a:extLst>
                <a:ext uri="{FF2B5EF4-FFF2-40B4-BE49-F238E27FC236}">
                  <a16:creationId xmlns:a16="http://schemas.microsoft.com/office/drawing/2014/main" id="{5060D226-DF22-66ED-724E-17F768E597AE}"/>
                </a:ext>
              </a:extLst>
            </p:cNvPr>
            <p:cNvSpPr/>
            <p:nvPr/>
          </p:nvSpPr>
          <p:spPr>
            <a:xfrm>
              <a:off x="4174600" y="2093250"/>
              <a:ext cx="64725" cy="61125"/>
            </a:xfrm>
            <a:custGeom>
              <a:avLst/>
              <a:gdLst/>
              <a:ahLst/>
              <a:cxnLst/>
              <a:rect l="l" t="t" r="r" b="b"/>
              <a:pathLst>
                <a:path w="2589" h="2445" extrusionOk="0">
                  <a:moveTo>
                    <a:pt x="797" y="304"/>
                  </a:moveTo>
                  <a:cubicBezTo>
                    <a:pt x="938" y="304"/>
                    <a:pt x="1102" y="371"/>
                    <a:pt x="1221" y="513"/>
                  </a:cubicBezTo>
                  <a:cubicBezTo>
                    <a:pt x="1221" y="513"/>
                    <a:pt x="1406" y="735"/>
                    <a:pt x="1591" y="956"/>
                  </a:cubicBezTo>
                  <a:lnTo>
                    <a:pt x="1960" y="1326"/>
                  </a:lnTo>
                  <a:cubicBezTo>
                    <a:pt x="2145" y="1548"/>
                    <a:pt x="2182" y="1807"/>
                    <a:pt x="2034" y="1955"/>
                  </a:cubicBezTo>
                  <a:cubicBezTo>
                    <a:pt x="1986" y="2035"/>
                    <a:pt x="1904" y="2073"/>
                    <a:pt x="1808" y="2073"/>
                  </a:cubicBezTo>
                  <a:cubicBezTo>
                    <a:pt x="1682" y="2073"/>
                    <a:pt x="1532" y="2007"/>
                    <a:pt x="1406" y="1881"/>
                  </a:cubicBezTo>
                  <a:cubicBezTo>
                    <a:pt x="1406" y="1881"/>
                    <a:pt x="1221" y="1622"/>
                    <a:pt x="1036" y="1437"/>
                  </a:cubicBezTo>
                  <a:cubicBezTo>
                    <a:pt x="851" y="1215"/>
                    <a:pt x="666" y="1030"/>
                    <a:pt x="666" y="1030"/>
                  </a:cubicBezTo>
                  <a:cubicBezTo>
                    <a:pt x="482" y="809"/>
                    <a:pt x="445" y="513"/>
                    <a:pt x="592" y="365"/>
                  </a:cubicBezTo>
                  <a:cubicBezTo>
                    <a:pt x="646" y="325"/>
                    <a:pt x="718" y="304"/>
                    <a:pt x="797" y="304"/>
                  </a:cubicBezTo>
                  <a:close/>
                  <a:moveTo>
                    <a:pt x="822" y="1"/>
                  </a:moveTo>
                  <a:cubicBezTo>
                    <a:pt x="669" y="1"/>
                    <a:pt x="513" y="48"/>
                    <a:pt x="371" y="143"/>
                  </a:cubicBezTo>
                  <a:cubicBezTo>
                    <a:pt x="75" y="402"/>
                    <a:pt x="1" y="809"/>
                    <a:pt x="297" y="1141"/>
                  </a:cubicBezTo>
                  <a:cubicBezTo>
                    <a:pt x="297" y="1141"/>
                    <a:pt x="519" y="1400"/>
                    <a:pt x="814" y="1696"/>
                  </a:cubicBezTo>
                  <a:cubicBezTo>
                    <a:pt x="1036" y="1955"/>
                    <a:pt x="1295" y="2250"/>
                    <a:pt x="1295" y="2250"/>
                  </a:cubicBezTo>
                  <a:cubicBezTo>
                    <a:pt x="1443" y="2380"/>
                    <a:pt x="1628" y="2445"/>
                    <a:pt x="1813" y="2445"/>
                  </a:cubicBezTo>
                  <a:cubicBezTo>
                    <a:pt x="1997" y="2445"/>
                    <a:pt x="2182" y="2380"/>
                    <a:pt x="2330" y="2250"/>
                  </a:cubicBezTo>
                  <a:cubicBezTo>
                    <a:pt x="2589" y="1955"/>
                    <a:pt x="2589" y="1548"/>
                    <a:pt x="2330" y="1326"/>
                  </a:cubicBezTo>
                  <a:cubicBezTo>
                    <a:pt x="2330" y="1326"/>
                    <a:pt x="2034" y="1067"/>
                    <a:pt x="1813" y="809"/>
                  </a:cubicBezTo>
                  <a:lnTo>
                    <a:pt x="1369" y="254"/>
                  </a:lnTo>
                  <a:cubicBezTo>
                    <a:pt x="1221" y="85"/>
                    <a:pt x="1025" y="1"/>
                    <a:pt x="8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661;p40">
              <a:extLst>
                <a:ext uri="{FF2B5EF4-FFF2-40B4-BE49-F238E27FC236}">
                  <a16:creationId xmlns:a16="http://schemas.microsoft.com/office/drawing/2014/main" id="{74B07F38-D71A-3A4A-E808-B76082AEE33A}"/>
                </a:ext>
              </a:extLst>
            </p:cNvPr>
            <p:cNvSpPr/>
            <p:nvPr/>
          </p:nvSpPr>
          <p:spPr>
            <a:xfrm>
              <a:off x="4302150" y="2203275"/>
              <a:ext cx="43475" cy="29250"/>
            </a:xfrm>
            <a:custGeom>
              <a:avLst/>
              <a:gdLst/>
              <a:ahLst/>
              <a:cxnLst/>
              <a:rect l="l" t="t" r="r" b="b"/>
              <a:pathLst>
                <a:path w="1739" h="1170" extrusionOk="0">
                  <a:moveTo>
                    <a:pt x="238" y="1"/>
                  </a:moveTo>
                  <a:cubicBezTo>
                    <a:pt x="167" y="1"/>
                    <a:pt x="102" y="40"/>
                    <a:pt x="38" y="105"/>
                  </a:cubicBezTo>
                  <a:cubicBezTo>
                    <a:pt x="1" y="179"/>
                    <a:pt x="38" y="363"/>
                    <a:pt x="186" y="437"/>
                  </a:cubicBezTo>
                  <a:cubicBezTo>
                    <a:pt x="186" y="437"/>
                    <a:pt x="445" y="622"/>
                    <a:pt x="777" y="807"/>
                  </a:cubicBezTo>
                  <a:cubicBezTo>
                    <a:pt x="925" y="881"/>
                    <a:pt x="1073" y="992"/>
                    <a:pt x="1184" y="1029"/>
                  </a:cubicBezTo>
                  <a:lnTo>
                    <a:pt x="1369" y="1103"/>
                  </a:lnTo>
                  <a:cubicBezTo>
                    <a:pt x="1431" y="1149"/>
                    <a:pt x="1499" y="1170"/>
                    <a:pt x="1561" y="1170"/>
                  </a:cubicBezTo>
                  <a:cubicBezTo>
                    <a:pt x="1646" y="1170"/>
                    <a:pt x="1717" y="1130"/>
                    <a:pt x="1739" y="1066"/>
                  </a:cubicBezTo>
                  <a:cubicBezTo>
                    <a:pt x="1739" y="881"/>
                    <a:pt x="1702" y="733"/>
                    <a:pt x="1554" y="696"/>
                  </a:cubicBezTo>
                  <a:lnTo>
                    <a:pt x="1369" y="622"/>
                  </a:lnTo>
                  <a:cubicBezTo>
                    <a:pt x="1295" y="548"/>
                    <a:pt x="1147" y="474"/>
                    <a:pt x="962" y="363"/>
                  </a:cubicBezTo>
                  <a:cubicBezTo>
                    <a:pt x="703" y="253"/>
                    <a:pt x="408" y="68"/>
                    <a:pt x="408" y="68"/>
                  </a:cubicBezTo>
                  <a:cubicBezTo>
                    <a:pt x="346" y="21"/>
                    <a:pt x="290" y="1"/>
                    <a:pt x="2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662;p40">
              <a:extLst>
                <a:ext uri="{FF2B5EF4-FFF2-40B4-BE49-F238E27FC236}">
                  <a16:creationId xmlns:a16="http://schemas.microsoft.com/office/drawing/2014/main" id="{107B2822-8832-1B63-05FE-4CE9F63BB3D5}"/>
                </a:ext>
              </a:extLst>
            </p:cNvPr>
            <p:cNvSpPr/>
            <p:nvPr/>
          </p:nvSpPr>
          <p:spPr>
            <a:xfrm>
              <a:off x="4252250" y="2166275"/>
              <a:ext cx="68425" cy="54800"/>
            </a:xfrm>
            <a:custGeom>
              <a:avLst/>
              <a:gdLst/>
              <a:ahLst/>
              <a:cxnLst/>
              <a:rect l="l" t="t" r="r" b="b"/>
              <a:pathLst>
                <a:path w="2737" h="2192" extrusionOk="0">
                  <a:moveTo>
                    <a:pt x="805" y="337"/>
                  </a:moveTo>
                  <a:cubicBezTo>
                    <a:pt x="916" y="337"/>
                    <a:pt x="1036" y="383"/>
                    <a:pt x="1147" y="476"/>
                  </a:cubicBezTo>
                  <a:cubicBezTo>
                    <a:pt x="1147" y="476"/>
                    <a:pt x="1221" y="513"/>
                    <a:pt x="1294" y="549"/>
                  </a:cubicBezTo>
                  <a:cubicBezTo>
                    <a:pt x="1331" y="660"/>
                    <a:pt x="1479" y="697"/>
                    <a:pt x="1590" y="808"/>
                  </a:cubicBezTo>
                  <a:cubicBezTo>
                    <a:pt x="1775" y="919"/>
                    <a:pt x="1997" y="1067"/>
                    <a:pt x="1997" y="1067"/>
                  </a:cubicBezTo>
                  <a:cubicBezTo>
                    <a:pt x="2219" y="1252"/>
                    <a:pt x="2330" y="1474"/>
                    <a:pt x="2219" y="1659"/>
                  </a:cubicBezTo>
                  <a:cubicBezTo>
                    <a:pt x="2135" y="1763"/>
                    <a:pt x="2017" y="1808"/>
                    <a:pt x="1896" y="1808"/>
                  </a:cubicBezTo>
                  <a:cubicBezTo>
                    <a:pt x="1803" y="1808"/>
                    <a:pt x="1708" y="1781"/>
                    <a:pt x="1627" y="1733"/>
                  </a:cubicBezTo>
                  <a:cubicBezTo>
                    <a:pt x="1627" y="1733"/>
                    <a:pt x="1405" y="1548"/>
                    <a:pt x="1147" y="1400"/>
                  </a:cubicBezTo>
                  <a:cubicBezTo>
                    <a:pt x="1036" y="1289"/>
                    <a:pt x="925" y="1215"/>
                    <a:pt x="851" y="1178"/>
                  </a:cubicBezTo>
                  <a:cubicBezTo>
                    <a:pt x="740" y="1104"/>
                    <a:pt x="703" y="1067"/>
                    <a:pt x="703" y="1067"/>
                  </a:cubicBezTo>
                  <a:cubicBezTo>
                    <a:pt x="481" y="882"/>
                    <a:pt x="370" y="660"/>
                    <a:pt x="518" y="476"/>
                  </a:cubicBezTo>
                  <a:cubicBezTo>
                    <a:pt x="592" y="383"/>
                    <a:pt x="694" y="337"/>
                    <a:pt x="805" y="337"/>
                  </a:cubicBezTo>
                  <a:close/>
                  <a:moveTo>
                    <a:pt x="785" y="0"/>
                  </a:moveTo>
                  <a:cubicBezTo>
                    <a:pt x="578" y="0"/>
                    <a:pt x="370" y="85"/>
                    <a:pt x="222" y="254"/>
                  </a:cubicBezTo>
                  <a:cubicBezTo>
                    <a:pt x="0" y="513"/>
                    <a:pt x="37" y="993"/>
                    <a:pt x="370" y="1215"/>
                  </a:cubicBezTo>
                  <a:cubicBezTo>
                    <a:pt x="370" y="1215"/>
                    <a:pt x="481" y="1252"/>
                    <a:pt x="555" y="1363"/>
                  </a:cubicBezTo>
                  <a:cubicBezTo>
                    <a:pt x="666" y="1437"/>
                    <a:pt x="851" y="1585"/>
                    <a:pt x="962" y="1659"/>
                  </a:cubicBezTo>
                  <a:lnTo>
                    <a:pt x="1405" y="1954"/>
                  </a:lnTo>
                  <a:cubicBezTo>
                    <a:pt x="1479" y="2028"/>
                    <a:pt x="1590" y="2102"/>
                    <a:pt x="1590" y="2102"/>
                  </a:cubicBezTo>
                  <a:cubicBezTo>
                    <a:pt x="1687" y="2162"/>
                    <a:pt x="1803" y="2191"/>
                    <a:pt x="1922" y="2191"/>
                  </a:cubicBezTo>
                  <a:cubicBezTo>
                    <a:pt x="2168" y="2191"/>
                    <a:pt x="2427" y="2068"/>
                    <a:pt x="2551" y="1843"/>
                  </a:cubicBezTo>
                  <a:cubicBezTo>
                    <a:pt x="2736" y="1548"/>
                    <a:pt x="2625" y="1104"/>
                    <a:pt x="2404" y="993"/>
                  </a:cubicBezTo>
                  <a:cubicBezTo>
                    <a:pt x="2404" y="993"/>
                    <a:pt x="2330" y="919"/>
                    <a:pt x="2219" y="845"/>
                  </a:cubicBezTo>
                  <a:lnTo>
                    <a:pt x="1812" y="549"/>
                  </a:lnTo>
                  <a:cubicBezTo>
                    <a:pt x="1627" y="476"/>
                    <a:pt x="1479" y="365"/>
                    <a:pt x="1405" y="291"/>
                  </a:cubicBezTo>
                  <a:cubicBezTo>
                    <a:pt x="1294" y="180"/>
                    <a:pt x="1221" y="143"/>
                    <a:pt x="1221" y="143"/>
                  </a:cubicBezTo>
                  <a:cubicBezTo>
                    <a:pt x="1094" y="48"/>
                    <a:pt x="940" y="0"/>
                    <a:pt x="7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663;p40">
              <a:extLst>
                <a:ext uri="{FF2B5EF4-FFF2-40B4-BE49-F238E27FC236}">
                  <a16:creationId xmlns:a16="http://schemas.microsoft.com/office/drawing/2014/main" id="{1C2A9843-F216-936F-27E3-7355211571A9}"/>
                </a:ext>
              </a:extLst>
            </p:cNvPr>
            <p:cNvSpPr/>
            <p:nvPr/>
          </p:nvSpPr>
          <p:spPr>
            <a:xfrm>
              <a:off x="4395500" y="2247125"/>
              <a:ext cx="48100" cy="20025"/>
            </a:xfrm>
            <a:custGeom>
              <a:avLst/>
              <a:gdLst/>
              <a:ahLst/>
              <a:cxnLst/>
              <a:rect l="l" t="t" r="r" b="b"/>
              <a:pathLst>
                <a:path w="1924" h="801" extrusionOk="0">
                  <a:moveTo>
                    <a:pt x="263" y="1"/>
                  </a:moveTo>
                  <a:cubicBezTo>
                    <a:pt x="146" y="1"/>
                    <a:pt x="38" y="49"/>
                    <a:pt x="38" y="162"/>
                  </a:cubicBezTo>
                  <a:cubicBezTo>
                    <a:pt x="1" y="273"/>
                    <a:pt x="112" y="384"/>
                    <a:pt x="223" y="421"/>
                  </a:cubicBezTo>
                  <a:lnTo>
                    <a:pt x="888" y="606"/>
                  </a:lnTo>
                  <a:lnTo>
                    <a:pt x="1517" y="791"/>
                  </a:lnTo>
                  <a:cubicBezTo>
                    <a:pt x="1543" y="797"/>
                    <a:pt x="1570" y="800"/>
                    <a:pt x="1598" y="800"/>
                  </a:cubicBezTo>
                  <a:cubicBezTo>
                    <a:pt x="1724" y="800"/>
                    <a:pt x="1849" y="734"/>
                    <a:pt x="1849" y="643"/>
                  </a:cubicBezTo>
                  <a:cubicBezTo>
                    <a:pt x="1923" y="569"/>
                    <a:pt x="1849" y="421"/>
                    <a:pt x="1665" y="384"/>
                  </a:cubicBezTo>
                  <a:lnTo>
                    <a:pt x="1036" y="199"/>
                  </a:lnTo>
                  <a:lnTo>
                    <a:pt x="371" y="14"/>
                  </a:lnTo>
                  <a:cubicBezTo>
                    <a:pt x="336" y="6"/>
                    <a:pt x="299" y="1"/>
                    <a:pt x="2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664;p40">
              <a:extLst>
                <a:ext uri="{FF2B5EF4-FFF2-40B4-BE49-F238E27FC236}">
                  <a16:creationId xmlns:a16="http://schemas.microsoft.com/office/drawing/2014/main" id="{A06CC34F-4805-9A6A-BBB1-E0CE8D2F19E5}"/>
                </a:ext>
              </a:extLst>
            </p:cNvPr>
            <p:cNvSpPr/>
            <p:nvPr/>
          </p:nvSpPr>
          <p:spPr>
            <a:xfrm>
              <a:off x="4340975" y="2219075"/>
              <a:ext cx="73050" cy="49000"/>
            </a:xfrm>
            <a:custGeom>
              <a:avLst/>
              <a:gdLst/>
              <a:ahLst/>
              <a:cxnLst/>
              <a:rect l="l" t="t" r="r" b="b"/>
              <a:pathLst>
                <a:path w="2922" h="1960" extrusionOk="0">
                  <a:moveTo>
                    <a:pt x="886" y="398"/>
                  </a:moveTo>
                  <a:cubicBezTo>
                    <a:pt x="962" y="398"/>
                    <a:pt x="1040" y="410"/>
                    <a:pt x="1110" y="434"/>
                  </a:cubicBezTo>
                  <a:lnTo>
                    <a:pt x="1590" y="619"/>
                  </a:lnTo>
                  <a:cubicBezTo>
                    <a:pt x="1849" y="730"/>
                    <a:pt x="2108" y="804"/>
                    <a:pt x="2108" y="804"/>
                  </a:cubicBezTo>
                  <a:cubicBezTo>
                    <a:pt x="2367" y="915"/>
                    <a:pt x="2515" y="1136"/>
                    <a:pt x="2478" y="1321"/>
                  </a:cubicBezTo>
                  <a:cubicBezTo>
                    <a:pt x="2397" y="1484"/>
                    <a:pt x="2236" y="1587"/>
                    <a:pt x="2054" y="1587"/>
                  </a:cubicBezTo>
                  <a:cubicBezTo>
                    <a:pt x="1988" y="1587"/>
                    <a:pt x="1919" y="1573"/>
                    <a:pt x="1849" y="1543"/>
                  </a:cubicBezTo>
                  <a:cubicBezTo>
                    <a:pt x="1849" y="1543"/>
                    <a:pt x="1627" y="1469"/>
                    <a:pt x="1332" y="1358"/>
                  </a:cubicBezTo>
                  <a:cubicBezTo>
                    <a:pt x="1073" y="1210"/>
                    <a:pt x="851" y="1136"/>
                    <a:pt x="851" y="1136"/>
                  </a:cubicBezTo>
                  <a:cubicBezTo>
                    <a:pt x="555" y="988"/>
                    <a:pt x="407" y="767"/>
                    <a:pt x="518" y="582"/>
                  </a:cubicBezTo>
                  <a:cubicBezTo>
                    <a:pt x="569" y="455"/>
                    <a:pt x="723" y="398"/>
                    <a:pt x="886" y="398"/>
                  </a:cubicBezTo>
                  <a:close/>
                  <a:moveTo>
                    <a:pt x="797" y="1"/>
                  </a:moveTo>
                  <a:cubicBezTo>
                    <a:pt x="544" y="1"/>
                    <a:pt x="318" y="133"/>
                    <a:pt x="186" y="397"/>
                  </a:cubicBezTo>
                  <a:cubicBezTo>
                    <a:pt x="1" y="730"/>
                    <a:pt x="149" y="1173"/>
                    <a:pt x="518" y="1321"/>
                  </a:cubicBezTo>
                  <a:cubicBezTo>
                    <a:pt x="518" y="1321"/>
                    <a:pt x="851" y="1506"/>
                    <a:pt x="1221" y="1654"/>
                  </a:cubicBezTo>
                  <a:lnTo>
                    <a:pt x="1960" y="1913"/>
                  </a:lnTo>
                  <a:cubicBezTo>
                    <a:pt x="2039" y="1944"/>
                    <a:pt x="2120" y="1959"/>
                    <a:pt x="2199" y="1959"/>
                  </a:cubicBezTo>
                  <a:cubicBezTo>
                    <a:pt x="2490" y="1959"/>
                    <a:pt x="2760" y="1760"/>
                    <a:pt x="2847" y="1469"/>
                  </a:cubicBezTo>
                  <a:cubicBezTo>
                    <a:pt x="2921" y="1099"/>
                    <a:pt x="2736" y="730"/>
                    <a:pt x="2404" y="582"/>
                  </a:cubicBezTo>
                  <a:cubicBezTo>
                    <a:pt x="2404" y="582"/>
                    <a:pt x="2108" y="471"/>
                    <a:pt x="1775" y="360"/>
                  </a:cubicBezTo>
                  <a:lnTo>
                    <a:pt x="1110" y="64"/>
                  </a:lnTo>
                  <a:cubicBezTo>
                    <a:pt x="1004" y="22"/>
                    <a:pt x="899" y="1"/>
                    <a:pt x="7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665;p40">
              <a:extLst>
                <a:ext uri="{FF2B5EF4-FFF2-40B4-BE49-F238E27FC236}">
                  <a16:creationId xmlns:a16="http://schemas.microsoft.com/office/drawing/2014/main" id="{E3BC0926-68D6-760C-75B8-4F9721D867D1}"/>
                </a:ext>
              </a:extLst>
            </p:cNvPr>
            <p:cNvSpPr/>
            <p:nvPr/>
          </p:nvSpPr>
          <p:spPr>
            <a:xfrm>
              <a:off x="4441725" y="2248300"/>
              <a:ext cx="73050" cy="41800"/>
            </a:xfrm>
            <a:custGeom>
              <a:avLst/>
              <a:gdLst/>
              <a:ahLst/>
              <a:cxnLst/>
              <a:rect l="l" t="t" r="r" b="b"/>
              <a:pathLst>
                <a:path w="2922" h="1672" extrusionOk="0">
                  <a:moveTo>
                    <a:pt x="919" y="368"/>
                  </a:moveTo>
                  <a:cubicBezTo>
                    <a:pt x="945" y="368"/>
                    <a:pt x="972" y="370"/>
                    <a:pt x="999" y="374"/>
                  </a:cubicBezTo>
                  <a:cubicBezTo>
                    <a:pt x="999" y="374"/>
                    <a:pt x="1073" y="411"/>
                    <a:pt x="1147" y="411"/>
                  </a:cubicBezTo>
                  <a:cubicBezTo>
                    <a:pt x="1257" y="411"/>
                    <a:pt x="1405" y="485"/>
                    <a:pt x="1516" y="485"/>
                  </a:cubicBezTo>
                  <a:cubicBezTo>
                    <a:pt x="1775" y="522"/>
                    <a:pt x="2034" y="559"/>
                    <a:pt x="2034" y="559"/>
                  </a:cubicBezTo>
                  <a:cubicBezTo>
                    <a:pt x="2330" y="559"/>
                    <a:pt x="2514" y="744"/>
                    <a:pt x="2514" y="966"/>
                  </a:cubicBezTo>
                  <a:cubicBezTo>
                    <a:pt x="2514" y="1192"/>
                    <a:pt x="2316" y="1305"/>
                    <a:pt x="2093" y="1305"/>
                  </a:cubicBezTo>
                  <a:cubicBezTo>
                    <a:pt x="2062" y="1305"/>
                    <a:pt x="2029" y="1303"/>
                    <a:pt x="1997" y="1298"/>
                  </a:cubicBezTo>
                  <a:lnTo>
                    <a:pt x="1442" y="1224"/>
                  </a:lnTo>
                  <a:cubicBezTo>
                    <a:pt x="1294" y="1224"/>
                    <a:pt x="1147" y="1150"/>
                    <a:pt x="1073" y="1150"/>
                  </a:cubicBezTo>
                  <a:cubicBezTo>
                    <a:pt x="925" y="1113"/>
                    <a:pt x="888" y="1113"/>
                    <a:pt x="888" y="1113"/>
                  </a:cubicBezTo>
                  <a:cubicBezTo>
                    <a:pt x="592" y="1076"/>
                    <a:pt x="407" y="855"/>
                    <a:pt x="481" y="670"/>
                  </a:cubicBezTo>
                  <a:cubicBezTo>
                    <a:pt x="514" y="504"/>
                    <a:pt x="696" y="368"/>
                    <a:pt x="919" y="368"/>
                  </a:cubicBezTo>
                  <a:close/>
                  <a:moveTo>
                    <a:pt x="844" y="0"/>
                  </a:moveTo>
                  <a:cubicBezTo>
                    <a:pt x="503" y="0"/>
                    <a:pt x="177" y="216"/>
                    <a:pt x="74" y="559"/>
                  </a:cubicBezTo>
                  <a:cubicBezTo>
                    <a:pt x="0" y="929"/>
                    <a:pt x="222" y="1298"/>
                    <a:pt x="629" y="1409"/>
                  </a:cubicBezTo>
                  <a:cubicBezTo>
                    <a:pt x="629" y="1409"/>
                    <a:pt x="740" y="1409"/>
                    <a:pt x="888" y="1446"/>
                  </a:cubicBezTo>
                  <a:cubicBezTo>
                    <a:pt x="999" y="1483"/>
                    <a:pt x="1220" y="1483"/>
                    <a:pt x="1405" y="1520"/>
                  </a:cubicBezTo>
                  <a:cubicBezTo>
                    <a:pt x="1590" y="1594"/>
                    <a:pt x="1775" y="1631"/>
                    <a:pt x="1886" y="1631"/>
                  </a:cubicBezTo>
                  <a:cubicBezTo>
                    <a:pt x="2034" y="1668"/>
                    <a:pt x="2145" y="1668"/>
                    <a:pt x="2145" y="1668"/>
                  </a:cubicBezTo>
                  <a:cubicBezTo>
                    <a:pt x="2171" y="1670"/>
                    <a:pt x="2196" y="1671"/>
                    <a:pt x="2221" y="1671"/>
                  </a:cubicBezTo>
                  <a:cubicBezTo>
                    <a:pt x="2588" y="1671"/>
                    <a:pt x="2852" y="1420"/>
                    <a:pt x="2921" y="1039"/>
                  </a:cubicBezTo>
                  <a:cubicBezTo>
                    <a:pt x="2921" y="670"/>
                    <a:pt x="2625" y="300"/>
                    <a:pt x="2330" y="189"/>
                  </a:cubicBezTo>
                  <a:lnTo>
                    <a:pt x="2071" y="189"/>
                  </a:lnTo>
                  <a:cubicBezTo>
                    <a:pt x="1997" y="189"/>
                    <a:pt x="1812" y="189"/>
                    <a:pt x="1627" y="152"/>
                  </a:cubicBezTo>
                  <a:cubicBezTo>
                    <a:pt x="1479" y="115"/>
                    <a:pt x="1294" y="115"/>
                    <a:pt x="1147" y="41"/>
                  </a:cubicBezTo>
                  <a:cubicBezTo>
                    <a:pt x="999" y="4"/>
                    <a:pt x="925" y="4"/>
                    <a:pt x="925" y="4"/>
                  </a:cubicBezTo>
                  <a:cubicBezTo>
                    <a:pt x="898" y="2"/>
                    <a:pt x="871" y="0"/>
                    <a:pt x="8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666;p40">
              <a:extLst>
                <a:ext uri="{FF2B5EF4-FFF2-40B4-BE49-F238E27FC236}">
                  <a16:creationId xmlns:a16="http://schemas.microsoft.com/office/drawing/2014/main" id="{E47C1E95-44AC-9671-2E80-C6B588695AD0}"/>
                </a:ext>
              </a:extLst>
            </p:cNvPr>
            <p:cNvSpPr/>
            <p:nvPr/>
          </p:nvSpPr>
          <p:spPr>
            <a:xfrm>
              <a:off x="4907550" y="2056325"/>
              <a:ext cx="33300" cy="41250"/>
            </a:xfrm>
            <a:custGeom>
              <a:avLst/>
              <a:gdLst/>
              <a:ahLst/>
              <a:cxnLst/>
              <a:rect l="l" t="t" r="r" b="b"/>
              <a:pathLst>
                <a:path w="1332" h="1650" extrusionOk="0">
                  <a:moveTo>
                    <a:pt x="1101" y="1"/>
                  </a:moveTo>
                  <a:cubicBezTo>
                    <a:pt x="1015" y="1"/>
                    <a:pt x="904" y="61"/>
                    <a:pt x="851" y="141"/>
                  </a:cubicBezTo>
                  <a:lnTo>
                    <a:pt x="481" y="696"/>
                  </a:lnTo>
                  <a:cubicBezTo>
                    <a:pt x="333" y="992"/>
                    <a:pt x="75" y="1250"/>
                    <a:pt x="75" y="1250"/>
                  </a:cubicBezTo>
                  <a:cubicBezTo>
                    <a:pt x="1" y="1398"/>
                    <a:pt x="1" y="1546"/>
                    <a:pt x="75" y="1620"/>
                  </a:cubicBezTo>
                  <a:cubicBezTo>
                    <a:pt x="116" y="1641"/>
                    <a:pt x="157" y="1650"/>
                    <a:pt x="197" y="1650"/>
                  </a:cubicBezTo>
                  <a:cubicBezTo>
                    <a:pt x="299" y="1650"/>
                    <a:pt x="391" y="1589"/>
                    <a:pt x="444" y="1509"/>
                  </a:cubicBezTo>
                  <a:cubicBezTo>
                    <a:pt x="444" y="1509"/>
                    <a:pt x="703" y="1213"/>
                    <a:pt x="851" y="955"/>
                  </a:cubicBezTo>
                  <a:lnTo>
                    <a:pt x="1258" y="400"/>
                  </a:lnTo>
                  <a:cubicBezTo>
                    <a:pt x="1332" y="252"/>
                    <a:pt x="1332" y="104"/>
                    <a:pt x="1184" y="30"/>
                  </a:cubicBezTo>
                  <a:cubicBezTo>
                    <a:pt x="1163" y="10"/>
                    <a:pt x="1134" y="1"/>
                    <a:pt x="11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667;p40">
              <a:extLst>
                <a:ext uri="{FF2B5EF4-FFF2-40B4-BE49-F238E27FC236}">
                  <a16:creationId xmlns:a16="http://schemas.microsoft.com/office/drawing/2014/main" id="{AA72F566-BBED-40FF-D769-01A64828B8D5}"/>
                </a:ext>
              </a:extLst>
            </p:cNvPr>
            <p:cNvSpPr/>
            <p:nvPr/>
          </p:nvSpPr>
          <p:spPr>
            <a:xfrm>
              <a:off x="4920500" y="2006050"/>
              <a:ext cx="58250" cy="66700"/>
            </a:xfrm>
            <a:custGeom>
              <a:avLst/>
              <a:gdLst/>
              <a:ahLst/>
              <a:cxnLst/>
              <a:rect l="l" t="t" r="r" b="b"/>
              <a:pathLst>
                <a:path w="2330" h="2668" extrusionOk="0">
                  <a:moveTo>
                    <a:pt x="1567" y="377"/>
                  </a:moveTo>
                  <a:cubicBezTo>
                    <a:pt x="1612" y="377"/>
                    <a:pt x="1658" y="389"/>
                    <a:pt x="1701" y="415"/>
                  </a:cubicBezTo>
                  <a:cubicBezTo>
                    <a:pt x="1886" y="489"/>
                    <a:pt x="1923" y="821"/>
                    <a:pt x="1775" y="1043"/>
                  </a:cubicBezTo>
                  <a:lnTo>
                    <a:pt x="1516" y="1524"/>
                  </a:lnTo>
                  <a:lnTo>
                    <a:pt x="1220" y="1967"/>
                  </a:lnTo>
                  <a:cubicBezTo>
                    <a:pt x="1138" y="2159"/>
                    <a:pt x="956" y="2269"/>
                    <a:pt x="791" y="2269"/>
                  </a:cubicBezTo>
                  <a:cubicBezTo>
                    <a:pt x="733" y="2269"/>
                    <a:pt x="677" y="2255"/>
                    <a:pt x="629" y="2226"/>
                  </a:cubicBezTo>
                  <a:cubicBezTo>
                    <a:pt x="444" y="2115"/>
                    <a:pt x="407" y="1857"/>
                    <a:pt x="592" y="1598"/>
                  </a:cubicBezTo>
                  <a:lnTo>
                    <a:pt x="851" y="1154"/>
                  </a:lnTo>
                  <a:lnTo>
                    <a:pt x="1146" y="673"/>
                  </a:lnTo>
                  <a:cubicBezTo>
                    <a:pt x="1260" y="503"/>
                    <a:pt x="1416" y="377"/>
                    <a:pt x="1567" y="377"/>
                  </a:cubicBezTo>
                  <a:close/>
                  <a:moveTo>
                    <a:pt x="1518" y="0"/>
                  </a:moveTo>
                  <a:cubicBezTo>
                    <a:pt x="1272" y="0"/>
                    <a:pt x="1053" y="135"/>
                    <a:pt x="925" y="341"/>
                  </a:cubicBezTo>
                  <a:cubicBezTo>
                    <a:pt x="925" y="341"/>
                    <a:pt x="740" y="636"/>
                    <a:pt x="555" y="969"/>
                  </a:cubicBezTo>
                  <a:cubicBezTo>
                    <a:pt x="333" y="1302"/>
                    <a:pt x="185" y="1561"/>
                    <a:pt x="185" y="1561"/>
                  </a:cubicBezTo>
                  <a:cubicBezTo>
                    <a:pt x="0" y="1893"/>
                    <a:pt x="74" y="2300"/>
                    <a:pt x="407" y="2522"/>
                  </a:cubicBezTo>
                  <a:cubicBezTo>
                    <a:pt x="536" y="2622"/>
                    <a:pt x="676" y="2667"/>
                    <a:pt x="812" y="2667"/>
                  </a:cubicBezTo>
                  <a:cubicBezTo>
                    <a:pt x="1027" y="2667"/>
                    <a:pt x="1232" y="2555"/>
                    <a:pt x="1368" y="2374"/>
                  </a:cubicBezTo>
                  <a:cubicBezTo>
                    <a:pt x="1368" y="2374"/>
                    <a:pt x="1590" y="2078"/>
                    <a:pt x="1775" y="1746"/>
                  </a:cubicBezTo>
                  <a:cubicBezTo>
                    <a:pt x="1960" y="1376"/>
                    <a:pt x="2145" y="1043"/>
                    <a:pt x="2145" y="1043"/>
                  </a:cubicBezTo>
                  <a:cubicBezTo>
                    <a:pt x="2329" y="673"/>
                    <a:pt x="2219" y="230"/>
                    <a:pt x="1849" y="82"/>
                  </a:cubicBezTo>
                  <a:cubicBezTo>
                    <a:pt x="1737" y="26"/>
                    <a:pt x="1625" y="0"/>
                    <a:pt x="15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668;p40">
              <a:extLst>
                <a:ext uri="{FF2B5EF4-FFF2-40B4-BE49-F238E27FC236}">
                  <a16:creationId xmlns:a16="http://schemas.microsoft.com/office/drawing/2014/main" id="{926CA500-0BE6-EBCD-645C-693535AA1FF8}"/>
                </a:ext>
              </a:extLst>
            </p:cNvPr>
            <p:cNvSpPr/>
            <p:nvPr/>
          </p:nvSpPr>
          <p:spPr>
            <a:xfrm>
              <a:off x="4835450" y="2137450"/>
              <a:ext cx="39775" cy="35725"/>
            </a:xfrm>
            <a:custGeom>
              <a:avLst/>
              <a:gdLst/>
              <a:ahLst/>
              <a:cxnLst/>
              <a:rect l="l" t="t" r="r" b="b"/>
              <a:pathLst>
                <a:path w="1591" h="1429" extrusionOk="0">
                  <a:moveTo>
                    <a:pt x="1377" y="0"/>
                  </a:moveTo>
                  <a:cubicBezTo>
                    <a:pt x="1301" y="0"/>
                    <a:pt x="1206" y="41"/>
                    <a:pt x="1110" y="113"/>
                  </a:cubicBezTo>
                  <a:lnTo>
                    <a:pt x="666" y="556"/>
                  </a:lnTo>
                  <a:cubicBezTo>
                    <a:pt x="445" y="778"/>
                    <a:pt x="149" y="1037"/>
                    <a:pt x="149" y="1037"/>
                  </a:cubicBezTo>
                  <a:cubicBezTo>
                    <a:pt x="1" y="1111"/>
                    <a:pt x="1" y="1296"/>
                    <a:pt x="75" y="1407"/>
                  </a:cubicBezTo>
                  <a:cubicBezTo>
                    <a:pt x="102" y="1420"/>
                    <a:pt x="144" y="1429"/>
                    <a:pt x="192" y="1429"/>
                  </a:cubicBezTo>
                  <a:cubicBezTo>
                    <a:pt x="274" y="1429"/>
                    <a:pt x="374" y="1403"/>
                    <a:pt x="445" y="1333"/>
                  </a:cubicBezTo>
                  <a:cubicBezTo>
                    <a:pt x="445" y="1333"/>
                    <a:pt x="703" y="1111"/>
                    <a:pt x="925" y="889"/>
                  </a:cubicBezTo>
                  <a:cubicBezTo>
                    <a:pt x="1184" y="667"/>
                    <a:pt x="1443" y="408"/>
                    <a:pt x="1443" y="408"/>
                  </a:cubicBezTo>
                  <a:cubicBezTo>
                    <a:pt x="1591" y="335"/>
                    <a:pt x="1591" y="150"/>
                    <a:pt x="1480" y="39"/>
                  </a:cubicBezTo>
                  <a:cubicBezTo>
                    <a:pt x="1454" y="13"/>
                    <a:pt x="1418" y="0"/>
                    <a:pt x="1377" y="0"/>
                  </a:cubicBezTo>
                  <a:close/>
                </a:path>
              </a:pathLst>
            </a:custGeom>
            <a:solidFill>
              <a:srgbClr val="1614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669;p40">
              <a:extLst>
                <a:ext uri="{FF2B5EF4-FFF2-40B4-BE49-F238E27FC236}">
                  <a16:creationId xmlns:a16="http://schemas.microsoft.com/office/drawing/2014/main" id="{A019826B-4D14-6CA9-F1AF-A0F0E4A5433C}"/>
                </a:ext>
              </a:extLst>
            </p:cNvPr>
            <p:cNvSpPr/>
            <p:nvPr/>
          </p:nvSpPr>
          <p:spPr>
            <a:xfrm>
              <a:off x="4855800" y="2092325"/>
              <a:ext cx="64725" cy="62175"/>
            </a:xfrm>
            <a:custGeom>
              <a:avLst/>
              <a:gdLst/>
              <a:ahLst/>
              <a:cxnLst/>
              <a:rect l="l" t="t" r="r" b="b"/>
              <a:pathLst>
                <a:path w="2589" h="2487" extrusionOk="0">
                  <a:moveTo>
                    <a:pt x="1757" y="350"/>
                  </a:moveTo>
                  <a:cubicBezTo>
                    <a:pt x="1841" y="350"/>
                    <a:pt x="1915" y="380"/>
                    <a:pt x="1960" y="439"/>
                  </a:cubicBezTo>
                  <a:cubicBezTo>
                    <a:pt x="2108" y="550"/>
                    <a:pt x="2108" y="846"/>
                    <a:pt x="1923" y="1067"/>
                  </a:cubicBezTo>
                  <a:cubicBezTo>
                    <a:pt x="1923" y="1067"/>
                    <a:pt x="1738" y="1289"/>
                    <a:pt x="1553" y="1474"/>
                  </a:cubicBezTo>
                  <a:cubicBezTo>
                    <a:pt x="1368" y="1733"/>
                    <a:pt x="1183" y="1918"/>
                    <a:pt x="1183" y="1918"/>
                  </a:cubicBezTo>
                  <a:cubicBezTo>
                    <a:pt x="1054" y="2025"/>
                    <a:pt x="900" y="2083"/>
                    <a:pt x="772" y="2083"/>
                  </a:cubicBezTo>
                  <a:cubicBezTo>
                    <a:pt x="680" y="2083"/>
                    <a:pt x="601" y="2053"/>
                    <a:pt x="555" y="1992"/>
                  </a:cubicBezTo>
                  <a:cubicBezTo>
                    <a:pt x="407" y="1844"/>
                    <a:pt x="407" y="1585"/>
                    <a:pt x="629" y="1363"/>
                  </a:cubicBezTo>
                  <a:lnTo>
                    <a:pt x="999" y="993"/>
                  </a:lnTo>
                  <a:cubicBezTo>
                    <a:pt x="1183" y="735"/>
                    <a:pt x="1368" y="550"/>
                    <a:pt x="1368" y="550"/>
                  </a:cubicBezTo>
                  <a:cubicBezTo>
                    <a:pt x="1479" y="417"/>
                    <a:pt x="1630" y="350"/>
                    <a:pt x="1757" y="350"/>
                  </a:cubicBezTo>
                  <a:close/>
                  <a:moveTo>
                    <a:pt x="1767" y="1"/>
                  </a:moveTo>
                  <a:cubicBezTo>
                    <a:pt x="1564" y="1"/>
                    <a:pt x="1368" y="85"/>
                    <a:pt x="1220" y="254"/>
                  </a:cubicBezTo>
                  <a:lnTo>
                    <a:pt x="777" y="809"/>
                  </a:lnTo>
                  <a:lnTo>
                    <a:pt x="259" y="1289"/>
                  </a:lnTo>
                  <a:cubicBezTo>
                    <a:pt x="0" y="1548"/>
                    <a:pt x="0" y="1992"/>
                    <a:pt x="259" y="2287"/>
                  </a:cubicBezTo>
                  <a:cubicBezTo>
                    <a:pt x="403" y="2413"/>
                    <a:pt x="572" y="2486"/>
                    <a:pt x="747" y="2486"/>
                  </a:cubicBezTo>
                  <a:cubicBezTo>
                    <a:pt x="932" y="2486"/>
                    <a:pt x="1123" y="2404"/>
                    <a:pt x="1294" y="2213"/>
                  </a:cubicBezTo>
                  <a:cubicBezTo>
                    <a:pt x="1294" y="2213"/>
                    <a:pt x="1553" y="1955"/>
                    <a:pt x="1775" y="1659"/>
                  </a:cubicBezTo>
                  <a:cubicBezTo>
                    <a:pt x="2071" y="1400"/>
                    <a:pt x="2293" y="1104"/>
                    <a:pt x="2293" y="1104"/>
                  </a:cubicBezTo>
                  <a:cubicBezTo>
                    <a:pt x="2588" y="846"/>
                    <a:pt x="2477" y="365"/>
                    <a:pt x="2219" y="143"/>
                  </a:cubicBezTo>
                  <a:cubicBezTo>
                    <a:pt x="2076" y="48"/>
                    <a:pt x="1920" y="1"/>
                    <a:pt x="17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670;p40">
              <a:extLst>
                <a:ext uri="{FF2B5EF4-FFF2-40B4-BE49-F238E27FC236}">
                  <a16:creationId xmlns:a16="http://schemas.microsoft.com/office/drawing/2014/main" id="{F9E6F2BE-4A0B-DCA5-F94C-AC157EBA11EB}"/>
                </a:ext>
              </a:extLst>
            </p:cNvPr>
            <p:cNvSpPr/>
            <p:nvPr/>
          </p:nvSpPr>
          <p:spPr>
            <a:xfrm>
              <a:off x="4749500" y="2202150"/>
              <a:ext cx="44400" cy="29150"/>
            </a:xfrm>
            <a:custGeom>
              <a:avLst/>
              <a:gdLst/>
              <a:ahLst/>
              <a:cxnLst/>
              <a:rect l="l" t="t" r="r" b="b"/>
              <a:pathLst>
                <a:path w="1776" h="1166" extrusionOk="0">
                  <a:moveTo>
                    <a:pt x="1531" y="0"/>
                  </a:moveTo>
                  <a:cubicBezTo>
                    <a:pt x="1478" y="0"/>
                    <a:pt x="1421" y="13"/>
                    <a:pt x="1369" y="39"/>
                  </a:cubicBezTo>
                  <a:cubicBezTo>
                    <a:pt x="1369" y="39"/>
                    <a:pt x="1073" y="224"/>
                    <a:pt x="814" y="371"/>
                  </a:cubicBezTo>
                  <a:cubicBezTo>
                    <a:pt x="666" y="482"/>
                    <a:pt x="518" y="556"/>
                    <a:pt x="407" y="593"/>
                  </a:cubicBezTo>
                  <a:lnTo>
                    <a:pt x="223" y="704"/>
                  </a:lnTo>
                  <a:cubicBezTo>
                    <a:pt x="75" y="778"/>
                    <a:pt x="1" y="926"/>
                    <a:pt x="75" y="1037"/>
                  </a:cubicBezTo>
                  <a:cubicBezTo>
                    <a:pt x="75" y="1109"/>
                    <a:pt x="137" y="1166"/>
                    <a:pt x="232" y="1166"/>
                  </a:cubicBezTo>
                  <a:cubicBezTo>
                    <a:pt x="283" y="1166"/>
                    <a:pt x="343" y="1150"/>
                    <a:pt x="407" y="1111"/>
                  </a:cubicBezTo>
                  <a:lnTo>
                    <a:pt x="592" y="1037"/>
                  </a:lnTo>
                  <a:cubicBezTo>
                    <a:pt x="666" y="963"/>
                    <a:pt x="851" y="889"/>
                    <a:pt x="999" y="778"/>
                  </a:cubicBezTo>
                  <a:cubicBezTo>
                    <a:pt x="1332" y="593"/>
                    <a:pt x="1590" y="408"/>
                    <a:pt x="1590" y="408"/>
                  </a:cubicBezTo>
                  <a:cubicBezTo>
                    <a:pt x="1738" y="335"/>
                    <a:pt x="1775" y="187"/>
                    <a:pt x="1738" y="113"/>
                  </a:cubicBezTo>
                  <a:cubicBezTo>
                    <a:pt x="1714" y="41"/>
                    <a:pt x="1629" y="0"/>
                    <a:pt x="15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671;p40">
              <a:extLst>
                <a:ext uri="{FF2B5EF4-FFF2-40B4-BE49-F238E27FC236}">
                  <a16:creationId xmlns:a16="http://schemas.microsoft.com/office/drawing/2014/main" id="{683FC3FB-400F-CB47-480C-CDE0A32A6756}"/>
                </a:ext>
              </a:extLst>
            </p:cNvPr>
            <p:cNvSpPr/>
            <p:nvPr/>
          </p:nvSpPr>
          <p:spPr>
            <a:xfrm>
              <a:off x="4774450" y="2163950"/>
              <a:ext cx="69350" cy="57075"/>
            </a:xfrm>
            <a:custGeom>
              <a:avLst/>
              <a:gdLst/>
              <a:ahLst/>
              <a:cxnLst/>
              <a:rect l="l" t="t" r="r" b="b"/>
              <a:pathLst>
                <a:path w="2774" h="2283" extrusionOk="0">
                  <a:moveTo>
                    <a:pt x="1970" y="458"/>
                  </a:moveTo>
                  <a:cubicBezTo>
                    <a:pt x="2081" y="458"/>
                    <a:pt x="2182" y="495"/>
                    <a:pt x="2256" y="569"/>
                  </a:cubicBezTo>
                  <a:cubicBezTo>
                    <a:pt x="2404" y="716"/>
                    <a:pt x="2330" y="975"/>
                    <a:pt x="2071" y="1160"/>
                  </a:cubicBezTo>
                  <a:cubicBezTo>
                    <a:pt x="2071" y="1160"/>
                    <a:pt x="2034" y="1197"/>
                    <a:pt x="1960" y="1271"/>
                  </a:cubicBezTo>
                  <a:cubicBezTo>
                    <a:pt x="1849" y="1345"/>
                    <a:pt x="1702" y="1382"/>
                    <a:pt x="1628" y="1493"/>
                  </a:cubicBezTo>
                  <a:cubicBezTo>
                    <a:pt x="1406" y="1678"/>
                    <a:pt x="1147" y="1826"/>
                    <a:pt x="1147" y="1826"/>
                  </a:cubicBezTo>
                  <a:cubicBezTo>
                    <a:pt x="1050" y="1874"/>
                    <a:pt x="932" y="1901"/>
                    <a:pt x="824" y="1901"/>
                  </a:cubicBezTo>
                  <a:cubicBezTo>
                    <a:pt x="684" y="1901"/>
                    <a:pt x="560" y="1856"/>
                    <a:pt x="518" y="1752"/>
                  </a:cubicBezTo>
                  <a:cubicBezTo>
                    <a:pt x="408" y="1567"/>
                    <a:pt x="518" y="1308"/>
                    <a:pt x="777" y="1160"/>
                  </a:cubicBezTo>
                  <a:cubicBezTo>
                    <a:pt x="777" y="1160"/>
                    <a:pt x="962" y="1012"/>
                    <a:pt x="1184" y="901"/>
                  </a:cubicBezTo>
                  <a:cubicBezTo>
                    <a:pt x="1295" y="790"/>
                    <a:pt x="1406" y="716"/>
                    <a:pt x="1480" y="642"/>
                  </a:cubicBezTo>
                  <a:cubicBezTo>
                    <a:pt x="1554" y="606"/>
                    <a:pt x="1628" y="569"/>
                    <a:pt x="1628" y="569"/>
                  </a:cubicBezTo>
                  <a:cubicBezTo>
                    <a:pt x="1739" y="495"/>
                    <a:pt x="1859" y="458"/>
                    <a:pt x="1970" y="458"/>
                  </a:cubicBezTo>
                  <a:close/>
                  <a:moveTo>
                    <a:pt x="1991" y="1"/>
                  </a:moveTo>
                  <a:cubicBezTo>
                    <a:pt x="1835" y="1"/>
                    <a:pt x="1681" y="51"/>
                    <a:pt x="1554" y="162"/>
                  </a:cubicBezTo>
                  <a:cubicBezTo>
                    <a:pt x="1554" y="162"/>
                    <a:pt x="1480" y="199"/>
                    <a:pt x="1369" y="273"/>
                  </a:cubicBezTo>
                  <a:cubicBezTo>
                    <a:pt x="1258" y="347"/>
                    <a:pt x="1110" y="458"/>
                    <a:pt x="962" y="569"/>
                  </a:cubicBezTo>
                  <a:cubicBezTo>
                    <a:pt x="814" y="642"/>
                    <a:pt x="629" y="753"/>
                    <a:pt x="555" y="827"/>
                  </a:cubicBezTo>
                  <a:cubicBezTo>
                    <a:pt x="445" y="938"/>
                    <a:pt x="371" y="975"/>
                    <a:pt x="371" y="975"/>
                  </a:cubicBezTo>
                  <a:cubicBezTo>
                    <a:pt x="112" y="1160"/>
                    <a:pt x="1" y="1641"/>
                    <a:pt x="186" y="1936"/>
                  </a:cubicBezTo>
                  <a:cubicBezTo>
                    <a:pt x="295" y="2155"/>
                    <a:pt x="507" y="2283"/>
                    <a:pt x="731" y="2283"/>
                  </a:cubicBezTo>
                  <a:cubicBezTo>
                    <a:pt x="886" y="2283"/>
                    <a:pt x="1048" y="2221"/>
                    <a:pt x="1184" y="2084"/>
                  </a:cubicBezTo>
                  <a:cubicBezTo>
                    <a:pt x="1184" y="2084"/>
                    <a:pt x="1258" y="2047"/>
                    <a:pt x="1369" y="1936"/>
                  </a:cubicBezTo>
                  <a:cubicBezTo>
                    <a:pt x="1480" y="1899"/>
                    <a:pt x="1665" y="1752"/>
                    <a:pt x="1812" y="1678"/>
                  </a:cubicBezTo>
                  <a:cubicBezTo>
                    <a:pt x="1923" y="1530"/>
                    <a:pt x="2108" y="1456"/>
                    <a:pt x="2219" y="1345"/>
                  </a:cubicBezTo>
                  <a:cubicBezTo>
                    <a:pt x="2293" y="1234"/>
                    <a:pt x="2404" y="1197"/>
                    <a:pt x="2404" y="1197"/>
                  </a:cubicBezTo>
                  <a:cubicBezTo>
                    <a:pt x="2737" y="975"/>
                    <a:pt x="2774" y="532"/>
                    <a:pt x="2552" y="236"/>
                  </a:cubicBezTo>
                  <a:cubicBezTo>
                    <a:pt x="2404" y="88"/>
                    <a:pt x="2197" y="1"/>
                    <a:pt x="19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672;p40">
              <a:extLst>
                <a:ext uri="{FF2B5EF4-FFF2-40B4-BE49-F238E27FC236}">
                  <a16:creationId xmlns:a16="http://schemas.microsoft.com/office/drawing/2014/main" id="{B37A5902-D1BE-623E-9A36-6CA912B56DE1}"/>
                </a:ext>
              </a:extLst>
            </p:cNvPr>
            <p:cNvSpPr/>
            <p:nvPr/>
          </p:nvSpPr>
          <p:spPr>
            <a:xfrm>
              <a:off x="4650600" y="2248050"/>
              <a:ext cx="47175" cy="20375"/>
            </a:xfrm>
            <a:custGeom>
              <a:avLst/>
              <a:gdLst/>
              <a:ahLst/>
              <a:cxnLst/>
              <a:rect l="l" t="t" r="r" b="b"/>
              <a:pathLst>
                <a:path w="1887" h="815" extrusionOk="0">
                  <a:moveTo>
                    <a:pt x="1620" y="1"/>
                  </a:moveTo>
                  <a:cubicBezTo>
                    <a:pt x="1586" y="1"/>
                    <a:pt x="1552" y="6"/>
                    <a:pt x="1517" y="14"/>
                  </a:cubicBezTo>
                  <a:lnTo>
                    <a:pt x="888" y="199"/>
                  </a:lnTo>
                  <a:lnTo>
                    <a:pt x="260" y="384"/>
                  </a:lnTo>
                  <a:cubicBezTo>
                    <a:pt x="112" y="421"/>
                    <a:pt x="1" y="569"/>
                    <a:pt x="1" y="643"/>
                  </a:cubicBezTo>
                  <a:cubicBezTo>
                    <a:pt x="29" y="729"/>
                    <a:pt x="125" y="815"/>
                    <a:pt x="252" y="815"/>
                  </a:cubicBezTo>
                  <a:cubicBezTo>
                    <a:pt x="289" y="815"/>
                    <a:pt x="329" y="807"/>
                    <a:pt x="371" y="791"/>
                  </a:cubicBezTo>
                  <a:lnTo>
                    <a:pt x="1036" y="606"/>
                  </a:lnTo>
                  <a:lnTo>
                    <a:pt x="1665" y="421"/>
                  </a:lnTo>
                  <a:cubicBezTo>
                    <a:pt x="1812" y="384"/>
                    <a:pt x="1886" y="236"/>
                    <a:pt x="1849" y="162"/>
                  </a:cubicBezTo>
                  <a:cubicBezTo>
                    <a:pt x="1821" y="49"/>
                    <a:pt x="1728" y="1"/>
                    <a:pt x="16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673;p40">
              <a:extLst>
                <a:ext uri="{FF2B5EF4-FFF2-40B4-BE49-F238E27FC236}">
                  <a16:creationId xmlns:a16="http://schemas.microsoft.com/office/drawing/2014/main" id="{EBC11D5A-E93E-E1FE-8FBA-D2F851B02147}"/>
                </a:ext>
              </a:extLst>
            </p:cNvPr>
            <p:cNvSpPr/>
            <p:nvPr/>
          </p:nvSpPr>
          <p:spPr>
            <a:xfrm>
              <a:off x="4681100" y="2219225"/>
              <a:ext cx="72125" cy="48475"/>
            </a:xfrm>
            <a:custGeom>
              <a:avLst/>
              <a:gdLst/>
              <a:ahLst/>
              <a:cxnLst/>
              <a:rect l="l" t="t" r="r" b="b"/>
              <a:pathLst>
                <a:path w="2885" h="1939" extrusionOk="0">
                  <a:moveTo>
                    <a:pt x="2031" y="339"/>
                  </a:moveTo>
                  <a:cubicBezTo>
                    <a:pt x="2185" y="339"/>
                    <a:pt x="2329" y="413"/>
                    <a:pt x="2404" y="539"/>
                  </a:cubicBezTo>
                  <a:cubicBezTo>
                    <a:pt x="2478" y="724"/>
                    <a:pt x="2367" y="945"/>
                    <a:pt x="2071" y="1093"/>
                  </a:cubicBezTo>
                  <a:cubicBezTo>
                    <a:pt x="2071" y="1093"/>
                    <a:pt x="1849" y="1204"/>
                    <a:pt x="1554" y="1315"/>
                  </a:cubicBezTo>
                  <a:cubicBezTo>
                    <a:pt x="1332" y="1389"/>
                    <a:pt x="1073" y="1500"/>
                    <a:pt x="1073" y="1500"/>
                  </a:cubicBezTo>
                  <a:cubicBezTo>
                    <a:pt x="997" y="1519"/>
                    <a:pt x="923" y="1528"/>
                    <a:pt x="854" y="1528"/>
                  </a:cubicBezTo>
                  <a:cubicBezTo>
                    <a:pt x="656" y="1528"/>
                    <a:pt x="499" y="1452"/>
                    <a:pt x="445" y="1315"/>
                  </a:cubicBezTo>
                  <a:cubicBezTo>
                    <a:pt x="408" y="1130"/>
                    <a:pt x="555" y="909"/>
                    <a:pt x="814" y="761"/>
                  </a:cubicBezTo>
                  <a:cubicBezTo>
                    <a:pt x="814" y="761"/>
                    <a:pt x="1110" y="650"/>
                    <a:pt x="1332" y="576"/>
                  </a:cubicBezTo>
                  <a:lnTo>
                    <a:pt x="1812" y="391"/>
                  </a:lnTo>
                  <a:cubicBezTo>
                    <a:pt x="1884" y="355"/>
                    <a:pt x="1958" y="339"/>
                    <a:pt x="2031" y="339"/>
                  </a:cubicBezTo>
                  <a:close/>
                  <a:moveTo>
                    <a:pt x="2048" y="1"/>
                  </a:moveTo>
                  <a:cubicBezTo>
                    <a:pt x="1956" y="1"/>
                    <a:pt x="1863" y="19"/>
                    <a:pt x="1775" y="58"/>
                  </a:cubicBezTo>
                  <a:lnTo>
                    <a:pt x="1147" y="354"/>
                  </a:lnTo>
                  <a:cubicBezTo>
                    <a:pt x="814" y="428"/>
                    <a:pt x="518" y="576"/>
                    <a:pt x="518" y="576"/>
                  </a:cubicBezTo>
                  <a:cubicBezTo>
                    <a:pt x="186" y="650"/>
                    <a:pt x="1" y="1093"/>
                    <a:pt x="75" y="1463"/>
                  </a:cubicBezTo>
                  <a:cubicBezTo>
                    <a:pt x="164" y="1761"/>
                    <a:pt x="445" y="1939"/>
                    <a:pt x="745" y="1939"/>
                  </a:cubicBezTo>
                  <a:cubicBezTo>
                    <a:pt x="817" y="1939"/>
                    <a:pt x="890" y="1928"/>
                    <a:pt x="962" y="1907"/>
                  </a:cubicBezTo>
                  <a:lnTo>
                    <a:pt x="1702" y="1611"/>
                  </a:lnTo>
                  <a:cubicBezTo>
                    <a:pt x="2034" y="1463"/>
                    <a:pt x="2404" y="1315"/>
                    <a:pt x="2404" y="1315"/>
                  </a:cubicBezTo>
                  <a:cubicBezTo>
                    <a:pt x="2774" y="1167"/>
                    <a:pt x="2885" y="687"/>
                    <a:pt x="2700" y="391"/>
                  </a:cubicBezTo>
                  <a:cubicBezTo>
                    <a:pt x="2563" y="146"/>
                    <a:pt x="2307" y="1"/>
                    <a:pt x="20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674;p40">
              <a:extLst>
                <a:ext uri="{FF2B5EF4-FFF2-40B4-BE49-F238E27FC236}">
                  <a16:creationId xmlns:a16="http://schemas.microsoft.com/office/drawing/2014/main" id="{04683E60-27D0-3C7C-72E5-77CE2E282A7B}"/>
                </a:ext>
              </a:extLst>
            </p:cNvPr>
            <p:cNvSpPr/>
            <p:nvPr/>
          </p:nvSpPr>
          <p:spPr>
            <a:xfrm>
              <a:off x="4579450" y="2249000"/>
              <a:ext cx="73950" cy="41925"/>
            </a:xfrm>
            <a:custGeom>
              <a:avLst/>
              <a:gdLst/>
              <a:ahLst/>
              <a:cxnLst/>
              <a:rect l="l" t="t" r="r" b="b"/>
              <a:pathLst>
                <a:path w="2958" h="1677" extrusionOk="0">
                  <a:moveTo>
                    <a:pt x="2050" y="377"/>
                  </a:moveTo>
                  <a:cubicBezTo>
                    <a:pt x="2300" y="377"/>
                    <a:pt x="2481" y="513"/>
                    <a:pt x="2514" y="679"/>
                  </a:cubicBezTo>
                  <a:cubicBezTo>
                    <a:pt x="2588" y="864"/>
                    <a:pt x="2403" y="1085"/>
                    <a:pt x="2107" y="1122"/>
                  </a:cubicBezTo>
                  <a:cubicBezTo>
                    <a:pt x="2107" y="1122"/>
                    <a:pt x="2033" y="1196"/>
                    <a:pt x="1923" y="1196"/>
                  </a:cubicBezTo>
                  <a:cubicBezTo>
                    <a:pt x="1849" y="1196"/>
                    <a:pt x="1701" y="1233"/>
                    <a:pt x="1553" y="1233"/>
                  </a:cubicBezTo>
                  <a:lnTo>
                    <a:pt x="998" y="1307"/>
                  </a:lnTo>
                  <a:cubicBezTo>
                    <a:pt x="958" y="1319"/>
                    <a:pt x="917" y="1324"/>
                    <a:pt x="877" y="1324"/>
                  </a:cubicBezTo>
                  <a:cubicBezTo>
                    <a:pt x="655" y="1324"/>
                    <a:pt x="444" y="1168"/>
                    <a:pt x="444" y="1011"/>
                  </a:cubicBezTo>
                  <a:cubicBezTo>
                    <a:pt x="407" y="753"/>
                    <a:pt x="629" y="568"/>
                    <a:pt x="961" y="568"/>
                  </a:cubicBezTo>
                  <a:cubicBezTo>
                    <a:pt x="961" y="568"/>
                    <a:pt x="1183" y="531"/>
                    <a:pt x="1479" y="494"/>
                  </a:cubicBezTo>
                  <a:cubicBezTo>
                    <a:pt x="1590" y="494"/>
                    <a:pt x="1738" y="457"/>
                    <a:pt x="1849" y="457"/>
                  </a:cubicBezTo>
                  <a:cubicBezTo>
                    <a:pt x="1923" y="383"/>
                    <a:pt x="1960" y="383"/>
                    <a:pt x="1960" y="383"/>
                  </a:cubicBezTo>
                  <a:cubicBezTo>
                    <a:pt x="1990" y="379"/>
                    <a:pt x="2020" y="377"/>
                    <a:pt x="2050" y="377"/>
                  </a:cubicBezTo>
                  <a:close/>
                  <a:moveTo>
                    <a:pt x="2161" y="1"/>
                  </a:moveTo>
                  <a:cubicBezTo>
                    <a:pt x="2119" y="1"/>
                    <a:pt x="2076" y="5"/>
                    <a:pt x="2033" y="13"/>
                  </a:cubicBezTo>
                  <a:cubicBezTo>
                    <a:pt x="2033" y="13"/>
                    <a:pt x="1923" y="13"/>
                    <a:pt x="1812" y="87"/>
                  </a:cubicBezTo>
                  <a:cubicBezTo>
                    <a:pt x="1701" y="124"/>
                    <a:pt x="1516" y="124"/>
                    <a:pt x="1331" y="161"/>
                  </a:cubicBezTo>
                  <a:cubicBezTo>
                    <a:pt x="1183" y="161"/>
                    <a:pt x="998" y="198"/>
                    <a:pt x="887" y="198"/>
                  </a:cubicBezTo>
                  <a:lnTo>
                    <a:pt x="629" y="198"/>
                  </a:lnTo>
                  <a:cubicBezTo>
                    <a:pt x="333" y="272"/>
                    <a:pt x="0" y="568"/>
                    <a:pt x="37" y="1011"/>
                  </a:cubicBezTo>
                  <a:cubicBezTo>
                    <a:pt x="74" y="1418"/>
                    <a:pt x="407" y="1677"/>
                    <a:pt x="813" y="1677"/>
                  </a:cubicBezTo>
                  <a:cubicBezTo>
                    <a:pt x="813" y="1677"/>
                    <a:pt x="924" y="1640"/>
                    <a:pt x="1035" y="1640"/>
                  </a:cubicBezTo>
                  <a:cubicBezTo>
                    <a:pt x="1183" y="1603"/>
                    <a:pt x="1368" y="1603"/>
                    <a:pt x="1553" y="1566"/>
                  </a:cubicBezTo>
                  <a:cubicBezTo>
                    <a:pt x="1738" y="1492"/>
                    <a:pt x="1923" y="1492"/>
                    <a:pt x="2070" y="1455"/>
                  </a:cubicBezTo>
                  <a:cubicBezTo>
                    <a:pt x="2218" y="1418"/>
                    <a:pt x="2292" y="1418"/>
                    <a:pt x="2292" y="1418"/>
                  </a:cubicBezTo>
                  <a:cubicBezTo>
                    <a:pt x="2662" y="1307"/>
                    <a:pt x="2958" y="938"/>
                    <a:pt x="2847" y="568"/>
                  </a:cubicBezTo>
                  <a:cubicBezTo>
                    <a:pt x="2781" y="241"/>
                    <a:pt x="2485" y="1"/>
                    <a:pt x="21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675;p40">
              <a:extLst>
                <a:ext uri="{FF2B5EF4-FFF2-40B4-BE49-F238E27FC236}">
                  <a16:creationId xmlns:a16="http://schemas.microsoft.com/office/drawing/2014/main" id="{5B0DD26F-79BC-C3EC-62C6-72BB05E0052A}"/>
                </a:ext>
              </a:extLst>
            </p:cNvPr>
            <p:cNvSpPr/>
            <p:nvPr/>
          </p:nvSpPr>
          <p:spPr>
            <a:xfrm>
              <a:off x="4471300" y="2220675"/>
              <a:ext cx="150675" cy="151600"/>
            </a:xfrm>
            <a:custGeom>
              <a:avLst/>
              <a:gdLst/>
              <a:ahLst/>
              <a:cxnLst/>
              <a:rect l="l" t="t" r="r" b="b"/>
              <a:pathLst>
                <a:path w="6027" h="6064" extrusionOk="0">
                  <a:moveTo>
                    <a:pt x="3032" y="0"/>
                  </a:moveTo>
                  <a:cubicBezTo>
                    <a:pt x="2108" y="0"/>
                    <a:pt x="1258" y="407"/>
                    <a:pt x="703" y="1072"/>
                  </a:cubicBezTo>
                  <a:cubicBezTo>
                    <a:pt x="296" y="1590"/>
                    <a:pt x="1" y="2218"/>
                    <a:pt x="1" y="2958"/>
                  </a:cubicBezTo>
                  <a:lnTo>
                    <a:pt x="1" y="3734"/>
                  </a:lnTo>
                  <a:lnTo>
                    <a:pt x="1" y="6026"/>
                  </a:lnTo>
                  <a:lnTo>
                    <a:pt x="888" y="6026"/>
                  </a:lnTo>
                  <a:lnTo>
                    <a:pt x="888" y="3734"/>
                  </a:lnTo>
                  <a:lnTo>
                    <a:pt x="888" y="2958"/>
                  </a:lnTo>
                  <a:cubicBezTo>
                    <a:pt x="888" y="2366"/>
                    <a:pt x="1110" y="1849"/>
                    <a:pt x="1479" y="1479"/>
                  </a:cubicBezTo>
                  <a:cubicBezTo>
                    <a:pt x="1849" y="1109"/>
                    <a:pt x="2404" y="887"/>
                    <a:pt x="2958" y="887"/>
                  </a:cubicBezTo>
                  <a:lnTo>
                    <a:pt x="3032" y="887"/>
                  </a:lnTo>
                  <a:cubicBezTo>
                    <a:pt x="3254" y="887"/>
                    <a:pt x="3439" y="924"/>
                    <a:pt x="3661" y="961"/>
                  </a:cubicBezTo>
                  <a:cubicBezTo>
                    <a:pt x="4141" y="1109"/>
                    <a:pt x="4548" y="1442"/>
                    <a:pt x="4770" y="1812"/>
                  </a:cubicBezTo>
                  <a:cubicBezTo>
                    <a:pt x="4992" y="2144"/>
                    <a:pt x="5139" y="2551"/>
                    <a:pt x="5139" y="2995"/>
                  </a:cubicBezTo>
                  <a:lnTo>
                    <a:pt x="5139" y="3808"/>
                  </a:lnTo>
                  <a:lnTo>
                    <a:pt x="5139" y="6063"/>
                  </a:lnTo>
                  <a:lnTo>
                    <a:pt x="6027" y="6063"/>
                  </a:lnTo>
                  <a:lnTo>
                    <a:pt x="6027" y="3808"/>
                  </a:lnTo>
                  <a:lnTo>
                    <a:pt x="6027" y="2995"/>
                  </a:lnTo>
                  <a:cubicBezTo>
                    <a:pt x="6027" y="2514"/>
                    <a:pt x="5953" y="2034"/>
                    <a:pt x="5694" y="1590"/>
                  </a:cubicBezTo>
                  <a:cubicBezTo>
                    <a:pt x="5509" y="1257"/>
                    <a:pt x="5287" y="924"/>
                    <a:pt x="4955" y="703"/>
                  </a:cubicBezTo>
                  <a:cubicBezTo>
                    <a:pt x="4881" y="666"/>
                    <a:pt x="4844" y="555"/>
                    <a:pt x="4733" y="518"/>
                  </a:cubicBezTo>
                  <a:cubicBezTo>
                    <a:pt x="4289" y="185"/>
                    <a:pt x="3661" y="0"/>
                    <a:pt x="30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676;p40">
              <a:extLst>
                <a:ext uri="{FF2B5EF4-FFF2-40B4-BE49-F238E27FC236}">
                  <a16:creationId xmlns:a16="http://schemas.microsoft.com/office/drawing/2014/main" id="{B675DC9E-C3DE-6F6E-A49F-02FFAC9E6DB0}"/>
                </a:ext>
              </a:extLst>
            </p:cNvPr>
            <p:cNvSpPr/>
            <p:nvPr/>
          </p:nvSpPr>
          <p:spPr>
            <a:xfrm>
              <a:off x="4449125" y="2315875"/>
              <a:ext cx="196875" cy="167300"/>
            </a:xfrm>
            <a:custGeom>
              <a:avLst/>
              <a:gdLst/>
              <a:ahLst/>
              <a:cxnLst/>
              <a:rect l="l" t="t" r="r" b="b"/>
              <a:pathLst>
                <a:path w="7875" h="6692" extrusionOk="0">
                  <a:moveTo>
                    <a:pt x="961" y="0"/>
                  </a:moveTo>
                  <a:cubicBezTo>
                    <a:pt x="444" y="0"/>
                    <a:pt x="0" y="407"/>
                    <a:pt x="0" y="961"/>
                  </a:cubicBezTo>
                  <a:lnTo>
                    <a:pt x="0" y="5731"/>
                  </a:lnTo>
                  <a:cubicBezTo>
                    <a:pt x="0" y="6211"/>
                    <a:pt x="407" y="6692"/>
                    <a:pt x="961" y="6692"/>
                  </a:cubicBezTo>
                  <a:lnTo>
                    <a:pt x="6914" y="6692"/>
                  </a:lnTo>
                  <a:cubicBezTo>
                    <a:pt x="7468" y="6692"/>
                    <a:pt x="7875" y="6285"/>
                    <a:pt x="7875" y="5731"/>
                  </a:cubicBezTo>
                  <a:lnTo>
                    <a:pt x="7875" y="961"/>
                  </a:lnTo>
                  <a:cubicBezTo>
                    <a:pt x="7875" y="444"/>
                    <a:pt x="7468" y="0"/>
                    <a:pt x="69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677;p40">
              <a:extLst>
                <a:ext uri="{FF2B5EF4-FFF2-40B4-BE49-F238E27FC236}">
                  <a16:creationId xmlns:a16="http://schemas.microsoft.com/office/drawing/2014/main" id="{CDE1888F-6164-8B39-CF3D-2E82CD4AC86C}"/>
                </a:ext>
              </a:extLst>
            </p:cNvPr>
            <p:cNvSpPr/>
            <p:nvPr/>
          </p:nvSpPr>
          <p:spPr>
            <a:xfrm>
              <a:off x="4463900" y="2326950"/>
              <a:ext cx="167325" cy="143300"/>
            </a:xfrm>
            <a:custGeom>
              <a:avLst/>
              <a:gdLst/>
              <a:ahLst/>
              <a:cxnLst/>
              <a:rect l="l" t="t" r="r" b="b"/>
              <a:pathLst>
                <a:path w="6693" h="5732" extrusionOk="0">
                  <a:moveTo>
                    <a:pt x="814" y="1"/>
                  </a:moveTo>
                  <a:cubicBezTo>
                    <a:pt x="370" y="1"/>
                    <a:pt x="1" y="371"/>
                    <a:pt x="1" y="814"/>
                  </a:cubicBezTo>
                  <a:lnTo>
                    <a:pt x="1" y="4881"/>
                  </a:lnTo>
                  <a:cubicBezTo>
                    <a:pt x="1" y="5362"/>
                    <a:pt x="370" y="5731"/>
                    <a:pt x="814" y="5731"/>
                  </a:cubicBezTo>
                  <a:lnTo>
                    <a:pt x="5879" y="5731"/>
                  </a:lnTo>
                  <a:cubicBezTo>
                    <a:pt x="6323" y="5731"/>
                    <a:pt x="6692" y="5362"/>
                    <a:pt x="6692" y="4881"/>
                  </a:cubicBezTo>
                  <a:lnTo>
                    <a:pt x="6692" y="814"/>
                  </a:lnTo>
                  <a:cubicBezTo>
                    <a:pt x="6692" y="371"/>
                    <a:pt x="6323" y="1"/>
                    <a:pt x="58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678;p40">
              <a:extLst>
                <a:ext uri="{FF2B5EF4-FFF2-40B4-BE49-F238E27FC236}">
                  <a16:creationId xmlns:a16="http://schemas.microsoft.com/office/drawing/2014/main" id="{AAF44979-93AA-9C7D-D762-C974EF951DA9}"/>
                </a:ext>
              </a:extLst>
            </p:cNvPr>
            <p:cNvSpPr/>
            <p:nvPr/>
          </p:nvSpPr>
          <p:spPr>
            <a:xfrm>
              <a:off x="4528600" y="2366150"/>
              <a:ext cx="36075" cy="70825"/>
            </a:xfrm>
            <a:custGeom>
              <a:avLst/>
              <a:gdLst/>
              <a:ahLst/>
              <a:cxnLst/>
              <a:rect l="l" t="t" r="r" b="b"/>
              <a:pathLst>
                <a:path w="1443" h="2833" extrusionOk="0">
                  <a:moveTo>
                    <a:pt x="777" y="1"/>
                  </a:moveTo>
                  <a:cubicBezTo>
                    <a:pt x="717" y="1"/>
                    <a:pt x="656" y="8"/>
                    <a:pt x="592" y="23"/>
                  </a:cubicBezTo>
                  <a:cubicBezTo>
                    <a:pt x="296" y="60"/>
                    <a:pt x="149" y="281"/>
                    <a:pt x="38" y="503"/>
                  </a:cubicBezTo>
                  <a:cubicBezTo>
                    <a:pt x="1" y="799"/>
                    <a:pt x="75" y="1021"/>
                    <a:pt x="260" y="1169"/>
                  </a:cubicBezTo>
                  <a:cubicBezTo>
                    <a:pt x="370" y="1243"/>
                    <a:pt x="444" y="1390"/>
                    <a:pt x="407" y="1575"/>
                  </a:cubicBezTo>
                  <a:lnTo>
                    <a:pt x="149" y="2832"/>
                  </a:lnTo>
                  <a:lnTo>
                    <a:pt x="1332" y="2832"/>
                  </a:lnTo>
                  <a:lnTo>
                    <a:pt x="1073" y="1575"/>
                  </a:lnTo>
                  <a:cubicBezTo>
                    <a:pt x="999" y="1427"/>
                    <a:pt x="1110" y="1243"/>
                    <a:pt x="1184" y="1169"/>
                  </a:cubicBezTo>
                  <a:cubicBezTo>
                    <a:pt x="1332" y="1021"/>
                    <a:pt x="1443" y="836"/>
                    <a:pt x="1443" y="651"/>
                  </a:cubicBezTo>
                  <a:cubicBezTo>
                    <a:pt x="1443" y="298"/>
                    <a:pt x="1164" y="1"/>
                    <a:pt x="7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679;p40">
              <a:extLst>
                <a:ext uri="{FF2B5EF4-FFF2-40B4-BE49-F238E27FC236}">
                  <a16:creationId xmlns:a16="http://schemas.microsoft.com/office/drawing/2014/main" id="{03697B37-E24F-0976-E26F-B2CB4CCC5594}"/>
                </a:ext>
              </a:extLst>
            </p:cNvPr>
            <p:cNvSpPr/>
            <p:nvPr/>
          </p:nvSpPr>
          <p:spPr>
            <a:xfrm>
              <a:off x="4731025" y="2341750"/>
              <a:ext cx="57325" cy="73950"/>
            </a:xfrm>
            <a:custGeom>
              <a:avLst/>
              <a:gdLst/>
              <a:ahLst/>
              <a:cxnLst/>
              <a:rect l="l" t="t" r="r" b="b"/>
              <a:pathLst>
                <a:path w="2293" h="2958" extrusionOk="0">
                  <a:moveTo>
                    <a:pt x="1146" y="703"/>
                  </a:moveTo>
                  <a:cubicBezTo>
                    <a:pt x="1442" y="703"/>
                    <a:pt x="1738" y="1072"/>
                    <a:pt x="1738" y="1479"/>
                  </a:cubicBezTo>
                  <a:cubicBezTo>
                    <a:pt x="1775" y="1923"/>
                    <a:pt x="1516" y="2293"/>
                    <a:pt x="1146" y="2293"/>
                  </a:cubicBezTo>
                  <a:cubicBezTo>
                    <a:pt x="814" y="2293"/>
                    <a:pt x="518" y="1923"/>
                    <a:pt x="518" y="1479"/>
                  </a:cubicBezTo>
                  <a:cubicBezTo>
                    <a:pt x="518" y="1036"/>
                    <a:pt x="814" y="703"/>
                    <a:pt x="1146" y="703"/>
                  </a:cubicBezTo>
                  <a:close/>
                  <a:moveTo>
                    <a:pt x="1146" y="0"/>
                  </a:moveTo>
                  <a:cubicBezTo>
                    <a:pt x="481" y="0"/>
                    <a:pt x="0" y="666"/>
                    <a:pt x="0" y="1479"/>
                  </a:cubicBezTo>
                  <a:cubicBezTo>
                    <a:pt x="0" y="2330"/>
                    <a:pt x="481" y="2958"/>
                    <a:pt x="1146" y="2958"/>
                  </a:cubicBezTo>
                  <a:cubicBezTo>
                    <a:pt x="1775" y="2958"/>
                    <a:pt x="2292" y="2330"/>
                    <a:pt x="2292" y="1479"/>
                  </a:cubicBezTo>
                  <a:cubicBezTo>
                    <a:pt x="2292" y="666"/>
                    <a:pt x="1775" y="0"/>
                    <a:pt x="11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680;p40">
              <a:extLst>
                <a:ext uri="{FF2B5EF4-FFF2-40B4-BE49-F238E27FC236}">
                  <a16:creationId xmlns:a16="http://schemas.microsoft.com/office/drawing/2014/main" id="{4E9EB24C-06E7-C006-A6EE-714643D44AEF}"/>
                </a:ext>
              </a:extLst>
            </p:cNvPr>
            <p:cNvSpPr/>
            <p:nvPr/>
          </p:nvSpPr>
          <p:spPr>
            <a:xfrm>
              <a:off x="4651525" y="2368550"/>
              <a:ext cx="86000" cy="19425"/>
            </a:xfrm>
            <a:custGeom>
              <a:avLst/>
              <a:gdLst/>
              <a:ahLst/>
              <a:cxnLst/>
              <a:rect l="l" t="t" r="r" b="b"/>
              <a:pathLst>
                <a:path w="3440" h="777" extrusionOk="0">
                  <a:moveTo>
                    <a:pt x="1" y="0"/>
                  </a:moveTo>
                  <a:lnTo>
                    <a:pt x="1" y="777"/>
                  </a:lnTo>
                  <a:lnTo>
                    <a:pt x="3439" y="777"/>
                  </a:lnTo>
                  <a:lnTo>
                    <a:pt x="34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681;p40">
              <a:extLst>
                <a:ext uri="{FF2B5EF4-FFF2-40B4-BE49-F238E27FC236}">
                  <a16:creationId xmlns:a16="http://schemas.microsoft.com/office/drawing/2014/main" id="{ADB28C0C-4510-B9FF-F80D-DA5DA6F08C0B}"/>
                </a:ext>
              </a:extLst>
            </p:cNvPr>
            <p:cNvSpPr/>
            <p:nvPr/>
          </p:nvSpPr>
          <p:spPr>
            <a:xfrm>
              <a:off x="4663550" y="2375950"/>
              <a:ext cx="11125" cy="24975"/>
            </a:xfrm>
            <a:custGeom>
              <a:avLst/>
              <a:gdLst/>
              <a:ahLst/>
              <a:cxnLst/>
              <a:rect l="l" t="t" r="r" b="b"/>
              <a:pathLst>
                <a:path w="445" h="999" extrusionOk="0">
                  <a:moveTo>
                    <a:pt x="0" y="0"/>
                  </a:moveTo>
                  <a:lnTo>
                    <a:pt x="0" y="998"/>
                  </a:lnTo>
                  <a:lnTo>
                    <a:pt x="444" y="998"/>
                  </a:lnTo>
                  <a:lnTo>
                    <a:pt x="4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682;p40">
              <a:extLst>
                <a:ext uri="{FF2B5EF4-FFF2-40B4-BE49-F238E27FC236}">
                  <a16:creationId xmlns:a16="http://schemas.microsoft.com/office/drawing/2014/main" id="{07277279-A282-EBAE-7E8C-940F288D3F10}"/>
                </a:ext>
              </a:extLst>
            </p:cNvPr>
            <p:cNvSpPr/>
            <p:nvPr/>
          </p:nvSpPr>
          <p:spPr>
            <a:xfrm>
              <a:off x="4682950" y="2375950"/>
              <a:ext cx="12050" cy="35150"/>
            </a:xfrm>
            <a:custGeom>
              <a:avLst/>
              <a:gdLst/>
              <a:ahLst/>
              <a:cxnLst/>
              <a:rect l="l" t="t" r="r" b="b"/>
              <a:pathLst>
                <a:path w="482" h="1406" extrusionOk="0">
                  <a:moveTo>
                    <a:pt x="1" y="0"/>
                  </a:moveTo>
                  <a:lnTo>
                    <a:pt x="1" y="1405"/>
                  </a:lnTo>
                  <a:lnTo>
                    <a:pt x="481" y="1405"/>
                  </a:lnTo>
                  <a:lnTo>
                    <a:pt x="4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683;p40">
              <a:extLst>
                <a:ext uri="{FF2B5EF4-FFF2-40B4-BE49-F238E27FC236}">
                  <a16:creationId xmlns:a16="http://schemas.microsoft.com/office/drawing/2014/main" id="{A0D4A432-0A7E-B9B1-7BAD-220E595E6CBE}"/>
                </a:ext>
              </a:extLst>
            </p:cNvPr>
            <p:cNvSpPr/>
            <p:nvPr/>
          </p:nvSpPr>
          <p:spPr>
            <a:xfrm>
              <a:off x="4740250" y="2304775"/>
              <a:ext cx="88775" cy="74600"/>
            </a:xfrm>
            <a:custGeom>
              <a:avLst/>
              <a:gdLst/>
              <a:ahLst/>
              <a:cxnLst/>
              <a:rect l="l" t="t" r="r" b="b"/>
              <a:pathLst>
                <a:path w="3551" h="2984" extrusionOk="0">
                  <a:moveTo>
                    <a:pt x="1846" y="2567"/>
                  </a:moveTo>
                  <a:lnTo>
                    <a:pt x="1846" y="2567"/>
                  </a:lnTo>
                  <a:cubicBezTo>
                    <a:pt x="1834" y="2607"/>
                    <a:pt x="1785" y="2697"/>
                    <a:pt x="1758" y="2770"/>
                  </a:cubicBezTo>
                  <a:lnTo>
                    <a:pt x="1758" y="2770"/>
                  </a:lnTo>
                  <a:cubicBezTo>
                    <a:pt x="1763" y="2742"/>
                    <a:pt x="1767" y="2716"/>
                    <a:pt x="1776" y="2699"/>
                  </a:cubicBezTo>
                  <a:cubicBezTo>
                    <a:pt x="1776" y="2667"/>
                    <a:pt x="1833" y="2606"/>
                    <a:pt x="1846" y="2567"/>
                  </a:cubicBezTo>
                  <a:close/>
                  <a:moveTo>
                    <a:pt x="2552" y="1"/>
                  </a:moveTo>
                  <a:cubicBezTo>
                    <a:pt x="2478" y="74"/>
                    <a:pt x="2404" y="148"/>
                    <a:pt x="2404" y="148"/>
                  </a:cubicBezTo>
                  <a:cubicBezTo>
                    <a:pt x="2293" y="333"/>
                    <a:pt x="1960" y="518"/>
                    <a:pt x="1850" y="629"/>
                  </a:cubicBezTo>
                  <a:cubicBezTo>
                    <a:pt x="1517" y="740"/>
                    <a:pt x="962" y="999"/>
                    <a:pt x="777" y="1258"/>
                  </a:cubicBezTo>
                  <a:cubicBezTo>
                    <a:pt x="629" y="1442"/>
                    <a:pt x="1" y="2478"/>
                    <a:pt x="556" y="2662"/>
                  </a:cubicBezTo>
                  <a:cubicBezTo>
                    <a:pt x="629" y="2662"/>
                    <a:pt x="814" y="2662"/>
                    <a:pt x="814" y="2588"/>
                  </a:cubicBezTo>
                  <a:cubicBezTo>
                    <a:pt x="851" y="2478"/>
                    <a:pt x="1036" y="2145"/>
                    <a:pt x="1036" y="2145"/>
                  </a:cubicBezTo>
                  <a:lnTo>
                    <a:pt x="1036" y="2145"/>
                  </a:lnTo>
                  <a:cubicBezTo>
                    <a:pt x="1036" y="2145"/>
                    <a:pt x="925" y="2404"/>
                    <a:pt x="925" y="2478"/>
                  </a:cubicBezTo>
                  <a:cubicBezTo>
                    <a:pt x="925" y="2515"/>
                    <a:pt x="851" y="2588"/>
                    <a:pt x="851" y="2662"/>
                  </a:cubicBezTo>
                  <a:cubicBezTo>
                    <a:pt x="905" y="2742"/>
                    <a:pt x="996" y="2803"/>
                    <a:pt x="1099" y="2803"/>
                  </a:cubicBezTo>
                  <a:cubicBezTo>
                    <a:pt x="1138" y="2803"/>
                    <a:pt x="1180" y="2794"/>
                    <a:pt x="1221" y="2773"/>
                  </a:cubicBezTo>
                  <a:cubicBezTo>
                    <a:pt x="1295" y="2736"/>
                    <a:pt x="1332" y="2699"/>
                    <a:pt x="1332" y="2662"/>
                  </a:cubicBezTo>
                  <a:cubicBezTo>
                    <a:pt x="1332" y="2736"/>
                    <a:pt x="1332" y="2847"/>
                    <a:pt x="1517" y="2884"/>
                  </a:cubicBezTo>
                  <a:cubicBezTo>
                    <a:pt x="1573" y="2916"/>
                    <a:pt x="1615" y="2929"/>
                    <a:pt x="1647" y="2929"/>
                  </a:cubicBezTo>
                  <a:cubicBezTo>
                    <a:pt x="1699" y="2929"/>
                    <a:pt x="1724" y="2895"/>
                    <a:pt x="1739" y="2852"/>
                  </a:cubicBezTo>
                  <a:lnTo>
                    <a:pt x="1739" y="2852"/>
                  </a:lnTo>
                  <a:cubicBezTo>
                    <a:pt x="1746" y="2918"/>
                    <a:pt x="1895" y="2983"/>
                    <a:pt x="2043" y="2983"/>
                  </a:cubicBezTo>
                  <a:cubicBezTo>
                    <a:pt x="2140" y="2983"/>
                    <a:pt x="2236" y="2956"/>
                    <a:pt x="2293" y="2884"/>
                  </a:cubicBezTo>
                  <a:cubicBezTo>
                    <a:pt x="2404" y="2773"/>
                    <a:pt x="2478" y="2404"/>
                    <a:pt x="2515" y="2367"/>
                  </a:cubicBezTo>
                  <a:cubicBezTo>
                    <a:pt x="2626" y="2330"/>
                    <a:pt x="2663" y="2219"/>
                    <a:pt x="2774" y="2182"/>
                  </a:cubicBezTo>
                  <a:cubicBezTo>
                    <a:pt x="2996" y="1997"/>
                    <a:pt x="3143" y="1775"/>
                    <a:pt x="3217" y="1479"/>
                  </a:cubicBezTo>
                  <a:cubicBezTo>
                    <a:pt x="3254" y="1368"/>
                    <a:pt x="3365" y="1184"/>
                    <a:pt x="3402" y="1036"/>
                  </a:cubicBezTo>
                  <a:cubicBezTo>
                    <a:pt x="3439" y="814"/>
                    <a:pt x="3476" y="555"/>
                    <a:pt x="3550" y="370"/>
                  </a:cubicBezTo>
                  <a:lnTo>
                    <a:pt x="3550" y="370"/>
                  </a:lnTo>
                  <a:cubicBezTo>
                    <a:pt x="3532" y="407"/>
                    <a:pt x="3504" y="426"/>
                    <a:pt x="3476" y="426"/>
                  </a:cubicBezTo>
                  <a:cubicBezTo>
                    <a:pt x="3449" y="426"/>
                    <a:pt x="3421" y="407"/>
                    <a:pt x="3402" y="370"/>
                  </a:cubicBezTo>
                  <a:cubicBezTo>
                    <a:pt x="3328" y="333"/>
                    <a:pt x="3217" y="333"/>
                    <a:pt x="3107" y="296"/>
                  </a:cubicBezTo>
                  <a:cubicBezTo>
                    <a:pt x="2922" y="259"/>
                    <a:pt x="2737" y="148"/>
                    <a:pt x="2552"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684;p40">
              <a:extLst>
                <a:ext uri="{FF2B5EF4-FFF2-40B4-BE49-F238E27FC236}">
                  <a16:creationId xmlns:a16="http://schemas.microsoft.com/office/drawing/2014/main" id="{36F3EE33-2FA8-F0E6-791A-5900411C5DFF}"/>
                </a:ext>
              </a:extLst>
            </p:cNvPr>
            <p:cNvSpPr/>
            <p:nvPr/>
          </p:nvSpPr>
          <p:spPr>
            <a:xfrm>
              <a:off x="4669500" y="1914600"/>
              <a:ext cx="230675" cy="412375"/>
            </a:xfrm>
            <a:custGeom>
              <a:avLst/>
              <a:gdLst/>
              <a:ahLst/>
              <a:cxnLst/>
              <a:rect l="l" t="t" r="r" b="b"/>
              <a:pathLst>
                <a:path w="9227" h="16495" extrusionOk="0">
                  <a:moveTo>
                    <a:pt x="1499" y="1"/>
                  </a:moveTo>
                  <a:cubicBezTo>
                    <a:pt x="971" y="1"/>
                    <a:pt x="0" y="2887"/>
                    <a:pt x="650" y="4294"/>
                  </a:cubicBezTo>
                  <a:cubicBezTo>
                    <a:pt x="650" y="4294"/>
                    <a:pt x="5160" y="8176"/>
                    <a:pt x="5271" y="8583"/>
                  </a:cubicBezTo>
                  <a:cubicBezTo>
                    <a:pt x="5308" y="9064"/>
                    <a:pt x="4716" y="16088"/>
                    <a:pt x="4716" y="16088"/>
                  </a:cubicBezTo>
                  <a:lnTo>
                    <a:pt x="6565" y="16495"/>
                  </a:lnTo>
                  <a:cubicBezTo>
                    <a:pt x="6565" y="16495"/>
                    <a:pt x="9227" y="8361"/>
                    <a:pt x="7896" y="6328"/>
                  </a:cubicBezTo>
                  <a:cubicBezTo>
                    <a:pt x="5678" y="2964"/>
                    <a:pt x="2942" y="413"/>
                    <a:pt x="1537" y="6"/>
                  </a:cubicBezTo>
                  <a:cubicBezTo>
                    <a:pt x="1525" y="2"/>
                    <a:pt x="1512" y="1"/>
                    <a:pt x="14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43936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3DE05-B62B-37DC-98AC-EB419B1CCCDA}"/>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EBF9E159-FBE3-1A1B-C2FF-2A32EF57C6BE}"/>
              </a:ext>
            </a:extLst>
          </p:cNvPr>
          <p:cNvSpPr>
            <a:spLocks noGrp="1"/>
          </p:cNvSpPr>
          <p:nvPr>
            <p:ph type="title"/>
          </p:nvPr>
        </p:nvSpPr>
        <p:spPr>
          <a:xfrm>
            <a:off x="714150" y="215768"/>
            <a:ext cx="7715700" cy="572700"/>
          </a:xfrm>
        </p:spPr>
        <p:txBody>
          <a:bodyPr/>
          <a:lstStyle/>
          <a:p>
            <a:r>
              <a:rPr lang="ar-YE" sz="3600" dirty="0">
                <a:solidFill>
                  <a:schemeClr val="dk2"/>
                </a:solidFill>
              </a:rPr>
              <a:t>القسم الثاني: معرفة المخاطر</a:t>
            </a:r>
            <a:endParaRPr lang="en-US" sz="3600" dirty="0">
              <a:solidFill>
                <a:schemeClr val="dk2"/>
              </a:solidFill>
            </a:endParaRPr>
          </a:p>
        </p:txBody>
      </p:sp>
      <p:sp>
        <p:nvSpPr>
          <p:cNvPr id="3" name="عنوان فرعي 2">
            <a:extLst>
              <a:ext uri="{FF2B5EF4-FFF2-40B4-BE49-F238E27FC236}">
                <a16:creationId xmlns:a16="http://schemas.microsoft.com/office/drawing/2014/main" id="{20B194C9-FBD5-4E6C-54D0-CB3BC4DA3E0B}"/>
              </a:ext>
            </a:extLst>
          </p:cNvPr>
          <p:cNvSpPr>
            <a:spLocks noGrp="1"/>
          </p:cNvSpPr>
          <p:nvPr>
            <p:ph type="subTitle" idx="1"/>
          </p:nvPr>
        </p:nvSpPr>
        <p:spPr>
          <a:xfrm>
            <a:off x="1016185" y="861282"/>
            <a:ext cx="7111630" cy="3234016"/>
          </a:xfrm>
        </p:spPr>
        <p:txBody>
          <a:bodyPr/>
          <a:lstStyle/>
          <a:p>
            <a:pPr marL="114300" indent="0" algn="r">
              <a:buNone/>
            </a:pPr>
            <a:r>
              <a:rPr lang="ar-YE" b="0" i="0" dirty="0">
                <a:solidFill>
                  <a:schemeClr val="tx1"/>
                </a:solidFill>
                <a:effectLst/>
                <a:latin typeface="Times New Roman" panose="02020603050405020304" pitchFamily="18" charset="0"/>
                <a:cs typeface="+mj-cs"/>
              </a:rPr>
              <a:t>3. هل تعرف ما هو التصيد الاحتيالي؟</a:t>
            </a:r>
            <a:br>
              <a:rPr lang="en-US" dirty="0">
                <a:solidFill>
                  <a:schemeClr val="tx1"/>
                </a:solidFill>
                <a:cs typeface="+mj-cs"/>
              </a:rPr>
            </a:br>
            <a:br>
              <a:rPr lang="en-US" dirty="0">
                <a:solidFill>
                  <a:schemeClr val="tx1"/>
                </a:solidFill>
                <a:cs typeface="+mj-cs"/>
              </a:rPr>
            </a:br>
            <a:r>
              <a:rPr lang="ar-YE" b="0" i="0" dirty="0">
                <a:solidFill>
                  <a:schemeClr val="tx1"/>
                </a:solidFill>
                <a:effectLst/>
                <a:latin typeface="Times New Roman" panose="02020603050405020304" pitchFamily="18" charset="0"/>
                <a:cs typeface="+mj-cs"/>
              </a:rPr>
              <a:t>نعم</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لا</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سمعت عنه لكن لا أعرف التفاصيل</a:t>
            </a:r>
            <a:br>
              <a:rPr lang="ar-YE" dirty="0">
                <a:solidFill>
                  <a:schemeClr val="tx1"/>
                </a:solidFill>
                <a:cs typeface="+mj-cs"/>
              </a:rPr>
            </a:br>
            <a:br>
              <a:rPr lang="ar-YE" dirty="0">
                <a:solidFill>
                  <a:schemeClr val="tx1"/>
                </a:solidFill>
                <a:cs typeface="+mj-cs"/>
              </a:rPr>
            </a:b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4. هل تستخدم كلمات مرور قوية ومختلفة لكل حساب؟</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نعم دائمًا</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أحيانًا</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لا، أستخدم نفس كلمة المرور لجميع الحسابات</a:t>
            </a:r>
            <a:br>
              <a:rPr lang="ar-YE" dirty="0">
                <a:solidFill>
                  <a:schemeClr val="tx1"/>
                </a:solidFill>
                <a:cs typeface="+mj-cs"/>
              </a:rPr>
            </a:br>
            <a:endParaRPr lang="en-US" sz="1000" dirty="0">
              <a:solidFill>
                <a:schemeClr val="tx1"/>
              </a:solidFill>
              <a:latin typeface="+mn-lt"/>
              <a:cs typeface="+mj-cs"/>
            </a:endParaRPr>
          </a:p>
        </p:txBody>
      </p:sp>
      <p:grpSp>
        <p:nvGrpSpPr>
          <p:cNvPr id="4" name="Google Shape;962;p48">
            <a:extLst>
              <a:ext uri="{FF2B5EF4-FFF2-40B4-BE49-F238E27FC236}">
                <a16:creationId xmlns:a16="http://schemas.microsoft.com/office/drawing/2014/main" id="{62E75E92-F600-A1CC-E816-1F6556681B92}"/>
              </a:ext>
            </a:extLst>
          </p:cNvPr>
          <p:cNvGrpSpPr/>
          <p:nvPr/>
        </p:nvGrpSpPr>
        <p:grpSpPr>
          <a:xfrm>
            <a:off x="1125412" y="3251538"/>
            <a:ext cx="1911974" cy="1263718"/>
            <a:chOff x="3997150" y="461075"/>
            <a:chExt cx="1437250" cy="949950"/>
          </a:xfrm>
        </p:grpSpPr>
        <p:sp>
          <p:nvSpPr>
            <p:cNvPr id="40" name="Google Shape;963;p48">
              <a:extLst>
                <a:ext uri="{FF2B5EF4-FFF2-40B4-BE49-F238E27FC236}">
                  <a16:creationId xmlns:a16="http://schemas.microsoft.com/office/drawing/2014/main" id="{60FFEB49-02E4-6A70-8D16-7D580B5D2B76}"/>
                </a:ext>
              </a:extLst>
            </p:cNvPr>
            <p:cNvSpPr/>
            <p:nvPr/>
          </p:nvSpPr>
          <p:spPr>
            <a:xfrm>
              <a:off x="5157100" y="1101700"/>
              <a:ext cx="152225" cy="81050"/>
            </a:xfrm>
            <a:custGeom>
              <a:avLst/>
              <a:gdLst/>
              <a:ahLst/>
              <a:cxnLst/>
              <a:rect l="l" t="t" r="r" b="b"/>
              <a:pathLst>
                <a:path w="6089" h="3242" extrusionOk="0">
                  <a:moveTo>
                    <a:pt x="3856" y="0"/>
                  </a:moveTo>
                  <a:cubicBezTo>
                    <a:pt x="3730" y="0"/>
                    <a:pt x="3603" y="25"/>
                    <a:pt x="3476" y="25"/>
                  </a:cubicBezTo>
                  <a:cubicBezTo>
                    <a:pt x="3297" y="50"/>
                    <a:pt x="3137" y="93"/>
                    <a:pt x="2981" y="93"/>
                  </a:cubicBezTo>
                  <a:cubicBezTo>
                    <a:pt x="2911" y="93"/>
                    <a:pt x="2842" y="85"/>
                    <a:pt x="2774" y="62"/>
                  </a:cubicBezTo>
                  <a:cubicBezTo>
                    <a:pt x="2748" y="56"/>
                    <a:pt x="2721" y="54"/>
                    <a:pt x="2694" y="54"/>
                  </a:cubicBezTo>
                  <a:cubicBezTo>
                    <a:pt x="2527" y="54"/>
                    <a:pt x="2341" y="141"/>
                    <a:pt x="2182" y="173"/>
                  </a:cubicBezTo>
                  <a:cubicBezTo>
                    <a:pt x="2049" y="217"/>
                    <a:pt x="1918" y="235"/>
                    <a:pt x="1790" y="235"/>
                  </a:cubicBezTo>
                  <a:cubicBezTo>
                    <a:pt x="1490" y="235"/>
                    <a:pt x="1198" y="139"/>
                    <a:pt x="888" y="62"/>
                  </a:cubicBezTo>
                  <a:cubicBezTo>
                    <a:pt x="592" y="505"/>
                    <a:pt x="1" y="1097"/>
                    <a:pt x="149" y="1540"/>
                  </a:cubicBezTo>
                  <a:cubicBezTo>
                    <a:pt x="223" y="1873"/>
                    <a:pt x="962" y="1947"/>
                    <a:pt x="1221" y="2206"/>
                  </a:cubicBezTo>
                  <a:cubicBezTo>
                    <a:pt x="2034" y="2797"/>
                    <a:pt x="2552" y="3130"/>
                    <a:pt x="3550" y="3204"/>
                  </a:cubicBezTo>
                  <a:cubicBezTo>
                    <a:pt x="3624" y="3241"/>
                    <a:pt x="4105" y="3241"/>
                    <a:pt x="4326" y="3241"/>
                  </a:cubicBezTo>
                  <a:cubicBezTo>
                    <a:pt x="4844" y="3204"/>
                    <a:pt x="5066" y="2834"/>
                    <a:pt x="4548" y="2797"/>
                  </a:cubicBezTo>
                  <a:cubicBezTo>
                    <a:pt x="4105" y="2797"/>
                    <a:pt x="3772" y="2797"/>
                    <a:pt x="3402" y="2650"/>
                  </a:cubicBezTo>
                  <a:cubicBezTo>
                    <a:pt x="3689" y="2650"/>
                    <a:pt x="4149" y="2719"/>
                    <a:pt x="4573" y="2719"/>
                  </a:cubicBezTo>
                  <a:cubicBezTo>
                    <a:pt x="5023" y="2719"/>
                    <a:pt x="5432" y="2641"/>
                    <a:pt x="5546" y="2317"/>
                  </a:cubicBezTo>
                  <a:cubicBezTo>
                    <a:pt x="5627" y="2095"/>
                    <a:pt x="5499" y="2038"/>
                    <a:pt x="5324" y="2038"/>
                  </a:cubicBezTo>
                  <a:cubicBezTo>
                    <a:pt x="5178" y="2038"/>
                    <a:pt x="4999" y="2078"/>
                    <a:pt x="4881" y="2095"/>
                  </a:cubicBezTo>
                  <a:cubicBezTo>
                    <a:pt x="4583" y="2176"/>
                    <a:pt x="4304" y="2218"/>
                    <a:pt x="4017" y="2220"/>
                  </a:cubicBezTo>
                  <a:lnTo>
                    <a:pt x="4017" y="2220"/>
                  </a:lnTo>
                  <a:cubicBezTo>
                    <a:pt x="4715" y="2176"/>
                    <a:pt x="6089" y="1806"/>
                    <a:pt x="5842" y="1282"/>
                  </a:cubicBezTo>
                  <a:cubicBezTo>
                    <a:pt x="5811" y="1189"/>
                    <a:pt x="5731" y="1153"/>
                    <a:pt x="5627" y="1153"/>
                  </a:cubicBezTo>
                  <a:cubicBezTo>
                    <a:pt x="5358" y="1153"/>
                    <a:pt x="4930" y="1387"/>
                    <a:pt x="4770" y="1466"/>
                  </a:cubicBezTo>
                  <a:cubicBezTo>
                    <a:pt x="4494" y="1589"/>
                    <a:pt x="4066" y="1661"/>
                    <a:pt x="3739" y="1661"/>
                  </a:cubicBezTo>
                  <a:cubicBezTo>
                    <a:pt x="3671" y="1661"/>
                    <a:pt x="3607" y="1658"/>
                    <a:pt x="3550" y="1651"/>
                  </a:cubicBezTo>
                  <a:cubicBezTo>
                    <a:pt x="3957" y="1651"/>
                    <a:pt x="4437" y="1503"/>
                    <a:pt x="4807" y="1319"/>
                  </a:cubicBezTo>
                  <a:cubicBezTo>
                    <a:pt x="4992" y="1208"/>
                    <a:pt x="5251" y="1171"/>
                    <a:pt x="5325" y="949"/>
                  </a:cubicBezTo>
                  <a:cubicBezTo>
                    <a:pt x="5350" y="768"/>
                    <a:pt x="5268" y="677"/>
                    <a:pt x="5127" y="677"/>
                  </a:cubicBezTo>
                  <a:cubicBezTo>
                    <a:pt x="5066" y="677"/>
                    <a:pt x="4996" y="694"/>
                    <a:pt x="4918" y="727"/>
                  </a:cubicBezTo>
                  <a:cubicBezTo>
                    <a:pt x="4511" y="838"/>
                    <a:pt x="4141" y="1060"/>
                    <a:pt x="3772" y="1097"/>
                  </a:cubicBezTo>
                  <a:cubicBezTo>
                    <a:pt x="3727" y="1104"/>
                    <a:pt x="3661" y="1109"/>
                    <a:pt x="3584" y="1109"/>
                  </a:cubicBezTo>
                  <a:cubicBezTo>
                    <a:pt x="3276" y="1109"/>
                    <a:pt x="2803" y="1038"/>
                    <a:pt x="2921" y="801"/>
                  </a:cubicBezTo>
                  <a:cubicBezTo>
                    <a:pt x="2995" y="579"/>
                    <a:pt x="3661" y="690"/>
                    <a:pt x="3883" y="542"/>
                  </a:cubicBezTo>
                  <a:cubicBezTo>
                    <a:pt x="4105" y="394"/>
                    <a:pt x="4437" y="209"/>
                    <a:pt x="4141" y="62"/>
                  </a:cubicBezTo>
                  <a:cubicBezTo>
                    <a:pt x="4046" y="14"/>
                    <a:pt x="3951" y="0"/>
                    <a:pt x="3856"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64;p48">
              <a:extLst>
                <a:ext uri="{FF2B5EF4-FFF2-40B4-BE49-F238E27FC236}">
                  <a16:creationId xmlns:a16="http://schemas.microsoft.com/office/drawing/2014/main" id="{6EF141E7-03D0-F40C-BCF5-4AC6C70E1AF5}"/>
                </a:ext>
              </a:extLst>
            </p:cNvPr>
            <p:cNvSpPr/>
            <p:nvPr/>
          </p:nvSpPr>
          <p:spPr>
            <a:xfrm>
              <a:off x="4141325" y="1172550"/>
              <a:ext cx="664575" cy="97075"/>
            </a:xfrm>
            <a:custGeom>
              <a:avLst/>
              <a:gdLst/>
              <a:ahLst/>
              <a:cxnLst/>
              <a:rect l="l" t="t" r="r" b="b"/>
              <a:pathLst>
                <a:path w="26583" h="3883" extrusionOk="0">
                  <a:moveTo>
                    <a:pt x="1" y="0"/>
                  </a:moveTo>
                  <a:lnTo>
                    <a:pt x="1" y="3882"/>
                  </a:lnTo>
                  <a:lnTo>
                    <a:pt x="26583" y="3882"/>
                  </a:lnTo>
                  <a:lnTo>
                    <a:pt x="265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65;p48">
              <a:extLst>
                <a:ext uri="{FF2B5EF4-FFF2-40B4-BE49-F238E27FC236}">
                  <a16:creationId xmlns:a16="http://schemas.microsoft.com/office/drawing/2014/main" id="{CC6B28EE-2182-21F8-B032-ADBC545E068A}"/>
                </a:ext>
              </a:extLst>
            </p:cNvPr>
            <p:cNvSpPr/>
            <p:nvPr/>
          </p:nvSpPr>
          <p:spPr>
            <a:xfrm>
              <a:off x="4079400" y="709500"/>
              <a:ext cx="790275" cy="530550"/>
            </a:xfrm>
            <a:custGeom>
              <a:avLst/>
              <a:gdLst/>
              <a:ahLst/>
              <a:cxnLst/>
              <a:rect l="l" t="t" r="r" b="b"/>
              <a:pathLst>
                <a:path w="31611" h="21222" extrusionOk="0">
                  <a:moveTo>
                    <a:pt x="1591" y="0"/>
                  </a:moveTo>
                  <a:cubicBezTo>
                    <a:pt x="740" y="0"/>
                    <a:pt x="1" y="739"/>
                    <a:pt x="1" y="1627"/>
                  </a:cubicBezTo>
                  <a:lnTo>
                    <a:pt x="1" y="19595"/>
                  </a:lnTo>
                  <a:cubicBezTo>
                    <a:pt x="1" y="20482"/>
                    <a:pt x="740" y="21221"/>
                    <a:pt x="1591" y="21221"/>
                  </a:cubicBezTo>
                  <a:lnTo>
                    <a:pt x="29984" y="21221"/>
                  </a:lnTo>
                  <a:cubicBezTo>
                    <a:pt x="30871" y="21221"/>
                    <a:pt x="31611" y="20482"/>
                    <a:pt x="31611" y="19558"/>
                  </a:cubicBezTo>
                  <a:lnTo>
                    <a:pt x="31611" y="1627"/>
                  </a:lnTo>
                  <a:cubicBezTo>
                    <a:pt x="31611" y="739"/>
                    <a:pt x="30835" y="0"/>
                    <a:pt x="299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66;p48">
              <a:extLst>
                <a:ext uri="{FF2B5EF4-FFF2-40B4-BE49-F238E27FC236}">
                  <a16:creationId xmlns:a16="http://schemas.microsoft.com/office/drawing/2014/main" id="{F26DC3F4-7962-B5AF-8F69-1D71CE3912CB}"/>
                </a:ext>
              </a:extLst>
            </p:cNvPr>
            <p:cNvSpPr/>
            <p:nvPr/>
          </p:nvSpPr>
          <p:spPr>
            <a:xfrm>
              <a:off x="4114525" y="743675"/>
              <a:ext cx="717275" cy="454775"/>
            </a:xfrm>
            <a:custGeom>
              <a:avLst/>
              <a:gdLst/>
              <a:ahLst/>
              <a:cxnLst/>
              <a:rect l="l" t="t" r="r" b="b"/>
              <a:pathLst>
                <a:path w="28691" h="18191" extrusionOk="0">
                  <a:moveTo>
                    <a:pt x="1" y="1"/>
                  </a:moveTo>
                  <a:lnTo>
                    <a:pt x="1" y="18191"/>
                  </a:lnTo>
                  <a:lnTo>
                    <a:pt x="28690" y="18191"/>
                  </a:lnTo>
                  <a:lnTo>
                    <a:pt x="2869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67;p48">
              <a:extLst>
                <a:ext uri="{FF2B5EF4-FFF2-40B4-BE49-F238E27FC236}">
                  <a16:creationId xmlns:a16="http://schemas.microsoft.com/office/drawing/2014/main" id="{C841C7F9-5794-FEDC-EDC9-6BB2750210CB}"/>
                </a:ext>
              </a:extLst>
            </p:cNvPr>
            <p:cNvSpPr/>
            <p:nvPr/>
          </p:nvSpPr>
          <p:spPr>
            <a:xfrm>
              <a:off x="4001775" y="1380500"/>
              <a:ext cx="944625" cy="30525"/>
            </a:xfrm>
            <a:custGeom>
              <a:avLst/>
              <a:gdLst/>
              <a:ahLst/>
              <a:cxnLst/>
              <a:rect l="l" t="t" r="r" b="b"/>
              <a:pathLst>
                <a:path w="37785" h="1221" extrusionOk="0">
                  <a:moveTo>
                    <a:pt x="0" y="1"/>
                  </a:moveTo>
                  <a:lnTo>
                    <a:pt x="0" y="629"/>
                  </a:lnTo>
                  <a:cubicBezTo>
                    <a:pt x="0" y="925"/>
                    <a:pt x="370" y="1221"/>
                    <a:pt x="777" y="1221"/>
                  </a:cubicBezTo>
                  <a:lnTo>
                    <a:pt x="37008" y="1221"/>
                  </a:lnTo>
                  <a:cubicBezTo>
                    <a:pt x="37415" y="1221"/>
                    <a:pt x="37784" y="925"/>
                    <a:pt x="37784" y="629"/>
                  </a:cubicBezTo>
                  <a:lnTo>
                    <a:pt x="377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968;p48">
              <a:extLst>
                <a:ext uri="{FF2B5EF4-FFF2-40B4-BE49-F238E27FC236}">
                  <a16:creationId xmlns:a16="http://schemas.microsoft.com/office/drawing/2014/main" id="{7A05C0D5-F97B-E6B0-8E59-D808A490FDEA}"/>
                </a:ext>
              </a:extLst>
            </p:cNvPr>
            <p:cNvSpPr/>
            <p:nvPr/>
          </p:nvSpPr>
          <p:spPr>
            <a:xfrm>
              <a:off x="3997150" y="1269600"/>
              <a:ext cx="952950" cy="123875"/>
            </a:xfrm>
            <a:custGeom>
              <a:avLst/>
              <a:gdLst/>
              <a:ahLst/>
              <a:cxnLst/>
              <a:rect l="l" t="t" r="r" b="b"/>
              <a:pathLst>
                <a:path w="38118" h="4955" extrusionOk="0">
                  <a:moveTo>
                    <a:pt x="3550" y="0"/>
                  </a:moveTo>
                  <a:cubicBezTo>
                    <a:pt x="3513" y="74"/>
                    <a:pt x="1073" y="2219"/>
                    <a:pt x="333" y="3882"/>
                  </a:cubicBezTo>
                  <a:cubicBezTo>
                    <a:pt x="1" y="4585"/>
                    <a:pt x="222" y="4954"/>
                    <a:pt x="777" y="4954"/>
                  </a:cubicBezTo>
                  <a:lnTo>
                    <a:pt x="37341" y="4954"/>
                  </a:lnTo>
                  <a:cubicBezTo>
                    <a:pt x="37932" y="4954"/>
                    <a:pt x="38117" y="4585"/>
                    <a:pt x="37785" y="3882"/>
                  </a:cubicBezTo>
                  <a:cubicBezTo>
                    <a:pt x="37045" y="2293"/>
                    <a:pt x="34605" y="111"/>
                    <a:pt x="345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969;p48">
              <a:extLst>
                <a:ext uri="{FF2B5EF4-FFF2-40B4-BE49-F238E27FC236}">
                  <a16:creationId xmlns:a16="http://schemas.microsoft.com/office/drawing/2014/main" id="{6E097C3D-0686-29AF-7C18-C2FE54BFAAE3}"/>
                </a:ext>
              </a:extLst>
            </p:cNvPr>
            <p:cNvSpPr/>
            <p:nvPr/>
          </p:nvSpPr>
          <p:spPr>
            <a:xfrm>
              <a:off x="4071100" y="1287150"/>
              <a:ext cx="826300" cy="84150"/>
            </a:xfrm>
            <a:custGeom>
              <a:avLst/>
              <a:gdLst/>
              <a:ahLst/>
              <a:cxnLst/>
              <a:rect l="l" t="t" r="r" b="b"/>
              <a:pathLst>
                <a:path w="33052" h="3366" extrusionOk="0">
                  <a:moveTo>
                    <a:pt x="2255" y="1"/>
                  </a:moveTo>
                  <a:lnTo>
                    <a:pt x="0" y="3365"/>
                  </a:lnTo>
                  <a:lnTo>
                    <a:pt x="33052" y="3365"/>
                  </a:lnTo>
                  <a:lnTo>
                    <a:pt x="307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70;p48">
              <a:extLst>
                <a:ext uri="{FF2B5EF4-FFF2-40B4-BE49-F238E27FC236}">
                  <a16:creationId xmlns:a16="http://schemas.microsoft.com/office/drawing/2014/main" id="{4DFCF1D8-5B47-AF87-A789-4B0EB2F0BB11}"/>
                </a:ext>
              </a:extLst>
            </p:cNvPr>
            <p:cNvSpPr/>
            <p:nvPr/>
          </p:nvSpPr>
          <p:spPr>
            <a:xfrm>
              <a:off x="4076650" y="1287150"/>
              <a:ext cx="809675" cy="84150"/>
            </a:xfrm>
            <a:custGeom>
              <a:avLst/>
              <a:gdLst/>
              <a:ahLst/>
              <a:cxnLst/>
              <a:rect l="l" t="t" r="r" b="b"/>
              <a:pathLst>
                <a:path w="32387" h="3366" extrusionOk="0">
                  <a:moveTo>
                    <a:pt x="6063" y="925"/>
                  </a:moveTo>
                  <a:lnTo>
                    <a:pt x="5731" y="1775"/>
                  </a:lnTo>
                  <a:lnTo>
                    <a:pt x="3290" y="1775"/>
                  </a:lnTo>
                  <a:lnTo>
                    <a:pt x="3697" y="925"/>
                  </a:lnTo>
                  <a:close/>
                  <a:moveTo>
                    <a:pt x="8651" y="925"/>
                  </a:moveTo>
                  <a:lnTo>
                    <a:pt x="8429" y="1775"/>
                  </a:lnTo>
                  <a:lnTo>
                    <a:pt x="5952" y="1775"/>
                  </a:lnTo>
                  <a:lnTo>
                    <a:pt x="6285" y="925"/>
                  </a:lnTo>
                  <a:close/>
                  <a:moveTo>
                    <a:pt x="11202" y="925"/>
                  </a:moveTo>
                  <a:lnTo>
                    <a:pt x="11054" y="1775"/>
                  </a:lnTo>
                  <a:lnTo>
                    <a:pt x="8614" y="1775"/>
                  </a:lnTo>
                  <a:lnTo>
                    <a:pt x="8836" y="925"/>
                  </a:lnTo>
                  <a:close/>
                  <a:moveTo>
                    <a:pt x="13790" y="925"/>
                  </a:moveTo>
                  <a:lnTo>
                    <a:pt x="13716" y="1775"/>
                  </a:lnTo>
                  <a:lnTo>
                    <a:pt x="11276" y="1775"/>
                  </a:lnTo>
                  <a:lnTo>
                    <a:pt x="11424" y="925"/>
                  </a:lnTo>
                  <a:close/>
                  <a:moveTo>
                    <a:pt x="16304" y="925"/>
                  </a:moveTo>
                  <a:lnTo>
                    <a:pt x="16304" y="1775"/>
                  </a:lnTo>
                  <a:lnTo>
                    <a:pt x="13901" y="1775"/>
                  </a:lnTo>
                  <a:lnTo>
                    <a:pt x="14012" y="925"/>
                  </a:lnTo>
                  <a:close/>
                  <a:moveTo>
                    <a:pt x="18818" y="925"/>
                  </a:moveTo>
                  <a:lnTo>
                    <a:pt x="18892" y="1775"/>
                  </a:lnTo>
                  <a:lnTo>
                    <a:pt x="16600" y="1775"/>
                  </a:lnTo>
                  <a:lnTo>
                    <a:pt x="16600" y="925"/>
                  </a:lnTo>
                  <a:close/>
                  <a:moveTo>
                    <a:pt x="21369" y="925"/>
                  </a:moveTo>
                  <a:lnTo>
                    <a:pt x="21480" y="1775"/>
                  </a:lnTo>
                  <a:lnTo>
                    <a:pt x="19040" y="1775"/>
                  </a:lnTo>
                  <a:lnTo>
                    <a:pt x="19003" y="925"/>
                  </a:lnTo>
                  <a:close/>
                  <a:moveTo>
                    <a:pt x="23883" y="925"/>
                  </a:moveTo>
                  <a:lnTo>
                    <a:pt x="24142" y="1775"/>
                  </a:lnTo>
                  <a:lnTo>
                    <a:pt x="21665" y="1775"/>
                  </a:lnTo>
                  <a:lnTo>
                    <a:pt x="21554" y="925"/>
                  </a:lnTo>
                  <a:close/>
                  <a:moveTo>
                    <a:pt x="26471" y="925"/>
                  </a:moveTo>
                  <a:lnTo>
                    <a:pt x="26804" y="1775"/>
                  </a:lnTo>
                  <a:lnTo>
                    <a:pt x="24364" y="1775"/>
                  </a:lnTo>
                  <a:lnTo>
                    <a:pt x="24105" y="925"/>
                  </a:lnTo>
                  <a:close/>
                  <a:moveTo>
                    <a:pt x="29059" y="925"/>
                  </a:moveTo>
                  <a:lnTo>
                    <a:pt x="29466" y="1775"/>
                  </a:lnTo>
                  <a:lnTo>
                    <a:pt x="27026" y="1775"/>
                  </a:lnTo>
                  <a:lnTo>
                    <a:pt x="26693" y="925"/>
                  </a:lnTo>
                  <a:close/>
                  <a:moveTo>
                    <a:pt x="5731" y="1849"/>
                  </a:moveTo>
                  <a:lnTo>
                    <a:pt x="5398" y="2700"/>
                  </a:lnTo>
                  <a:lnTo>
                    <a:pt x="2884" y="2700"/>
                  </a:lnTo>
                  <a:lnTo>
                    <a:pt x="3290" y="1849"/>
                  </a:lnTo>
                  <a:close/>
                  <a:moveTo>
                    <a:pt x="8355" y="1849"/>
                  </a:moveTo>
                  <a:lnTo>
                    <a:pt x="8134" y="2700"/>
                  </a:lnTo>
                  <a:lnTo>
                    <a:pt x="5583" y="2700"/>
                  </a:lnTo>
                  <a:lnTo>
                    <a:pt x="5915" y="1849"/>
                  </a:lnTo>
                  <a:close/>
                  <a:moveTo>
                    <a:pt x="11054" y="1849"/>
                  </a:moveTo>
                  <a:lnTo>
                    <a:pt x="10906" y="2700"/>
                  </a:lnTo>
                  <a:lnTo>
                    <a:pt x="8355" y="2700"/>
                  </a:lnTo>
                  <a:lnTo>
                    <a:pt x="8614" y="1849"/>
                  </a:lnTo>
                  <a:close/>
                  <a:moveTo>
                    <a:pt x="13679" y="1849"/>
                  </a:moveTo>
                  <a:lnTo>
                    <a:pt x="13642" y="2700"/>
                  </a:lnTo>
                  <a:lnTo>
                    <a:pt x="11091" y="2700"/>
                  </a:lnTo>
                  <a:lnTo>
                    <a:pt x="11239" y="1849"/>
                  </a:lnTo>
                  <a:close/>
                  <a:moveTo>
                    <a:pt x="16304" y="1849"/>
                  </a:moveTo>
                  <a:lnTo>
                    <a:pt x="16304" y="2700"/>
                  </a:lnTo>
                  <a:lnTo>
                    <a:pt x="13827" y="2700"/>
                  </a:lnTo>
                  <a:lnTo>
                    <a:pt x="13901" y="1849"/>
                  </a:lnTo>
                  <a:close/>
                  <a:moveTo>
                    <a:pt x="18855" y="1849"/>
                  </a:moveTo>
                  <a:lnTo>
                    <a:pt x="18929" y="2700"/>
                  </a:lnTo>
                  <a:lnTo>
                    <a:pt x="16526" y="2700"/>
                  </a:lnTo>
                  <a:lnTo>
                    <a:pt x="16526" y="1849"/>
                  </a:lnTo>
                  <a:close/>
                  <a:moveTo>
                    <a:pt x="21480" y="1849"/>
                  </a:moveTo>
                  <a:lnTo>
                    <a:pt x="21628" y="2700"/>
                  </a:lnTo>
                  <a:lnTo>
                    <a:pt x="19151" y="2700"/>
                  </a:lnTo>
                  <a:lnTo>
                    <a:pt x="19040" y="1849"/>
                  </a:lnTo>
                  <a:close/>
                  <a:moveTo>
                    <a:pt x="24216" y="1849"/>
                  </a:moveTo>
                  <a:lnTo>
                    <a:pt x="24438" y="2700"/>
                  </a:lnTo>
                  <a:lnTo>
                    <a:pt x="21924" y="2700"/>
                  </a:lnTo>
                  <a:lnTo>
                    <a:pt x="21776" y="1849"/>
                  </a:lnTo>
                  <a:close/>
                  <a:moveTo>
                    <a:pt x="26841" y="1849"/>
                  </a:moveTo>
                  <a:lnTo>
                    <a:pt x="27173" y="2700"/>
                  </a:lnTo>
                  <a:lnTo>
                    <a:pt x="24623" y="2700"/>
                  </a:lnTo>
                  <a:lnTo>
                    <a:pt x="24401" y="1849"/>
                  </a:lnTo>
                  <a:close/>
                  <a:moveTo>
                    <a:pt x="29540" y="1849"/>
                  </a:moveTo>
                  <a:lnTo>
                    <a:pt x="29946" y="2700"/>
                  </a:lnTo>
                  <a:lnTo>
                    <a:pt x="27395" y="2700"/>
                  </a:lnTo>
                  <a:lnTo>
                    <a:pt x="27100" y="1849"/>
                  </a:lnTo>
                  <a:close/>
                  <a:moveTo>
                    <a:pt x="3919" y="1"/>
                  </a:moveTo>
                  <a:lnTo>
                    <a:pt x="3512" y="851"/>
                  </a:lnTo>
                  <a:lnTo>
                    <a:pt x="1442" y="851"/>
                  </a:lnTo>
                  <a:lnTo>
                    <a:pt x="1331" y="925"/>
                  </a:lnTo>
                  <a:lnTo>
                    <a:pt x="3438" y="925"/>
                  </a:lnTo>
                  <a:lnTo>
                    <a:pt x="2995" y="1775"/>
                  </a:lnTo>
                  <a:lnTo>
                    <a:pt x="739" y="1775"/>
                  </a:lnTo>
                  <a:lnTo>
                    <a:pt x="666" y="1849"/>
                  </a:lnTo>
                  <a:lnTo>
                    <a:pt x="2921" y="1849"/>
                  </a:lnTo>
                  <a:lnTo>
                    <a:pt x="2514" y="2700"/>
                  </a:lnTo>
                  <a:lnTo>
                    <a:pt x="111" y="2700"/>
                  </a:lnTo>
                  <a:lnTo>
                    <a:pt x="0" y="2774"/>
                  </a:lnTo>
                  <a:lnTo>
                    <a:pt x="2440" y="2774"/>
                  </a:lnTo>
                  <a:lnTo>
                    <a:pt x="2181" y="3365"/>
                  </a:lnTo>
                  <a:lnTo>
                    <a:pt x="2403" y="3365"/>
                  </a:lnTo>
                  <a:lnTo>
                    <a:pt x="2699" y="2774"/>
                  </a:lnTo>
                  <a:lnTo>
                    <a:pt x="5213" y="2774"/>
                  </a:lnTo>
                  <a:lnTo>
                    <a:pt x="4991" y="3365"/>
                  </a:lnTo>
                  <a:lnTo>
                    <a:pt x="5213" y="3365"/>
                  </a:lnTo>
                  <a:lnTo>
                    <a:pt x="5472" y="2774"/>
                  </a:lnTo>
                  <a:lnTo>
                    <a:pt x="7986" y="2774"/>
                  </a:lnTo>
                  <a:lnTo>
                    <a:pt x="7801" y="3365"/>
                  </a:lnTo>
                  <a:lnTo>
                    <a:pt x="8060" y="3365"/>
                  </a:lnTo>
                  <a:lnTo>
                    <a:pt x="8245" y="2774"/>
                  </a:lnTo>
                  <a:lnTo>
                    <a:pt x="10759" y="2774"/>
                  </a:lnTo>
                  <a:lnTo>
                    <a:pt x="10648" y="3365"/>
                  </a:lnTo>
                  <a:lnTo>
                    <a:pt x="10869" y="3365"/>
                  </a:lnTo>
                  <a:lnTo>
                    <a:pt x="10943" y="2774"/>
                  </a:lnTo>
                  <a:lnTo>
                    <a:pt x="13494" y="2774"/>
                  </a:lnTo>
                  <a:lnTo>
                    <a:pt x="13457" y="3365"/>
                  </a:lnTo>
                  <a:lnTo>
                    <a:pt x="13679" y="3365"/>
                  </a:lnTo>
                  <a:lnTo>
                    <a:pt x="13716" y="2774"/>
                  </a:lnTo>
                  <a:lnTo>
                    <a:pt x="16230" y="2774"/>
                  </a:lnTo>
                  <a:lnTo>
                    <a:pt x="16230" y="3365"/>
                  </a:lnTo>
                  <a:lnTo>
                    <a:pt x="16452" y="3365"/>
                  </a:lnTo>
                  <a:lnTo>
                    <a:pt x="16452" y="2774"/>
                  </a:lnTo>
                  <a:lnTo>
                    <a:pt x="18855" y="2774"/>
                  </a:lnTo>
                  <a:lnTo>
                    <a:pt x="18892" y="3365"/>
                  </a:lnTo>
                  <a:lnTo>
                    <a:pt x="19151" y="3365"/>
                  </a:lnTo>
                  <a:lnTo>
                    <a:pt x="19077" y="2774"/>
                  </a:lnTo>
                  <a:lnTo>
                    <a:pt x="21628" y="2774"/>
                  </a:lnTo>
                  <a:lnTo>
                    <a:pt x="21739" y="3365"/>
                  </a:lnTo>
                  <a:lnTo>
                    <a:pt x="21961" y="3365"/>
                  </a:lnTo>
                  <a:lnTo>
                    <a:pt x="21813" y="2774"/>
                  </a:lnTo>
                  <a:lnTo>
                    <a:pt x="24364" y="2774"/>
                  </a:lnTo>
                  <a:lnTo>
                    <a:pt x="24549" y="3365"/>
                  </a:lnTo>
                  <a:lnTo>
                    <a:pt x="24770" y="3365"/>
                  </a:lnTo>
                  <a:lnTo>
                    <a:pt x="24586" y="2774"/>
                  </a:lnTo>
                  <a:lnTo>
                    <a:pt x="27137" y="2774"/>
                  </a:lnTo>
                  <a:lnTo>
                    <a:pt x="27358" y="3365"/>
                  </a:lnTo>
                  <a:lnTo>
                    <a:pt x="27580" y="3365"/>
                  </a:lnTo>
                  <a:lnTo>
                    <a:pt x="27358" y="2774"/>
                  </a:lnTo>
                  <a:lnTo>
                    <a:pt x="29909" y="2774"/>
                  </a:lnTo>
                  <a:lnTo>
                    <a:pt x="30168" y="3365"/>
                  </a:lnTo>
                  <a:lnTo>
                    <a:pt x="30427" y="3365"/>
                  </a:lnTo>
                  <a:lnTo>
                    <a:pt x="30131" y="2774"/>
                  </a:lnTo>
                  <a:lnTo>
                    <a:pt x="32386" y="2774"/>
                  </a:lnTo>
                  <a:lnTo>
                    <a:pt x="32312" y="2700"/>
                  </a:lnTo>
                  <a:lnTo>
                    <a:pt x="30094" y="2700"/>
                  </a:lnTo>
                  <a:lnTo>
                    <a:pt x="29687" y="1849"/>
                  </a:lnTo>
                  <a:lnTo>
                    <a:pt x="31758" y="1849"/>
                  </a:lnTo>
                  <a:lnTo>
                    <a:pt x="31647" y="1775"/>
                  </a:lnTo>
                  <a:lnTo>
                    <a:pt x="29614" y="1775"/>
                  </a:lnTo>
                  <a:lnTo>
                    <a:pt x="29207" y="925"/>
                  </a:lnTo>
                  <a:lnTo>
                    <a:pt x="31092" y="925"/>
                  </a:lnTo>
                  <a:lnTo>
                    <a:pt x="31018" y="851"/>
                  </a:lnTo>
                  <a:lnTo>
                    <a:pt x="29133" y="851"/>
                  </a:lnTo>
                  <a:lnTo>
                    <a:pt x="28689" y="1"/>
                  </a:lnTo>
                  <a:lnTo>
                    <a:pt x="28504" y="1"/>
                  </a:lnTo>
                  <a:lnTo>
                    <a:pt x="28948" y="851"/>
                  </a:lnTo>
                  <a:lnTo>
                    <a:pt x="26582" y="851"/>
                  </a:lnTo>
                  <a:lnTo>
                    <a:pt x="26249" y="1"/>
                  </a:lnTo>
                  <a:lnTo>
                    <a:pt x="26064" y="1"/>
                  </a:lnTo>
                  <a:lnTo>
                    <a:pt x="26397" y="851"/>
                  </a:lnTo>
                  <a:lnTo>
                    <a:pt x="24031" y="851"/>
                  </a:lnTo>
                  <a:lnTo>
                    <a:pt x="23809" y="1"/>
                  </a:lnTo>
                  <a:lnTo>
                    <a:pt x="23624" y="1"/>
                  </a:lnTo>
                  <a:lnTo>
                    <a:pt x="23846" y="851"/>
                  </a:lnTo>
                  <a:lnTo>
                    <a:pt x="21480" y="851"/>
                  </a:lnTo>
                  <a:lnTo>
                    <a:pt x="21295" y="1"/>
                  </a:lnTo>
                  <a:lnTo>
                    <a:pt x="21110" y="1"/>
                  </a:lnTo>
                  <a:lnTo>
                    <a:pt x="21258" y="851"/>
                  </a:lnTo>
                  <a:lnTo>
                    <a:pt x="18892" y="851"/>
                  </a:lnTo>
                  <a:lnTo>
                    <a:pt x="18818" y="1"/>
                  </a:lnTo>
                  <a:lnTo>
                    <a:pt x="18633" y="1"/>
                  </a:lnTo>
                  <a:lnTo>
                    <a:pt x="18707" y="851"/>
                  </a:lnTo>
                  <a:lnTo>
                    <a:pt x="16452" y="851"/>
                  </a:lnTo>
                  <a:lnTo>
                    <a:pt x="16452" y="1"/>
                  </a:lnTo>
                  <a:lnTo>
                    <a:pt x="16230" y="1"/>
                  </a:lnTo>
                  <a:lnTo>
                    <a:pt x="16230" y="851"/>
                  </a:lnTo>
                  <a:lnTo>
                    <a:pt x="13901" y="851"/>
                  </a:lnTo>
                  <a:lnTo>
                    <a:pt x="14012" y="1"/>
                  </a:lnTo>
                  <a:lnTo>
                    <a:pt x="13827" y="1"/>
                  </a:lnTo>
                  <a:lnTo>
                    <a:pt x="13716" y="851"/>
                  </a:lnTo>
                  <a:lnTo>
                    <a:pt x="11387" y="851"/>
                  </a:lnTo>
                  <a:lnTo>
                    <a:pt x="11498" y="1"/>
                  </a:lnTo>
                  <a:lnTo>
                    <a:pt x="11313" y="1"/>
                  </a:lnTo>
                  <a:lnTo>
                    <a:pt x="11128" y="851"/>
                  </a:lnTo>
                  <a:lnTo>
                    <a:pt x="8799" y="851"/>
                  </a:lnTo>
                  <a:lnTo>
                    <a:pt x="9021" y="1"/>
                  </a:lnTo>
                  <a:lnTo>
                    <a:pt x="8836" y="1"/>
                  </a:lnTo>
                  <a:lnTo>
                    <a:pt x="8614" y="851"/>
                  </a:lnTo>
                  <a:lnTo>
                    <a:pt x="6248" y="851"/>
                  </a:lnTo>
                  <a:lnTo>
                    <a:pt x="6581" y="1"/>
                  </a:lnTo>
                  <a:lnTo>
                    <a:pt x="6396" y="1"/>
                  </a:lnTo>
                  <a:lnTo>
                    <a:pt x="6063" y="851"/>
                  </a:lnTo>
                  <a:lnTo>
                    <a:pt x="3697" y="851"/>
                  </a:lnTo>
                  <a:lnTo>
                    <a:pt x="41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71;p48">
              <a:extLst>
                <a:ext uri="{FF2B5EF4-FFF2-40B4-BE49-F238E27FC236}">
                  <a16:creationId xmlns:a16="http://schemas.microsoft.com/office/drawing/2014/main" id="{11150247-7656-2F10-5392-8AC0E55A3E86}"/>
                </a:ext>
              </a:extLst>
            </p:cNvPr>
            <p:cNvSpPr/>
            <p:nvPr/>
          </p:nvSpPr>
          <p:spPr>
            <a:xfrm>
              <a:off x="4433400" y="1392525"/>
              <a:ext cx="81375" cy="6500"/>
            </a:xfrm>
            <a:custGeom>
              <a:avLst/>
              <a:gdLst/>
              <a:ahLst/>
              <a:cxnLst/>
              <a:rect l="l" t="t" r="r" b="b"/>
              <a:pathLst>
                <a:path w="3255" h="260" extrusionOk="0">
                  <a:moveTo>
                    <a:pt x="1" y="0"/>
                  </a:moveTo>
                  <a:cubicBezTo>
                    <a:pt x="1" y="0"/>
                    <a:pt x="1" y="148"/>
                    <a:pt x="112" y="222"/>
                  </a:cubicBezTo>
                  <a:cubicBezTo>
                    <a:pt x="149" y="259"/>
                    <a:pt x="186" y="259"/>
                    <a:pt x="260" y="259"/>
                  </a:cubicBezTo>
                  <a:lnTo>
                    <a:pt x="3032" y="259"/>
                  </a:lnTo>
                  <a:cubicBezTo>
                    <a:pt x="3069" y="259"/>
                    <a:pt x="3106" y="259"/>
                    <a:pt x="3143" y="222"/>
                  </a:cubicBezTo>
                  <a:cubicBezTo>
                    <a:pt x="3254" y="148"/>
                    <a:pt x="3254" y="0"/>
                    <a:pt x="32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72;p48">
              <a:extLst>
                <a:ext uri="{FF2B5EF4-FFF2-40B4-BE49-F238E27FC236}">
                  <a16:creationId xmlns:a16="http://schemas.microsoft.com/office/drawing/2014/main" id="{46F959C2-D1B4-8EB2-3F9F-16C051A020FE}"/>
                </a:ext>
              </a:extLst>
            </p:cNvPr>
            <p:cNvSpPr/>
            <p:nvPr/>
          </p:nvSpPr>
          <p:spPr>
            <a:xfrm>
              <a:off x="4610100" y="470175"/>
              <a:ext cx="274375" cy="329525"/>
            </a:xfrm>
            <a:custGeom>
              <a:avLst/>
              <a:gdLst/>
              <a:ahLst/>
              <a:cxnLst/>
              <a:rect l="l" t="t" r="r" b="b"/>
              <a:pathLst>
                <a:path w="10975" h="13181" extrusionOk="0">
                  <a:moveTo>
                    <a:pt x="6994" y="0"/>
                  </a:moveTo>
                  <a:cubicBezTo>
                    <a:pt x="5386" y="0"/>
                    <a:pt x="3634" y="916"/>
                    <a:pt x="2471" y="3325"/>
                  </a:cubicBezTo>
                  <a:cubicBezTo>
                    <a:pt x="0" y="8434"/>
                    <a:pt x="3470" y="13181"/>
                    <a:pt x="6018" y="13181"/>
                  </a:cubicBezTo>
                  <a:cubicBezTo>
                    <a:pt x="6291" y="13181"/>
                    <a:pt x="6553" y="13126"/>
                    <a:pt x="6797" y="13011"/>
                  </a:cubicBezTo>
                  <a:cubicBezTo>
                    <a:pt x="9015" y="11902"/>
                    <a:pt x="10827" y="6320"/>
                    <a:pt x="10900" y="4064"/>
                  </a:cubicBezTo>
                  <a:cubicBezTo>
                    <a:pt x="10900" y="3843"/>
                    <a:pt x="10974" y="3288"/>
                    <a:pt x="10900" y="3066"/>
                  </a:cubicBezTo>
                  <a:cubicBezTo>
                    <a:pt x="10717" y="1376"/>
                    <a:pt x="8964" y="0"/>
                    <a:pt x="69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73;p48">
              <a:extLst>
                <a:ext uri="{FF2B5EF4-FFF2-40B4-BE49-F238E27FC236}">
                  <a16:creationId xmlns:a16="http://schemas.microsoft.com/office/drawing/2014/main" id="{67A6A670-C7D7-0455-1E9A-990969E83DA5}"/>
                </a:ext>
              </a:extLst>
            </p:cNvPr>
            <p:cNvSpPr/>
            <p:nvPr/>
          </p:nvSpPr>
          <p:spPr>
            <a:xfrm>
              <a:off x="4768925" y="795450"/>
              <a:ext cx="438125" cy="371575"/>
            </a:xfrm>
            <a:custGeom>
              <a:avLst/>
              <a:gdLst/>
              <a:ahLst/>
              <a:cxnLst/>
              <a:rect l="l" t="t" r="r" b="b"/>
              <a:pathLst>
                <a:path w="17525" h="14863" extrusionOk="0">
                  <a:moveTo>
                    <a:pt x="2033" y="0"/>
                  </a:moveTo>
                  <a:lnTo>
                    <a:pt x="0" y="4807"/>
                  </a:lnTo>
                  <a:cubicBezTo>
                    <a:pt x="0" y="4807"/>
                    <a:pt x="4806" y="9243"/>
                    <a:pt x="6026" y="10093"/>
                  </a:cubicBezTo>
                  <a:cubicBezTo>
                    <a:pt x="7283" y="10944"/>
                    <a:pt x="15824" y="14863"/>
                    <a:pt x="15824" y="14863"/>
                  </a:cubicBezTo>
                  <a:lnTo>
                    <a:pt x="17524" y="11646"/>
                  </a:lnTo>
                  <a:cubicBezTo>
                    <a:pt x="17524" y="11646"/>
                    <a:pt x="9612" y="7838"/>
                    <a:pt x="8355" y="6914"/>
                  </a:cubicBezTo>
                  <a:cubicBezTo>
                    <a:pt x="7172" y="5990"/>
                    <a:pt x="8910" y="7468"/>
                    <a:pt x="20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74;p48">
              <a:extLst>
                <a:ext uri="{FF2B5EF4-FFF2-40B4-BE49-F238E27FC236}">
                  <a16:creationId xmlns:a16="http://schemas.microsoft.com/office/drawing/2014/main" id="{D48D2431-C47F-E9EC-6E33-643301F903B8}"/>
                </a:ext>
              </a:extLst>
            </p:cNvPr>
            <p:cNvSpPr/>
            <p:nvPr/>
          </p:nvSpPr>
          <p:spPr>
            <a:xfrm>
              <a:off x="4769850" y="862925"/>
              <a:ext cx="438125" cy="304100"/>
            </a:xfrm>
            <a:custGeom>
              <a:avLst/>
              <a:gdLst/>
              <a:ahLst/>
              <a:cxnLst/>
              <a:rect l="l" t="t" r="r" b="b"/>
              <a:pathLst>
                <a:path w="17525" h="12164" extrusionOk="0">
                  <a:moveTo>
                    <a:pt x="813" y="0"/>
                  </a:moveTo>
                  <a:lnTo>
                    <a:pt x="0" y="2108"/>
                  </a:lnTo>
                  <a:cubicBezTo>
                    <a:pt x="0" y="2108"/>
                    <a:pt x="4806" y="6581"/>
                    <a:pt x="6063" y="7394"/>
                  </a:cubicBezTo>
                  <a:cubicBezTo>
                    <a:pt x="7320" y="8282"/>
                    <a:pt x="15860" y="12164"/>
                    <a:pt x="15860" y="12164"/>
                  </a:cubicBezTo>
                  <a:lnTo>
                    <a:pt x="17524" y="8984"/>
                  </a:lnTo>
                  <a:cubicBezTo>
                    <a:pt x="16230" y="8651"/>
                    <a:pt x="14973" y="8208"/>
                    <a:pt x="13716" y="7690"/>
                  </a:cubicBezTo>
                  <a:cubicBezTo>
                    <a:pt x="13463" y="7897"/>
                    <a:pt x="13139" y="8018"/>
                    <a:pt x="12788" y="8018"/>
                  </a:cubicBezTo>
                  <a:cubicBezTo>
                    <a:pt x="12574" y="8018"/>
                    <a:pt x="12350" y="7973"/>
                    <a:pt x="12126" y="7875"/>
                  </a:cubicBezTo>
                  <a:cubicBezTo>
                    <a:pt x="10759" y="7283"/>
                    <a:pt x="9428" y="6729"/>
                    <a:pt x="8171" y="5989"/>
                  </a:cubicBezTo>
                  <a:cubicBezTo>
                    <a:pt x="7431" y="5620"/>
                    <a:pt x="6766" y="5139"/>
                    <a:pt x="6063" y="4622"/>
                  </a:cubicBezTo>
                  <a:cubicBezTo>
                    <a:pt x="4917" y="3697"/>
                    <a:pt x="3734" y="2699"/>
                    <a:pt x="2736" y="1590"/>
                  </a:cubicBezTo>
                  <a:cubicBezTo>
                    <a:pt x="2181" y="998"/>
                    <a:pt x="1479" y="518"/>
                    <a:pt x="8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975;p48">
              <a:extLst>
                <a:ext uri="{FF2B5EF4-FFF2-40B4-BE49-F238E27FC236}">
                  <a16:creationId xmlns:a16="http://schemas.microsoft.com/office/drawing/2014/main" id="{4EADBF20-AB69-9B3D-63DA-6E7644A88B56}"/>
                </a:ext>
              </a:extLst>
            </p:cNvPr>
            <p:cNvSpPr/>
            <p:nvPr/>
          </p:nvSpPr>
          <p:spPr>
            <a:xfrm>
              <a:off x="4662625" y="649400"/>
              <a:ext cx="148825" cy="158725"/>
            </a:xfrm>
            <a:custGeom>
              <a:avLst/>
              <a:gdLst/>
              <a:ahLst/>
              <a:cxnLst/>
              <a:rect l="l" t="t" r="r" b="b"/>
              <a:pathLst>
                <a:path w="5953" h="6349" extrusionOk="0">
                  <a:moveTo>
                    <a:pt x="2847" y="1"/>
                  </a:moveTo>
                  <a:cubicBezTo>
                    <a:pt x="2441" y="962"/>
                    <a:pt x="1368" y="3180"/>
                    <a:pt x="259" y="3846"/>
                  </a:cubicBezTo>
                  <a:cubicBezTo>
                    <a:pt x="259" y="3846"/>
                    <a:pt x="0" y="5029"/>
                    <a:pt x="1960" y="5990"/>
                  </a:cubicBezTo>
                  <a:cubicBezTo>
                    <a:pt x="2483" y="6252"/>
                    <a:pt x="2933" y="6348"/>
                    <a:pt x="3312" y="6348"/>
                  </a:cubicBezTo>
                  <a:cubicBezTo>
                    <a:pt x="4377" y="6348"/>
                    <a:pt x="4881" y="5584"/>
                    <a:pt x="4881" y="5584"/>
                  </a:cubicBezTo>
                  <a:cubicBezTo>
                    <a:pt x="4881" y="5584"/>
                    <a:pt x="5324" y="2922"/>
                    <a:pt x="5953" y="1517"/>
                  </a:cubicBezTo>
                  <a:cubicBezTo>
                    <a:pt x="5102" y="1295"/>
                    <a:pt x="4326" y="962"/>
                    <a:pt x="3587" y="556"/>
                  </a:cubicBezTo>
                  <a:cubicBezTo>
                    <a:pt x="3328" y="408"/>
                    <a:pt x="3069" y="223"/>
                    <a:pt x="2847" y="1"/>
                  </a:cubicBezTo>
                  <a:close/>
                </a:path>
              </a:pathLst>
            </a:custGeom>
            <a:solidFill>
              <a:srgbClr val="E45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976;p48">
              <a:extLst>
                <a:ext uri="{FF2B5EF4-FFF2-40B4-BE49-F238E27FC236}">
                  <a16:creationId xmlns:a16="http://schemas.microsoft.com/office/drawing/2014/main" id="{52DE2804-BB1E-5FB0-0AEA-86A993EBDB55}"/>
                </a:ext>
              </a:extLst>
            </p:cNvPr>
            <p:cNvSpPr/>
            <p:nvPr/>
          </p:nvSpPr>
          <p:spPr>
            <a:xfrm>
              <a:off x="4710675" y="510775"/>
              <a:ext cx="171025" cy="221175"/>
            </a:xfrm>
            <a:custGeom>
              <a:avLst/>
              <a:gdLst/>
              <a:ahLst/>
              <a:cxnLst/>
              <a:rect l="l" t="t" r="r" b="b"/>
              <a:pathLst>
                <a:path w="6841" h="8847" extrusionOk="0">
                  <a:moveTo>
                    <a:pt x="2663" y="0"/>
                  </a:moveTo>
                  <a:cubicBezTo>
                    <a:pt x="1554" y="148"/>
                    <a:pt x="1" y="3180"/>
                    <a:pt x="260" y="4954"/>
                  </a:cubicBezTo>
                  <a:cubicBezTo>
                    <a:pt x="402" y="6627"/>
                    <a:pt x="2941" y="8847"/>
                    <a:pt x="3791" y="8847"/>
                  </a:cubicBezTo>
                  <a:cubicBezTo>
                    <a:pt x="3824" y="8847"/>
                    <a:pt x="3855" y="8843"/>
                    <a:pt x="3883" y="8836"/>
                  </a:cubicBezTo>
                  <a:cubicBezTo>
                    <a:pt x="4622" y="8652"/>
                    <a:pt x="5731" y="6840"/>
                    <a:pt x="5879" y="6692"/>
                  </a:cubicBezTo>
                  <a:cubicBezTo>
                    <a:pt x="6027" y="6581"/>
                    <a:pt x="6841" y="6396"/>
                    <a:pt x="6841" y="6101"/>
                  </a:cubicBezTo>
                  <a:cubicBezTo>
                    <a:pt x="6841" y="5879"/>
                    <a:pt x="6249" y="4917"/>
                    <a:pt x="6249" y="4252"/>
                  </a:cubicBezTo>
                  <a:cubicBezTo>
                    <a:pt x="6249" y="3623"/>
                    <a:pt x="6841" y="2330"/>
                    <a:pt x="6619" y="1294"/>
                  </a:cubicBezTo>
                  <a:cubicBezTo>
                    <a:pt x="6397" y="296"/>
                    <a:pt x="2663" y="0"/>
                    <a:pt x="2663"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977;p48">
              <a:extLst>
                <a:ext uri="{FF2B5EF4-FFF2-40B4-BE49-F238E27FC236}">
                  <a16:creationId xmlns:a16="http://schemas.microsoft.com/office/drawing/2014/main" id="{542A2D3D-E364-B13D-AD8D-C9EF884C2FCC}"/>
                </a:ext>
              </a:extLst>
            </p:cNvPr>
            <p:cNvSpPr/>
            <p:nvPr/>
          </p:nvSpPr>
          <p:spPr>
            <a:xfrm>
              <a:off x="4770775" y="579975"/>
              <a:ext cx="105375" cy="52750"/>
            </a:xfrm>
            <a:custGeom>
              <a:avLst/>
              <a:gdLst/>
              <a:ahLst/>
              <a:cxnLst/>
              <a:rect l="l" t="t" r="r" b="b"/>
              <a:pathLst>
                <a:path w="4215" h="2110" extrusionOk="0">
                  <a:moveTo>
                    <a:pt x="630" y="1"/>
                  </a:moveTo>
                  <a:cubicBezTo>
                    <a:pt x="538" y="1"/>
                    <a:pt x="451" y="2"/>
                    <a:pt x="370" y="5"/>
                  </a:cubicBezTo>
                  <a:cubicBezTo>
                    <a:pt x="0" y="338"/>
                    <a:pt x="555" y="1151"/>
                    <a:pt x="555" y="1151"/>
                  </a:cubicBezTo>
                  <a:cubicBezTo>
                    <a:pt x="555" y="1151"/>
                    <a:pt x="1257" y="1817"/>
                    <a:pt x="1996" y="2002"/>
                  </a:cubicBezTo>
                  <a:cubicBezTo>
                    <a:pt x="2342" y="2080"/>
                    <a:pt x="2618" y="2109"/>
                    <a:pt x="2838" y="2109"/>
                  </a:cubicBezTo>
                  <a:cubicBezTo>
                    <a:pt x="3444" y="2109"/>
                    <a:pt x="3623" y="1891"/>
                    <a:pt x="3623" y="1891"/>
                  </a:cubicBezTo>
                  <a:cubicBezTo>
                    <a:pt x="3655" y="1938"/>
                    <a:pt x="3707" y="1952"/>
                    <a:pt x="3756" y="1952"/>
                  </a:cubicBezTo>
                  <a:cubicBezTo>
                    <a:pt x="3822" y="1952"/>
                    <a:pt x="3882" y="1928"/>
                    <a:pt x="3882" y="1928"/>
                  </a:cubicBezTo>
                  <a:cubicBezTo>
                    <a:pt x="4215" y="1040"/>
                    <a:pt x="3993" y="597"/>
                    <a:pt x="3993" y="597"/>
                  </a:cubicBezTo>
                  <a:lnTo>
                    <a:pt x="3993" y="597"/>
                  </a:lnTo>
                  <a:cubicBezTo>
                    <a:pt x="3956" y="745"/>
                    <a:pt x="3845" y="929"/>
                    <a:pt x="3845" y="929"/>
                  </a:cubicBezTo>
                  <a:cubicBezTo>
                    <a:pt x="3504" y="214"/>
                    <a:pt x="1718" y="1"/>
                    <a:pt x="6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978;p48">
              <a:extLst>
                <a:ext uri="{FF2B5EF4-FFF2-40B4-BE49-F238E27FC236}">
                  <a16:creationId xmlns:a16="http://schemas.microsoft.com/office/drawing/2014/main" id="{3F763636-95A2-AE45-FAA5-1B38EDA519BD}"/>
                </a:ext>
              </a:extLst>
            </p:cNvPr>
            <p:cNvSpPr/>
            <p:nvPr/>
          </p:nvSpPr>
          <p:spPr>
            <a:xfrm>
              <a:off x="4433400" y="715025"/>
              <a:ext cx="391925" cy="484350"/>
            </a:xfrm>
            <a:custGeom>
              <a:avLst/>
              <a:gdLst/>
              <a:ahLst/>
              <a:cxnLst/>
              <a:rect l="l" t="t" r="r" b="b"/>
              <a:pathLst>
                <a:path w="15677" h="19374" extrusionOk="0">
                  <a:moveTo>
                    <a:pt x="7321" y="1"/>
                  </a:moveTo>
                  <a:cubicBezTo>
                    <a:pt x="7321" y="1"/>
                    <a:pt x="5288" y="629"/>
                    <a:pt x="4289" y="1591"/>
                  </a:cubicBezTo>
                  <a:cubicBezTo>
                    <a:pt x="3994" y="1923"/>
                    <a:pt x="3994" y="7284"/>
                    <a:pt x="3254" y="10057"/>
                  </a:cubicBezTo>
                  <a:cubicBezTo>
                    <a:pt x="2552" y="12571"/>
                    <a:pt x="296" y="18634"/>
                    <a:pt x="1" y="19374"/>
                  </a:cubicBezTo>
                  <a:lnTo>
                    <a:pt x="13569" y="19374"/>
                  </a:lnTo>
                  <a:cubicBezTo>
                    <a:pt x="14050" y="16749"/>
                    <a:pt x="15159" y="11536"/>
                    <a:pt x="15270" y="9761"/>
                  </a:cubicBezTo>
                  <a:cubicBezTo>
                    <a:pt x="15491" y="5842"/>
                    <a:pt x="15676" y="3587"/>
                    <a:pt x="15676" y="3587"/>
                  </a:cubicBezTo>
                  <a:cubicBezTo>
                    <a:pt x="15676" y="3587"/>
                    <a:pt x="15270" y="2774"/>
                    <a:pt x="14271" y="1849"/>
                  </a:cubicBezTo>
                  <a:cubicBezTo>
                    <a:pt x="14271" y="1849"/>
                    <a:pt x="14220" y="2216"/>
                    <a:pt x="13421" y="2216"/>
                  </a:cubicBezTo>
                  <a:cubicBezTo>
                    <a:pt x="12556" y="2216"/>
                    <a:pt x="10817" y="1787"/>
                    <a:pt x="73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979;p48">
              <a:extLst>
                <a:ext uri="{FF2B5EF4-FFF2-40B4-BE49-F238E27FC236}">
                  <a16:creationId xmlns:a16="http://schemas.microsoft.com/office/drawing/2014/main" id="{7E98D8D7-5D7C-5D86-9E68-E9DCEF74C377}"/>
                </a:ext>
              </a:extLst>
            </p:cNvPr>
            <p:cNvSpPr/>
            <p:nvPr/>
          </p:nvSpPr>
          <p:spPr>
            <a:xfrm>
              <a:off x="4433400" y="772350"/>
              <a:ext cx="177500" cy="427025"/>
            </a:xfrm>
            <a:custGeom>
              <a:avLst/>
              <a:gdLst/>
              <a:ahLst/>
              <a:cxnLst/>
              <a:rect l="l" t="t" r="r" b="b"/>
              <a:pathLst>
                <a:path w="7100" h="17081" extrusionOk="0">
                  <a:moveTo>
                    <a:pt x="4585" y="0"/>
                  </a:moveTo>
                  <a:cubicBezTo>
                    <a:pt x="4511" y="1701"/>
                    <a:pt x="3809" y="5583"/>
                    <a:pt x="3254" y="7764"/>
                  </a:cubicBezTo>
                  <a:cubicBezTo>
                    <a:pt x="2552" y="10278"/>
                    <a:pt x="296" y="16341"/>
                    <a:pt x="1" y="17081"/>
                  </a:cubicBezTo>
                  <a:lnTo>
                    <a:pt x="7099" y="17081"/>
                  </a:lnTo>
                  <a:cubicBezTo>
                    <a:pt x="6766" y="16267"/>
                    <a:pt x="6582" y="15343"/>
                    <a:pt x="6434" y="14271"/>
                  </a:cubicBezTo>
                  <a:cubicBezTo>
                    <a:pt x="6212" y="12755"/>
                    <a:pt x="6064" y="11276"/>
                    <a:pt x="6471" y="9797"/>
                  </a:cubicBezTo>
                  <a:cubicBezTo>
                    <a:pt x="6914" y="8171"/>
                    <a:pt x="5916" y="5841"/>
                    <a:pt x="5842" y="4141"/>
                  </a:cubicBezTo>
                  <a:cubicBezTo>
                    <a:pt x="5731" y="2292"/>
                    <a:pt x="5694" y="1109"/>
                    <a:pt x="45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980;p48">
              <a:extLst>
                <a:ext uri="{FF2B5EF4-FFF2-40B4-BE49-F238E27FC236}">
                  <a16:creationId xmlns:a16="http://schemas.microsoft.com/office/drawing/2014/main" id="{B334BAF1-D2B0-C7B8-052A-F2F888371AE1}"/>
                </a:ext>
              </a:extLst>
            </p:cNvPr>
            <p:cNvSpPr/>
            <p:nvPr/>
          </p:nvSpPr>
          <p:spPr>
            <a:xfrm>
              <a:off x="4669625" y="477775"/>
              <a:ext cx="156625" cy="189875"/>
            </a:xfrm>
            <a:custGeom>
              <a:avLst/>
              <a:gdLst/>
              <a:ahLst/>
              <a:cxnLst/>
              <a:rect l="l" t="t" r="r" b="b"/>
              <a:pathLst>
                <a:path w="6265" h="7595" extrusionOk="0">
                  <a:moveTo>
                    <a:pt x="3494" y="1"/>
                  </a:moveTo>
                  <a:cubicBezTo>
                    <a:pt x="2503" y="1"/>
                    <a:pt x="3146" y="762"/>
                    <a:pt x="1606" y="1431"/>
                  </a:cubicBezTo>
                  <a:cubicBezTo>
                    <a:pt x="423" y="1986"/>
                    <a:pt x="682" y="3280"/>
                    <a:pt x="1088" y="3871"/>
                  </a:cubicBezTo>
                  <a:cubicBezTo>
                    <a:pt x="1347" y="4204"/>
                    <a:pt x="1162" y="4500"/>
                    <a:pt x="682" y="5313"/>
                  </a:cubicBezTo>
                  <a:cubicBezTo>
                    <a:pt x="0" y="6438"/>
                    <a:pt x="1329" y="7594"/>
                    <a:pt x="2120" y="7594"/>
                  </a:cubicBezTo>
                  <a:cubicBezTo>
                    <a:pt x="2187" y="7594"/>
                    <a:pt x="2251" y="7586"/>
                    <a:pt x="2308" y="7568"/>
                  </a:cubicBezTo>
                  <a:cubicBezTo>
                    <a:pt x="2308" y="7568"/>
                    <a:pt x="3085" y="6348"/>
                    <a:pt x="2678" y="5905"/>
                  </a:cubicBezTo>
                  <a:cubicBezTo>
                    <a:pt x="2243" y="5383"/>
                    <a:pt x="2536" y="4543"/>
                    <a:pt x="3021" y="4543"/>
                  </a:cubicBezTo>
                  <a:cubicBezTo>
                    <a:pt x="3154" y="4543"/>
                    <a:pt x="3303" y="4607"/>
                    <a:pt x="3454" y="4759"/>
                  </a:cubicBezTo>
                  <a:cubicBezTo>
                    <a:pt x="3639" y="4943"/>
                    <a:pt x="3824" y="5202"/>
                    <a:pt x="3824" y="5424"/>
                  </a:cubicBezTo>
                  <a:cubicBezTo>
                    <a:pt x="3824" y="5942"/>
                    <a:pt x="3945" y="6178"/>
                    <a:pt x="4141" y="6178"/>
                  </a:cubicBezTo>
                  <a:cubicBezTo>
                    <a:pt x="4211" y="6178"/>
                    <a:pt x="4291" y="6148"/>
                    <a:pt x="4379" y="6090"/>
                  </a:cubicBezTo>
                  <a:cubicBezTo>
                    <a:pt x="4859" y="5720"/>
                    <a:pt x="4231" y="4241"/>
                    <a:pt x="4601" y="3908"/>
                  </a:cubicBezTo>
                  <a:cubicBezTo>
                    <a:pt x="5414" y="3169"/>
                    <a:pt x="5636" y="2282"/>
                    <a:pt x="5636" y="2282"/>
                  </a:cubicBezTo>
                  <a:cubicBezTo>
                    <a:pt x="6264" y="1542"/>
                    <a:pt x="5451" y="211"/>
                    <a:pt x="3861" y="26"/>
                  </a:cubicBezTo>
                  <a:cubicBezTo>
                    <a:pt x="3718" y="9"/>
                    <a:pt x="3598" y="1"/>
                    <a:pt x="34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981;p48">
              <a:extLst>
                <a:ext uri="{FF2B5EF4-FFF2-40B4-BE49-F238E27FC236}">
                  <a16:creationId xmlns:a16="http://schemas.microsoft.com/office/drawing/2014/main" id="{395B2F62-D52D-D795-745D-4C59275E31FD}"/>
                </a:ext>
              </a:extLst>
            </p:cNvPr>
            <p:cNvSpPr/>
            <p:nvPr/>
          </p:nvSpPr>
          <p:spPr>
            <a:xfrm>
              <a:off x="4531375" y="1197500"/>
              <a:ext cx="127575" cy="123300"/>
            </a:xfrm>
            <a:custGeom>
              <a:avLst/>
              <a:gdLst/>
              <a:ahLst/>
              <a:cxnLst/>
              <a:rect l="l" t="t" r="r" b="b"/>
              <a:pathLst>
                <a:path w="5103" h="4932" extrusionOk="0">
                  <a:moveTo>
                    <a:pt x="888" y="1"/>
                  </a:moveTo>
                  <a:cubicBezTo>
                    <a:pt x="666" y="407"/>
                    <a:pt x="370" y="814"/>
                    <a:pt x="1" y="1147"/>
                  </a:cubicBezTo>
                  <a:cubicBezTo>
                    <a:pt x="149" y="1332"/>
                    <a:pt x="259" y="1516"/>
                    <a:pt x="481" y="1886"/>
                  </a:cubicBezTo>
                  <a:cubicBezTo>
                    <a:pt x="740" y="2330"/>
                    <a:pt x="1073" y="2810"/>
                    <a:pt x="1295" y="3254"/>
                  </a:cubicBezTo>
                  <a:cubicBezTo>
                    <a:pt x="1442" y="3587"/>
                    <a:pt x="1997" y="4178"/>
                    <a:pt x="2182" y="4437"/>
                  </a:cubicBezTo>
                  <a:cubicBezTo>
                    <a:pt x="2296" y="4523"/>
                    <a:pt x="2476" y="4718"/>
                    <a:pt x="2603" y="4718"/>
                  </a:cubicBezTo>
                  <a:cubicBezTo>
                    <a:pt x="2641" y="4718"/>
                    <a:pt x="2674" y="4701"/>
                    <a:pt x="2699" y="4659"/>
                  </a:cubicBezTo>
                  <a:cubicBezTo>
                    <a:pt x="2884" y="4289"/>
                    <a:pt x="2367" y="3919"/>
                    <a:pt x="2293" y="3698"/>
                  </a:cubicBezTo>
                  <a:lnTo>
                    <a:pt x="2293" y="3698"/>
                  </a:lnTo>
                  <a:cubicBezTo>
                    <a:pt x="2570" y="3940"/>
                    <a:pt x="3270" y="4931"/>
                    <a:pt x="3570" y="4931"/>
                  </a:cubicBezTo>
                  <a:cubicBezTo>
                    <a:pt x="3590" y="4931"/>
                    <a:pt x="3608" y="4927"/>
                    <a:pt x="3624" y="4918"/>
                  </a:cubicBezTo>
                  <a:cubicBezTo>
                    <a:pt x="3846" y="4807"/>
                    <a:pt x="3772" y="4548"/>
                    <a:pt x="3587" y="4289"/>
                  </a:cubicBezTo>
                  <a:lnTo>
                    <a:pt x="3587" y="4289"/>
                  </a:lnTo>
                  <a:cubicBezTo>
                    <a:pt x="3783" y="4457"/>
                    <a:pt x="4170" y="4710"/>
                    <a:pt x="4395" y="4710"/>
                  </a:cubicBezTo>
                  <a:cubicBezTo>
                    <a:pt x="4466" y="4710"/>
                    <a:pt x="4521" y="4685"/>
                    <a:pt x="4548" y="4622"/>
                  </a:cubicBezTo>
                  <a:cubicBezTo>
                    <a:pt x="4548" y="4363"/>
                    <a:pt x="4030" y="3956"/>
                    <a:pt x="3883" y="3735"/>
                  </a:cubicBezTo>
                  <a:lnTo>
                    <a:pt x="3772" y="3587"/>
                  </a:lnTo>
                  <a:lnTo>
                    <a:pt x="3772" y="3587"/>
                  </a:lnTo>
                  <a:cubicBezTo>
                    <a:pt x="4030" y="3772"/>
                    <a:pt x="4289" y="3919"/>
                    <a:pt x="4437" y="3919"/>
                  </a:cubicBezTo>
                  <a:cubicBezTo>
                    <a:pt x="5103" y="3809"/>
                    <a:pt x="4141" y="3143"/>
                    <a:pt x="3883" y="2847"/>
                  </a:cubicBezTo>
                  <a:cubicBezTo>
                    <a:pt x="3624" y="2589"/>
                    <a:pt x="2847" y="2145"/>
                    <a:pt x="3069" y="1738"/>
                  </a:cubicBezTo>
                  <a:cubicBezTo>
                    <a:pt x="3117" y="1654"/>
                    <a:pt x="3201" y="1625"/>
                    <a:pt x="3301" y="1625"/>
                  </a:cubicBezTo>
                  <a:cubicBezTo>
                    <a:pt x="3507" y="1625"/>
                    <a:pt x="3782" y="1750"/>
                    <a:pt x="3956" y="1775"/>
                  </a:cubicBezTo>
                  <a:cubicBezTo>
                    <a:pt x="3998" y="1775"/>
                    <a:pt x="4057" y="1777"/>
                    <a:pt x="4124" y="1777"/>
                  </a:cubicBezTo>
                  <a:cubicBezTo>
                    <a:pt x="4357" y="1777"/>
                    <a:pt x="4679" y="1755"/>
                    <a:pt x="4622" y="1553"/>
                  </a:cubicBezTo>
                  <a:cubicBezTo>
                    <a:pt x="4585" y="1295"/>
                    <a:pt x="3993" y="1147"/>
                    <a:pt x="3809" y="1110"/>
                  </a:cubicBezTo>
                  <a:lnTo>
                    <a:pt x="2847" y="814"/>
                  </a:lnTo>
                  <a:cubicBezTo>
                    <a:pt x="2182" y="592"/>
                    <a:pt x="1479" y="444"/>
                    <a:pt x="888"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982;p48">
              <a:extLst>
                <a:ext uri="{FF2B5EF4-FFF2-40B4-BE49-F238E27FC236}">
                  <a16:creationId xmlns:a16="http://schemas.microsoft.com/office/drawing/2014/main" id="{F2D63667-4888-0195-D378-0AD8A8D2AC6E}"/>
                </a:ext>
              </a:extLst>
            </p:cNvPr>
            <p:cNvSpPr/>
            <p:nvPr/>
          </p:nvSpPr>
          <p:spPr>
            <a:xfrm>
              <a:off x="4316950" y="750050"/>
              <a:ext cx="271700" cy="487225"/>
            </a:xfrm>
            <a:custGeom>
              <a:avLst/>
              <a:gdLst/>
              <a:ahLst/>
              <a:cxnLst/>
              <a:rect l="l" t="t" r="r" b="b"/>
              <a:pathLst>
                <a:path w="10868" h="19489" extrusionOk="0">
                  <a:moveTo>
                    <a:pt x="9400" y="1"/>
                  </a:moveTo>
                  <a:cubicBezTo>
                    <a:pt x="9384" y="1"/>
                    <a:pt x="9369" y="2"/>
                    <a:pt x="9354" y="5"/>
                  </a:cubicBezTo>
                  <a:cubicBezTo>
                    <a:pt x="7616" y="227"/>
                    <a:pt x="2884" y="6549"/>
                    <a:pt x="1220" y="10246"/>
                  </a:cubicBezTo>
                  <a:cubicBezTo>
                    <a:pt x="0" y="12797"/>
                    <a:pt x="8504" y="19488"/>
                    <a:pt x="8504" y="19488"/>
                  </a:cubicBezTo>
                  <a:lnTo>
                    <a:pt x="10278" y="17640"/>
                  </a:lnTo>
                  <a:cubicBezTo>
                    <a:pt x="10278" y="17640"/>
                    <a:pt x="5398" y="12131"/>
                    <a:pt x="5361" y="11577"/>
                  </a:cubicBezTo>
                  <a:cubicBezTo>
                    <a:pt x="5287" y="11022"/>
                    <a:pt x="6285" y="8804"/>
                    <a:pt x="9058" y="7510"/>
                  </a:cubicBezTo>
                  <a:cubicBezTo>
                    <a:pt x="9650" y="7251"/>
                    <a:pt x="10685" y="5809"/>
                    <a:pt x="10759" y="4109"/>
                  </a:cubicBezTo>
                  <a:cubicBezTo>
                    <a:pt x="10867" y="2160"/>
                    <a:pt x="10025" y="1"/>
                    <a:pt x="94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983;p48">
              <a:extLst>
                <a:ext uri="{FF2B5EF4-FFF2-40B4-BE49-F238E27FC236}">
                  <a16:creationId xmlns:a16="http://schemas.microsoft.com/office/drawing/2014/main" id="{DCB188BE-364C-18A1-9EB6-7E0FEDCAC1D2}"/>
                </a:ext>
              </a:extLst>
            </p:cNvPr>
            <p:cNvSpPr/>
            <p:nvPr/>
          </p:nvSpPr>
          <p:spPr>
            <a:xfrm>
              <a:off x="4595150" y="461075"/>
              <a:ext cx="305025" cy="353800"/>
            </a:xfrm>
            <a:custGeom>
              <a:avLst/>
              <a:gdLst/>
              <a:ahLst/>
              <a:cxnLst/>
              <a:rect l="l" t="t" r="r" b="b"/>
              <a:pathLst>
                <a:path w="12201" h="14152" extrusionOk="0">
                  <a:moveTo>
                    <a:pt x="6662" y="1"/>
                  </a:moveTo>
                  <a:cubicBezTo>
                    <a:pt x="5499" y="1"/>
                    <a:pt x="4180" y="488"/>
                    <a:pt x="2736" y="1804"/>
                  </a:cubicBezTo>
                  <a:cubicBezTo>
                    <a:pt x="1738" y="2728"/>
                    <a:pt x="1" y="6277"/>
                    <a:pt x="112" y="8791"/>
                  </a:cubicBezTo>
                  <a:cubicBezTo>
                    <a:pt x="112" y="9752"/>
                    <a:pt x="3772" y="13560"/>
                    <a:pt x="6581" y="14152"/>
                  </a:cubicBezTo>
                  <a:cubicBezTo>
                    <a:pt x="6581" y="14152"/>
                    <a:pt x="4400" y="7164"/>
                    <a:pt x="7690" y="4687"/>
                  </a:cubicBezTo>
                  <a:cubicBezTo>
                    <a:pt x="8531" y="4031"/>
                    <a:pt x="9207" y="3805"/>
                    <a:pt x="9739" y="3805"/>
                  </a:cubicBezTo>
                  <a:cubicBezTo>
                    <a:pt x="10914" y="3805"/>
                    <a:pt x="11388" y="4909"/>
                    <a:pt x="11388" y="4909"/>
                  </a:cubicBezTo>
                  <a:cubicBezTo>
                    <a:pt x="11388" y="4909"/>
                    <a:pt x="12201" y="3467"/>
                    <a:pt x="10352" y="1730"/>
                  </a:cubicBezTo>
                  <a:cubicBezTo>
                    <a:pt x="9432" y="830"/>
                    <a:pt x="8179" y="1"/>
                    <a:pt x="66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984;p48">
              <a:extLst>
                <a:ext uri="{FF2B5EF4-FFF2-40B4-BE49-F238E27FC236}">
                  <a16:creationId xmlns:a16="http://schemas.microsoft.com/office/drawing/2014/main" id="{A8B114EC-B7C6-022A-AF92-89E640D5CAFE}"/>
                </a:ext>
              </a:extLst>
            </p:cNvPr>
            <p:cNvSpPr/>
            <p:nvPr/>
          </p:nvSpPr>
          <p:spPr>
            <a:xfrm>
              <a:off x="4759675" y="736300"/>
              <a:ext cx="73975" cy="79500"/>
            </a:xfrm>
            <a:custGeom>
              <a:avLst/>
              <a:gdLst/>
              <a:ahLst/>
              <a:cxnLst/>
              <a:rect l="l" t="t" r="r" b="b"/>
              <a:pathLst>
                <a:path w="2959" h="3180" extrusionOk="0">
                  <a:moveTo>
                    <a:pt x="2958" y="0"/>
                  </a:moveTo>
                  <a:lnTo>
                    <a:pt x="1368" y="259"/>
                  </a:lnTo>
                  <a:cubicBezTo>
                    <a:pt x="1368" y="259"/>
                    <a:pt x="1516" y="2218"/>
                    <a:pt x="0" y="3180"/>
                  </a:cubicBezTo>
                  <a:cubicBezTo>
                    <a:pt x="0" y="3180"/>
                    <a:pt x="2071" y="2403"/>
                    <a:pt x="2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985;p48">
              <a:extLst>
                <a:ext uri="{FF2B5EF4-FFF2-40B4-BE49-F238E27FC236}">
                  <a16:creationId xmlns:a16="http://schemas.microsoft.com/office/drawing/2014/main" id="{87A2C442-1553-A453-E0E1-398D89923B28}"/>
                </a:ext>
              </a:extLst>
            </p:cNvPr>
            <p:cNvSpPr/>
            <p:nvPr/>
          </p:nvSpPr>
          <p:spPr>
            <a:xfrm>
              <a:off x="5182050" y="1106725"/>
              <a:ext cx="252350" cy="266175"/>
            </a:xfrm>
            <a:custGeom>
              <a:avLst/>
              <a:gdLst/>
              <a:ahLst/>
              <a:cxnLst/>
              <a:rect l="l" t="t" r="r" b="b"/>
              <a:pathLst>
                <a:path w="10094" h="10647" extrusionOk="0">
                  <a:moveTo>
                    <a:pt x="3562" y="0"/>
                  </a:moveTo>
                  <a:cubicBezTo>
                    <a:pt x="3245" y="0"/>
                    <a:pt x="2953" y="50"/>
                    <a:pt x="2700" y="156"/>
                  </a:cubicBezTo>
                  <a:cubicBezTo>
                    <a:pt x="2700" y="156"/>
                    <a:pt x="1591" y="896"/>
                    <a:pt x="888" y="1968"/>
                  </a:cubicBezTo>
                  <a:cubicBezTo>
                    <a:pt x="186" y="2966"/>
                    <a:pt x="1" y="5480"/>
                    <a:pt x="371" y="6996"/>
                  </a:cubicBezTo>
                  <a:cubicBezTo>
                    <a:pt x="740" y="8549"/>
                    <a:pt x="814" y="9843"/>
                    <a:pt x="1628" y="10397"/>
                  </a:cubicBezTo>
                  <a:cubicBezTo>
                    <a:pt x="1901" y="10575"/>
                    <a:pt x="2281" y="10647"/>
                    <a:pt x="2725" y="10647"/>
                  </a:cubicBezTo>
                  <a:cubicBezTo>
                    <a:pt x="3663" y="10647"/>
                    <a:pt x="4886" y="10329"/>
                    <a:pt x="5990" y="10028"/>
                  </a:cubicBezTo>
                  <a:cubicBezTo>
                    <a:pt x="7580" y="9621"/>
                    <a:pt x="9613" y="8438"/>
                    <a:pt x="9872" y="7735"/>
                  </a:cubicBezTo>
                  <a:cubicBezTo>
                    <a:pt x="10094" y="7033"/>
                    <a:pt x="8541" y="2892"/>
                    <a:pt x="7136" y="1635"/>
                  </a:cubicBezTo>
                  <a:cubicBezTo>
                    <a:pt x="6099" y="627"/>
                    <a:pt x="4680" y="0"/>
                    <a:pt x="35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986;p48">
              <a:extLst>
                <a:ext uri="{FF2B5EF4-FFF2-40B4-BE49-F238E27FC236}">
                  <a16:creationId xmlns:a16="http://schemas.microsoft.com/office/drawing/2014/main" id="{6C069321-33AD-726D-CFE9-EF9FF9666425}"/>
                </a:ext>
              </a:extLst>
            </p:cNvPr>
            <p:cNvSpPr/>
            <p:nvPr/>
          </p:nvSpPr>
          <p:spPr>
            <a:xfrm>
              <a:off x="5181150" y="1138350"/>
              <a:ext cx="247725" cy="236225"/>
            </a:xfrm>
            <a:custGeom>
              <a:avLst/>
              <a:gdLst/>
              <a:ahLst/>
              <a:cxnLst/>
              <a:rect l="l" t="t" r="r" b="b"/>
              <a:pathLst>
                <a:path w="9909" h="9449" extrusionOk="0">
                  <a:moveTo>
                    <a:pt x="1479" y="0"/>
                  </a:moveTo>
                  <a:lnTo>
                    <a:pt x="1479" y="0"/>
                  </a:lnTo>
                  <a:cubicBezTo>
                    <a:pt x="1294" y="222"/>
                    <a:pt x="1072" y="444"/>
                    <a:pt x="887" y="740"/>
                  </a:cubicBezTo>
                  <a:cubicBezTo>
                    <a:pt x="185" y="1738"/>
                    <a:pt x="0" y="4252"/>
                    <a:pt x="370" y="5768"/>
                  </a:cubicBezTo>
                  <a:cubicBezTo>
                    <a:pt x="739" y="7358"/>
                    <a:pt x="776" y="8652"/>
                    <a:pt x="1627" y="9206"/>
                  </a:cubicBezTo>
                  <a:cubicBezTo>
                    <a:pt x="1881" y="9379"/>
                    <a:pt x="2243" y="9448"/>
                    <a:pt x="2670" y="9448"/>
                  </a:cubicBezTo>
                  <a:cubicBezTo>
                    <a:pt x="3609" y="9448"/>
                    <a:pt x="4859" y="9116"/>
                    <a:pt x="5952" y="8836"/>
                  </a:cubicBezTo>
                  <a:cubicBezTo>
                    <a:pt x="7579" y="8393"/>
                    <a:pt x="9612" y="7210"/>
                    <a:pt x="9834" y="6507"/>
                  </a:cubicBezTo>
                  <a:cubicBezTo>
                    <a:pt x="9908" y="6359"/>
                    <a:pt x="9908" y="6101"/>
                    <a:pt x="9797" y="5768"/>
                  </a:cubicBezTo>
                  <a:cubicBezTo>
                    <a:pt x="9538" y="6470"/>
                    <a:pt x="8910" y="7025"/>
                    <a:pt x="8097" y="7062"/>
                  </a:cubicBezTo>
                  <a:cubicBezTo>
                    <a:pt x="7727" y="7062"/>
                    <a:pt x="7357" y="7062"/>
                    <a:pt x="7024" y="6988"/>
                  </a:cubicBezTo>
                  <a:cubicBezTo>
                    <a:pt x="6655" y="6840"/>
                    <a:pt x="6377" y="6766"/>
                    <a:pt x="6105" y="6766"/>
                  </a:cubicBezTo>
                  <a:cubicBezTo>
                    <a:pt x="5832" y="6766"/>
                    <a:pt x="5564" y="6840"/>
                    <a:pt x="5213" y="6988"/>
                  </a:cubicBezTo>
                  <a:cubicBezTo>
                    <a:pt x="4726" y="7160"/>
                    <a:pt x="4261" y="7332"/>
                    <a:pt x="3750" y="7332"/>
                  </a:cubicBezTo>
                  <a:cubicBezTo>
                    <a:pt x="3601" y="7332"/>
                    <a:pt x="3449" y="7317"/>
                    <a:pt x="3290" y="7284"/>
                  </a:cubicBezTo>
                  <a:cubicBezTo>
                    <a:pt x="2699" y="7173"/>
                    <a:pt x="2144" y="6507"/>
                    <a:pt x="2033" y="5916"/>
                  </a:cubicBezTo>
                  <a:cubicBezTo>
                    <a:pt x="1996" y="5435"/>
                    <a:pt x="1996" y="5065"/>
                    <a:pt x="2070" y="4659"/>
                  </a:cubicBezTo>
                  <a:cubicBezTo>
                    <a:pt x="2255" y="4067"/>
                    <a:pt x="2218" y="3698"/>
                    <a:pt x="1849" y="3143"/>
                  </a:cubicBezTo>
                  <a:cubicBezTo>
                    <a:pt x="1442" y="2478"/>
                    <a:pt x="1220" y="1886"/>
                    <a:pt x="1146" y="1110"/>
                  </a:cubicBezTo>
                  <a:cubicBezTo>
                    <a:pt x="1109" y="666"/>
                    <a:pt x="1294" y="370"/>
                    <a:pt x="147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987;p48">
              <a:extLst>
                <a:ext uri="{FF2B5EF4-FFF2-40B4-BE49-F238E27FC236}">
                  <a16:creationId xmlns:a16="http://schemas.microsoft.com/office/drawing/2014/main" id="{00E23C1E-7258-0712-5599-6D853DBA0009}"/>
                </a:ext>
              </a:extLst>
            </p:cNvPr>
            <p:cNvSpPr/>
            <p:nvPr/>
          </p:nvSpPr>
          <p:spPr>
            <a:xfrm>
              <a:off x="5185100" y="1049025"/>
              <a:ext cx="102350" cy="71200"/>
            </a:xfrm>
            <a:custGeom>
              <a:avLst/>
              <a:gdLst/>
              <a:ahLst/>
              <a:cxnLst/>
              <a:rect l="l" t="t" r="r" b="b"/>
              <a:pathLst>
                <a:path w="4094" h="2848" extrusionOk="0">
                  <a:moveTo>
                    <a:pt x="3551" y="1"/>
                  </a:moveTo>
                  <a:cubicBezTo>
                    <a:pt x="3478" y="1"/>
                    <a:pt x="3400" y="20"/>
                    <a:pt x="3317" y="61"/>
                  </a:cubicBezTo>
                  <a:cubicBezTo>
                    <a:pt x="2941" y="235"/>
                    <a:pt x="2927" y="499"/>
                    <a:pt x="2779" y="499"/>
                  </a:cubicBezTo>
                  <a:cubicBezTo>
                    <a:pt x="2738" y="499"/>
                    <a:pt x="2687" y="479"/>
                    <a:pt x="2615" y="431"/>
                  </a:cubicBezTo>
                  <a:cubicBezTo>
                    <a:pt x="2414" y="275"/>
                    <a:pt x="2160" y="173"/>
                    <a:pt x="1933" y="173"/>
                  </a:cubicBezTo>
                  <a:cubicBezTo>
                    <a:pt x="1783" y="173"/>
                    <a:pt x="1645" y="217"/>
                    <a:pt x="1543" y="320"/>
                  </a:cubicBezTo>
                  <a:cubicBezTo>
                    <a:pt x="1371" y="549"/>
                    <a:pt x="1332" y="690"/>
                    <a:pt x="1083" y="690"/>
                  </a:cubicBezTo>
                  <a:cubicBezTo>
                    <a:pt x="1010" y="690"/>
                    <a:pt x="920" y="678"/>
                    <a:pt x="803" y="653"/>
                  </a:cubicBezTo>
                  <a:cubicBezTo>
                    <a:pt x="766" y="643"/>
                    <a:pt x="728" y="639"/>
                    <a:pt x="692" y="639"/>
                  </a:cubicBezTo>
                  <a:cubicBezTo>
                    <a:pt x="297" y="639"/>
                    <a:pt x="0" y="1175"/>
                    <a:pt x="507" y="2021"/>
                  </a:cubicBezTo>
                  <a:cubicBezTo>
                    <a:pt x="885" y="2749"/>
                    <a:pt x="1755" y="2848"/>
                    <a:pt x="2198" y="2848"/>
                  </a:cubicBezTo>
                  <a:cubicBezTo>
                    <a:pt x="2362" y="2848"/>
                    <a:pt x="2467" y="2834"/>
                    <a:pt x="2467" y="2834"/>
                  </a:cubicBezTo>
                  <a:cubicBezTo>
                    <a:pt x="4057" y="2316"/>
                    <a:pt x="4057" y="1577"/>
                    <a:pt x="4094" y="949"/>
                  </a:cubicBezTo>
                  <a:cubicBezTo>
                    <a:pt x="4094" y="376"/>
                    <a:pt x="3873" y="1"/>
                    <a:pt x="35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988;p48">
              <a:extLst>
                <a:ext uri="{FF2B5EF4-FFF2-40B4-BE49-F238E27FC236}">
                  <a16:creationId xmlns:a16="http://schemas.microsoft.com/office/drawing/2014/main" id="{0E2F0D54-04EE-36E7-2590-BC5496DC1EA4}"/>
                </a:ext>
              </a:extLst>
            </p:cNvPr>
            <p:cNvSpPr/>
            <p:nvPr/>
          </p:nvSpPr>
          <p:spPr>
            <a:xfrm>
              <a:off x="5187600" y="1071800"/>
              <a:ext cx="97700" cy="49025"/>
            </a:xfrm>
            <a:custGeom>
              <a:avLst/>
              <a:gdLst/>
              <a:ahLst/>
              <a:cxnLst/>
              <a:rect l="l" t="t" r="r" b="b"/>
              <a:pathLst>
                <a:path w="3908" h="1961" extrusionOk="0">
                  <a:moveTo>
                    <a:pt x="3883" y="333"/>
                  </a:moveTo>
                  <a:cubicBezTo>
                    <a:pt x="3880" y="374"/>
                    <a:pt x="3876" y="415"/>
                    <a:pt x="3871" y="456"/>
                  </a:cubicBezTo>
                  <a:lnTo>
                    <a:pt x="3871" y="456"/>
                  </a:lnTo>
                  <a:cubicBezTo>
                    <a:pt x="3899" y="385"/>
                    <a:pt x="3908" y="333"/>
                    <a:pt x="3883" y="333"/>
                  </a:cubicBezTo>
                  <a:close/>
                  <a:moveTo>
                    <a:pt x="149" y="1"/>
                  </a:moveTo>
                  <a:lnTo>
                    <a:pt x="149" y="1"/>
                  </a:lnTo>
                  <a:cubicBezTo>
                    <a:pt x="1" y="259"/>
                    <a:pt x="75" y="666"/>
                    <a:pt x="334" y="1184"/>
                  </a:cubicBezTo>
                  <a:cubicBezTo>
                    <a:pt x="814" y="1960"/>
                    <a:pt x="1923" y="1960"/>
                    <a:pt x="2256" y="1960"/>
                  </a:cubicBezTo>
                  <a:cubicBezTo>
                    <a:pt x="2293" y="1960"/>
                    <a:pt x="2330" y="1960"/>
                    <a:pt x="2404" y="1923"/>
                  </a:cubicBezTo>
                  <a:cubicBezTo>
                    <a:pt x="3534" y="1512"/>
                    <a:pt x="3808" y="974"/>
                    <a:pt x="3871" y="456"/>
                  </a:cubicBezTo>
                  <a:lnTo>
                    <a:pt x="3871" y="456"/>
                  </a:lnTo>
                  <a:cubicBezTo>
                    <a:pt x="3818" y="593"/>
                    <a:pt x="3697" y="802"/>
                    <a:pt x="3624" y="851"/>
                  </a:cubicBezTo>
                  <a:cubicBezTo>
                    <a:pt x="3569" y="887"/>
                    <a:pt x="3525" y="903"/>
                    <a:pt x="3490" y="903"/>
                  </a:cubicBezTo>
                  <a:cubicBezTo>
                    <a:pt x="3311" y="903"/>
                    <a:pt x="3347" y="506"/>
                    <a:pt x="3254" y="444"/>
                  </a:cubicBezTo>
                  <a:cubicBezTo>
                    <a:pt x="3180" y="481"/>
                    <a:pt x="3217" y="629"/>
                    <a:pt x="3180" y="703"/>
                  </a:cubicBezTo>
                  <a:cubicBezTo>
                    <a:pt x="3180" y="888"/>
                    <a:pt x="3032" y="1036"/>
                    <a:pt x="2885" y="1073"/>
                  </a:cubicBezTo>
                  <a:cubicBezTo>
                    <a:pt x="2847" y="1092"/>
                    <a:pt x="2812" y="1100"/>
                    <a:pt x="2780" y="1100"/>
                  </a:cubicBezTo>
                  <a:cubicBezTo>
                    <a:pt x="2625" y="1100"/>
                    <a:pt x="2533" y="906"/>
                    <a:pt x="2441" y="814"/>
                  </a:cubicBezTo>
                  <a:cubicBezTo>
                    <a:pt x="2410" y="799"/>
                    <a:pt x="2386" y="790"/>
                    <a:pt x="2368" y="790"/>
                  </a:cubicBezTo>
                  <a:cubicBezTo>
                    <a:pt x="2343" y="790"/>
                    <a:pt x="2330" y="808"/>
                    <a:pt x="2330" y="851"/>
                  </a:cubicBezTo>
                  <a:cubicBezTo>
                    <a:pt x="2330" y="925"/>
                    <a:pt x="2367" y="1036"/>
                    <a:pt x="2330" y="1110"/>
                  </a:cubicBezTo>
                  <a:cubicBezTo>
                    <a:pt x="2290" y="1209"/>
                    <a:pt x="2187" y="1244"/>
                    <a:pt x="2076" y="1244"/>
                  </a:cubicBezTo>
                  <a:cubicBezTo>
                    <a:pt x="1981" y="1244"/>
                    <a:pt x="1881" y="1218"/>
                    <a:pt x="1812" y="1184"/>
                  </a:cubicBezTo>
                  <a:cubicBezTo>
                    <a:pt x="1701" y="1110"/>
                    <a:pt x="1554" y="999"/>
                    <a:pt x="1406" y="888"/>
                  </a:cubicBezTo>
                  <a:lnTo>
                    <a:pt x="1406" y="999"/>
                  </a:lnTo>
                  <a:cubicBezTo>
                    <a:pt x="1406" y="1110"/>
                    <a:pt x="1554" y="1405"/>
                    <a:pt x="1258" y="1442"/>
                  </a:cubicBezTo>
                  <a:cubicBezTo>
                    <a:pt x="1243" y="1445"/>
                    <a:pt x="1229" y="1446"/>
                    <a:pt x="1214" y="1446"/>
                  </a:cubicBezTo>
                  <a:cubicBezTo>
                    <a:pt x="1007" y="1446"/>
                    <a:pt x="804" y="1211"/>
                    <a:pt x="666" y="1073"/>
                  </a:cubicBezTo>
                  <a:cubicBezTo>
                    <a:pt x="518" y="888"/>
                    <a:pt x="407" y="703"/>
                    <a:pt x="297" y="518"/>
                  </a:cubicBezTo>
                  <a:cubicBezTo>
                    <a:pt x="260" y="444"/>
                    <a:pt x="260" y="333"/>
                    <a:pt x="223" y="259"/>
                  </a:cubicBezTo>
                  <a:cubicBezTo>
                    <a:pt x="223" y="185"/>
                    <a:pt x="149" y="75"/>
                    <a:pt x="1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989;p48">
              <a:extLst>
                <a:ext uri="{FF2B5EF4-FFF2-40B4-BE49-F238E27FC236}">
                  <a16:creationId xmlns:a16="http://schemas.microsoft.com/office/drawing/2014/main" id="{AD7262E6-8EA7-D6DB-C375-ED3FDB075423}"/>
                </a:ext>
              </a:extLst>
            </p:cNvPr>
            <p:cNvSpPr/>
            <p:nvPr/>
          </p:nvSpPr>
          <p:spPr>
            <a:xfrm>
              <a:off x="5247675" y="1170700"/>
              <a:ext cx="98925" cy="125725"/>
            </a:xfrm>
            <a:custGeom>
              <a:avLst/>
              <a:gdLst/>
              <a:ahLst/>
              <a:cxnLst/>
              <a:rect l="l" t="t" r="r" b="b"/>
              <a:pathLst>
                <a:path w="3957" h="5029" extrusionOk="0">
                  <a:moveTo>
                    <a:pt x="1443" y="0"/>
                  </a:moveTo>
                  <a:lnTo>
                    <a:pt x="814" y="222"/>
                  </a:lnTo>
                  <a:lnTo>
                    <a:pt x="1110" y="999"/>
                  </a:lnTo>
                  <a:cubicBezTo>
                    <a:pt x="482" y="1331"/>
                    <a:pt x="1" y="1812"/>
                    <a:pt x="260" y="2477"/>
                  </a:cubicBezTo>
                  <a:cubicBezTo>
                    <a:pt x="417" y="2949"/>
                    <a:pt x="794" y="3072"/>
                    <a:pt x="1207" y="3072"/>
                  </a:cubicBezTo>
                  <a:cubicBezTo>
                    <a:pt x="1664" y="3072"/>
                    <a:pt x="2165" y="2921"/>
                    <a:pt x="2457" y="2921"/>
                  </a:cubicBezTo>
                  <a:cubicBezTo>
                    <a:pt x="2584" y="2921"/>
                    <a:pt x="2672" y="2949"/>
                    <a:pt x="2700" y="3032"/>
                  </a:cubicBezTo>
                  <a:cubicBezTo>
                    <a:pt x="2737" y="3291"/>
                    <a:pt x="2478" y="3402"/>
                    <a:pt x="2293" y="3476"/>
                  </a:cubicBezTo>
                  <a:cubicBezTo>
                    <a:pt x="2228" y="3489"/>
                    <a:pt x="2139" y="3502"/>
                    <a:pt x="2047" y="3502"/>
                  </a:cubicBezTo>
                  <a:cubicBezTo>
                    <a:pt x="1879" y="3502"/>
                    <a:pt x="1699" y="3458"/>
                    <a:pt x="1628" y="3291"/>
                  </a:cubicBezTo>
                  <a:lnTo>
                    <a:pt x="1628" y="3217"/>
                  </a:lnTo>
                  <a:lnTo>
                    <a:pt x="518" y="3587"/>
                  </a:lnTo>
                  <a:cubicBezTo>
                    <a:pt x="710" y="4080"/>
                    <a:pt x="1166" y="4289"/>
                    <a:pt x="1660" y="4289"/>
                  </a:cubicBezTo>
                  <a:cubicBezTo>
                    <a:pt x="1832" y="4289"/>
                    <a:pt x="2010" y="4263"/>
                    <a:pt x="2182" y="4215"/>
                  </a:cubicBezTo>
                  <a:lnTo>
                    <a:pt x="2441" y="5028"/>
                  </a:lnTo>
                  <a:lnTo>
                    <a:pt x="3069" y="4807"/>
                  </a:lnTo>
                  <a:lnTo>
                    <a:pt x="2737" y="4030"/>
                  </a:lnTo>
                  <a:cubicBezTo>
                    <a:pt x="3439" y="3698"/>
                    <a:pt x="3957" y="3180"/>
                    <a:pt x="3661" y="2441"/>
                  </a:cubicBezTo>
                  <a:cubicBezTo>
                    <a:pt x="3494" y="1966"/>
                    <a:pt x="3126" y="1839"/>
                    <a:pt x="2726" y="1839"/>
                  </a:cubicBezTo>
                  <a:cubicBezTo>
                    <a:pt x="2264" y="1839"/>
                    <a:pt x="1759" y="2008"/>
                    <a:pt x="1464" y="2008"/>
                  </a:cubicBezTo>
                  <a:cubicBezTo>
                    <a:pt x="1337" y="2008"/>
                    <a:pt x="1249" y="1976"/>
                    <a:pt x="1221" y="1886"/>
                  </a:cubicBezTo>
                  <a:cubicBezTo>
                    <a:pt x="1184" y="1664"/>
                    <a:pt x="1517" y="1553"/>
                    <a:pt x="1591" y="1516"/>
                  </a:cubicBezTo>
                  <a:cubicBezTo>
                    <a:pt x="1645" y="1489"/>
                    <a:pt x="1714" y="1472"/>
                    <a:pt x="1785" y="1472"/>
                  </a:cubicBezTo>
                  <a:cubicBezTo>
                    <a:pt x="1908" y="1472"/>
                    <a:pt x="2038" y="1524"/>
                    <a:pt x="2108" y="1664"/>
                  </a:cubicBezTo>
                  <a:lnTo>
                    <a:pt x="3217" y="1294"/>
                  </a:lnTo>
                  <a:cubicBezTo>
                    <a:pt x="3088" y="828"/>
                    <a:pt x="2704" y="652"/>
                    <a:pt x="2245" y="652"/>
                  </a:cubicBezTo>
                  <a:cubicBezTo>
                    <a:pt x="2048" y="652"/>
                    <a:pt x="1838" y="685"/>
                    <a:pt x="1628" y="740"/>
                  </a:cubicBezTo>
                  <a:lnTo>
                    <a:pt x="14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990;p48">
              <a:extLst>
                <a:ext uri="{FF2B5EF4-FFF2-40B4-BE49-F238E27FC236}">
                  <a16:creationId xmlns:a16="http://schemas.microsoft.com/office/drawing/2014/main" id="{60BA69E7-0967-54F3-009F-BF205BC71AC4}"/>
                </a:ext>
              </a:extLst>
            </p:cNvPr>
            <p:cNvSpPr/>
            <p:nvPr/>
          </p:nvSpPr>
          <p:spPr>
            <a:xfrm>
              <a:off x="5219025" y="1095825"/>
              <a:ext cx="69350" cy="39200"/>
            </a:xfrm>
            <a:custGeom>
              <a:avLst/>
              <a:gdLst/>
              <a:ahLst/>
              <a:cxnLst/>
              <a:rect l="l" t="t" r="r" b="b"/>
              <a:pathLst>
                <a:path w="2774" h="1568" extrusionOk="0">
                  <a:moveTo>
                    <a:pt x="2515" y="1"/>
                  </a:moveTo>
                  <a:cubicBezTo>
                    <a:pt x="2515" y="1"/>
                    <a:pt x="1369" y="777"/>
                    <a:pt x="1" y="814"/>
                  </a:cubicBezTo>
                  <a:lnTo>
                    <a:pt x="112" y="1517"/>
                  </a:lnTo>
                  <a:cubicBezTo>
                    <a:pt x="112" y="1517"/>
                    <a:pt x="235" y="1568"/>
                    <a:pt x="486" y="1568"/>
                  </a:cubicBezTo>
                  <a:cubicBezTo>
                    <a:pt x="712" y="1568"/>
                    <a:pt x="1042" y="1526"/>
                    <a:pt x="1480" y="1369"/>
                  </a:cubicBezTo>
                  <a:cubicBezTo>
                    <a:pt x="2404" y="1036"/>
                    <a:pt x="2774" y="555"/>
                    <a:pt x="2774" y="555"/>
                  </a:cubicBezTo>
                  <a:lnTo>
                    <a:pt x="251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991;p48">
              <a:extLst>
                <a:ext uri="{FF2B5EF4-FFF2-40B4-BE49-F238E27FC236}">
                  <a16:creationId xmlns:a16="http://schemas.microsoft.com/office/drawing/2014/main" id="{D1427643-CDF3-79AD-961C-E1E1FCEDD8D7}"/>
                </a:ext>
              </a:extLst>
            </p:cNvPr>
            <p:cNvSpPr/>
            <p:nvPr/>
          </p:nvSpPr>
          <p:spPr>
            <a:xfrm>
              <a:off x="5205175" y="1114250"/>
              <a:ext cx="53625" cy="21350"/>
            </a:xfrm>
            <a:custGeom>
              <a:avLst/>
              <a:gdLst/>
              <a:ahLst/>
              <a:cxnLst/>
              <a:rect l="l" t="t" r="r" b="b"/>
              <a:pathLst>
                <a:path w="2145" h="854" extrusionOk="0">
                  <a:moveTo>
                    <a:pt x="1565" y="0"/>
                  </a:moveTo>
                  <a:cubicBezTo>
                    <a:pt x="1414" y="0"/>
                    <a:pt x="1250" y="40"/>
                    <a:pt x="1072" y="40"/>
                  </a:cubicBezTo>
                  <a:cubicBezTo>
                    <a:pt x="889" y="66"/>
                    <a:pt x="688" y="92"/>
                    <a:pt x="507" y="92"/>
                  </a:cubicBezTo>
                  <a:cubicBezTo>
                    <a:pt x="432" y="92"/>
                    <a:pt x="361" y="88"/>
                    <a:pt x="296" y="77"/>
                  </a:cubicBezTo>
                  <a:lnTo>
                    <a:pt x="111" y="77"/>
                  </a:lnTo>
                  <a:cubicBezTo>
                    <a:pt x="74" y="225"/>
                    <a:pt x="0" y="299"/>
                    <a:pt x="74" y="410"/>
                  </a:cubicBezTo>
                  <a:cubicBezTo>
                    <a:pt x="148" y="595"/>
                    <a:pt x="259" y="743"/>
                    <a:pt x="333" y="854"/>
                  </a:cubicBezTo>
                  <a:lnTo>
                    <a:pt x="518" y="854"/>
                  </a:lnTo>
                  <a:cubicBezTo>
                    <a:pt x="740" y="669"/>
                    <a:pt x="1294" y="743"/>
                    <a:pt x="1553" y="595"/>
                  </a:cubicBezTo>
                  <a:cubicBezTo>
                    <a:pt x="1812" y="484"/>
                    <a:pt x="2145" y="225"/>
                    <a:pt x="1849" y="77"/>
                  </a:cubicBezTo>
                  <a:cubicBezTo>
                    <a:pt x="1760" y="18"/>
                    <a:pt x="1665" y="0"/>
                    <a:pt x="1565"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62545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230F-3A92-0063-2197-9E52214A8512}"/>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703284E9-BD0C-5960-0B61-68FEFCD4F76E}"/>
              </a:ext>
            </a:extLst>
          </p:cNvPr>
          <p:cNvSpPr>
            <a:spLocks noGrp="1"/>
          </p:cNvSpPr>
          <p:nvPr>
            <p:ph type="title"/>
          </p:nvPr>
        </p:nvSpPr>
        <p:spPr>
          <a:xfrm>
            <a:off x="615134" y="334423"/>
            <a:ext cx="7715700" cy="572700"/>
          </a:xfrm>
        </p:spPr>
        <p:txBody>
          <a:bodyPr/>
          <a:lstStyle/>
          <a:p>
            <a:r>
              <a:rPr lang="ar-YE" sz="3600" dirty="0">
                <a:solidFill>
                  <a:schemeClr val="dk2"/>
                </a:solidFill>
              </a:rPr>
              <a:t>القسم الثالث: التصرف عند مواجهة خطر أمني</a:t>
            </a:r>
            <a:endParaRPr lang="en-US" sz="3600" dirty="0">
              <a:solidFill>
                <a:schemeClr val="dk2"/>
              </a:solidFill>
            </a:endParaRPr>
          </a:p>
        </p:txBody>
      </p:sp>
      <p:sp>
        <p:nvSpPr>
          <p:cNvPr id="3" name="عنوان فرعي 2">
            <a:extLst>
              <a:ext uri="{FF2B5EF4-FFF2-40B4-BE49-F238E27FC236}">
                <a16:creationId xmlns:a16="http://schemas.microsoft.com/office/drawing/2014/main" id="{F706A46A-2037-0364-3CD3-60C0CD5EFE6C}"/>
              </a:ext>
            </a:extLst>
          </p:cNvPr>
          <p:cNvSpPr>
            <a:spLocks noGrp="1"/>
          </p:cNvSpPr>
          <p:nvPr>
            <p:ph type="subTitle" idx="1"/>
          </p:nvPr>
        </p:nvSpPr>
        <p:spPr>
          <a:xfrm>
            <a:off x="1230380" y="1162862"/>
            <a:ext cx="7074365" cy="3234016"/>
          </a:xfrm>
        </p:spPr>
        <p:txBody>
          <a:bodyPr/>
          <a:lstStyle/>
          <a:p>
            <a:pPr marL="114300" indent="0" algn="r">
              <a:buNone/>
            </a:pPr>
            <a:r>
              <a:rPr lang="ar-YE" b="0" i="0" dirty="0">
                <a:solidFill>
                  <a:schemeClr val="tx1"/>
                </a:solidFill>
                <a:effectLst/>
                <a:latin typeface="Times New Roman" panose="02020603050405020304" pitchFamily="18" charset="0"/>
                <a:cs typeface="+mj-cs"/>
              </a:rPr>
              <a:t>5. إذا وصلك بريد إلكتروني مشبوه من جهة غير معروفة، ماذا تفعل؟</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أفتح البريد وأقرأ التفاصيل</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أحذفه فورًا</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أبلغ قسم الأمن السيبراني</a:t>
            </a:r>
            <a:br>
              <a:rPr lang="ar-YE" dirty="0">
                <a:solidFill>
                  <a:schemeClr val="tx1"/>
                </a:solidFill>
                <a:cs typeface="+mj-cs"/>
              </a:rPr>
            </a:br>
            <a:br>
              <a:rPr lang="ar-YE" dirty="0">
                <a:solidFill>
                  <a:schemeClr val="tx1"/>
                </a:solidFill>
                <a:cs typeface="+mj-cs"/>
              </a:rPr>
            </a:b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6. هل لديك معرفة بكيفية التبليغ عن هجوم إلكتروني داخل الشركة؟</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نعم</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لا</a:t>
            </a:r>
            <a:br>
              <a:rPr lang="ar-YE" dirty="0">
                <a:solidFill>
                  <a:schemeClr val="tx1"/>
                </a:solidFill>
                <a:cs typeface="+mj-cs"/>
              </a:rPr>
            </a:br>
            <a:br>
              <a:rPr lang="ar-YE" dirty="0">
                <a:solidFill>
                  <a:schemeClr val="tx1"/>
                </a:solidFill>
                <a:cs typeface="+mj-cs"/>
              </a:rPr>
            </a:br>
            <a:r>
              <a:rPr lang="ar-YE" b="0" i="0" dirty="0">
                <a:solidFill>
                  <a:schemeClr val="tx1"/>
                </a:solidFill>
                <a:effectLst/>
                <a:latin typeface="Times New Roman" panose="02020603050405020304" pitchFamily="18" charset="0"/>
                <a:cs typeface="+mj-cs"/>
              </a:rPr>
              <a:t>لست متأكدًا</a:t>
            </a:r>
            <a:endParaRPr lang="en-US" dirty="0">
              <a:solidFill>
                <a:schemeClr val="tx1"/>
              </a:solidFill>
              <a:latin typeface="+mn-lt"/>
              <a:cs typeface="+mj-cs"/>
            </a:endParaRPr>
          </a:p>
        </p:txBody>
      </p:sp>
      <p:grpSp>
        <p:nvGrpSpPr>
          <p:cNvPr id="4" name="Google Shape;773;p42">
            <a:extLst>
              <a:ext uri="{FF2B5EF4-FFF2-40B4-BE49-F238E27FC236}">
                <a16:creationId xmlns:a16="http://schemas.microsoft.com/office/drawing/2014/main" id="{E8E36A0C-C6C0-F866-AF78-7E485FE9E5D2}"/>
              </a:ext>
            </a:extLst>
          </p:cNvPr>
          <p:cNvGrpSpPr/>
          <p:nvPr/>
        </p:nvGrpSpPr>
        <p:grpSpPr>
          <a:xfrm>
            <a:off x="615134" y="2571750"/>
            <a:ext cx="1798924" cy="2087072"/>
            <a:chOff x="1089353" y="1808252"/>
            <a:chExt cx="1798924" cy="2087072"/>
          </a:xfrm>
        </p:grpSpPr>
        <p:grpSp>
          <p:nvGrpSpPr>
            <p:cNvPr id="40" name="Google Shape;774;p42">
              <a:extLst>
                <a:ext uri="{FF2B5EF4-FFF2-40B4-BE49-F238E27FC236}">
                  <a16:creationId xmlns:a16="http://schemas.microsoft.com/office/drawing/2014/main" id="{14D7EA61-6200-9C7E-F813-0076C373C683}"/>
                </a:ext>
              </a:extLst>
            </p:cNvPr>
            <p:cNvGrpSpPr/>
            <p:nvPr/>
          </p:nvGrpSpPr>
          <p:grpSpPr>
            <a:xfrm>
              <a:off x="1089353" y="1808252"/>
              <a:ext cx="1798924" cy="2087072"/>
              <a:chOff x="1089353" y="1808252"/>
              <a:chExt cx="1798924" cy="2087072"/>
            </a:xfrm>
          </p:grpSpPr>
          <p:sp>
            <p:nvSpPr>
              <p:cNvPr id="42" name="Google Shape;775;p42">
                <a:extLst>
                  <a:ext uri="{FF2B5EF4-FFF2-40B4-BE49-F238E27FC236}">
                    <a16:creationId xmlns:a16="http://schemas.microsoft.com/office/drawing/2014/main" id="{6A761A78-23EF-EF42-E989-2B069A9BC39B}"/>
                  </a:ext>
                </a:extLst>
              </p:cNvPr>
              <p:cNvSpPr/>
              <p:nvPr/>
            </p:nvSpPr>
            <p:spPr>
              <a:xfrm>
                <a:off x="2045806" y="1934303"/>
                <a:ext cx="330201" cy="296267"/>
              </a:xfrm>
              <a:custGeom>
                <a:avLst/>
                <a:gdLst/>
                <a:ahLst/>
                <a:cxnLst/>
                <a:rect l="l" t="t" r="r" b="b"/>
                <a:pathLst>
                  <a:path w="6101" h="5474" extrusionOk="0">
                    <a:moveTo>
                      <a:pt x="3067" y="0"/>
                    </a:moveTo>
                    <a:cubicBezTo>
                      <a:pt x="1437" y="0"/>
                      <a:pt x="74" y="1170"/>
                      <a:pt x="37" y="2626"/>
                    </a:cubicBezTo>
                    <a:cubicBezTo>
                      <a:pt x="1" y="4142"/>
                      <a:pt x="1294" y="5399"/>
                      <a:pt x="2958" y="5473"/>
                    </a:cubicBezTo>
                    <a:cubicBezTo>
                      <a:pt x="2984" y="5473"/>
                      <a:pt x="3009" y="5474"/>
                      <a:pt x="3034" y="5474"/>
                    </a:cubicBezTo>
                    <a:cubicBezTo>
                      <a:pt x="4663" y="5474"/>
                      <a:pt x="5990" y="4304"/>
                      <a:pt x="6027" y="2848"/>
                    </a:cubicBezTo>
                    <a:cubicBezTo>
                      <a:pt x="6101" y="1332"/>
                      <a:pt x="4770" y="75"/>
                      <a:pt x="3143" y="1"/>
                    </a:cubicBezTo>
                    <a:cubicBezTo>
                      <a:pt x="3118" y="1"/>
                      <a:pt x="3092" y="0"/>
                      <a:pt x="30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776;p42">
                <a:extLst>
                  <a:ext uri="{FF2B5EF4-FFF2-40B4-BE49-F238E27FC236}">
                    <a16:creationId xmlns:a16="http://schemas.microsoft.com/office/drawing/2014/main" id="{DDA72893-15BC-8BDC-B4D2-E6425BC6AF54}"/>
                  </a:ext>
                </a:extLst>
              </p:cNvPr>
              <p:cNvSpPr/>
              <p:nvPr/>
            </p:nvSpPr>
            <p:spPr>
              <a:xfrm>
                <a:off x="2063829" y="1998384"/>
                <a:ext cx="263847" cy="310176"/>
              </a:xfrm>
              <a:custGeom>
                <a:avLst/>
                <a:gdLst/>
                <a:ahLst/>
                <a:cxnLst/>
                <a:rect l="l" t="t" r="r" b="b"/>
                <a:pathLst>
                  <a:path w="4875" h="5731" extrusionOk="0">
                    <a:moveTo>
                      <a:pt x="1886" y="0"/>
                    </a:moveTo>
                    <a:cubicBezTo>
                      <a:pt x="1886" y="0"/>
                      <a:pt x="1553" y="2440"/>
                      <a:pt x="1146" y="2773"/>
                    </a:cubicBezTo>
                    <a:cubicBezTo>
                      <a:pt x="1146" y="2773"/>
                      <a:pt x="0" y="5620"/>
                      <a:pt x="2662" y="5731"/>
                    </a:cubicBezTo>
                    <a:cubicBezTo>
                      <a:pt x="2676" y="5731"/>
                      <a:pt x="2690" y="5731"/>
                      <a:pt x="2704" y="5731"/>
                    </a:cubicBezTo>
                    <a:cubicBezTo>
                      <a:pt x="4874" y="5731"/>
                      <a:pt x="4400" y="2847"/>
                      <a:pt x="4400" y="2847"/>
                    </a:cubicBezTo>
                    <a:cubicBezTo>
                      <a:pt x="3919" y="2514"/>
                      <a:pt x="3734" y="74"/>
                      <a:pt x="3734" y="74"/>
                    </a:cubicBezTo>
                    <a:lnTo>
                      <a:pt x="2810" y="37"/>
                    </a:lnTo>
                    <a:lnTo>
                      <a:pt x="188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777;p42">
                <a:extLst>
                  <a:ext uri="{FF2B5EF4-FFF2-40B4-BE49-F238E27FC236}">
                    <a16:creationId xmlns:a16="http://schemas.microsoft.com/office/drawing/2014/main" id="{3EA6ED66-C111-51B4-8091-C74889118F21}"/>
                  </a:ext>
                </a:extLst>
              </p:cNvPr>
              <p:cNvSpPr/>
              <p:nvPr/>
            </p:nvSpPr>
            <p:spPr>
              <a:xfrm>
                <a:off x="1917752" y="2144461"/>
                <a:ext cx="574294" cy="634316"/>
              </a:xfrm>
              <a:custGeom>
                <a:avLst/>
                <a:gdLst/>
                <a:ahLst/>
                <a:cxnLst/>
                <a:rect l="l" t="t" r="r" b="b"/>
                <a:pathLst>
                  <a:path w="10611" h="11720" extrusionOk="0">
                    <a:moveTo>
                      <a:pt x="3771" y="0"/>
                    </a:moveTo>
                    <a:cubicBezTo>
                      <a:pt x="3771" y="0"/>
                      <a:pt x="1257" y="444"/>
                      <a:pt x="0" y="1146"/>
                    </a:cubicBezTo>
                    <a:cubicBezTo>
                      <a:pt x="0" y="1146"/>
                      <a:pt x="222" y="2403"/>
                      <a:pt x="370" y="3993"/>
                    </a:cubicBezTo>
                    <a:cubicBezTo>
                      <a:pt x="518" y="5694"/>
                      <a:pt x="740" y="7357"/>
                      <a:pt x="1110" y="8984"/>
                    </a:cubicBezTo>
                    <a:lnTo>
                      <a:pt x="1664" y="11424"/>
                    </a:lnTo>
                    <a:lnTo>
                      <a:pt x="4991" y="11720"/>
                    </a:lnTo>
                    <a:lnTo>
                      <a:pt x="8319" y="11646"/>
                    </a:lnTo>
                    <a:lnTo>
                      <a:pt x="9909" y="6248"/>
                    </a:lnTo>
                    <a:cubicBezTo>
                      <a:pt x="10056" y="3845"/>
                      <a:pt x="10611" y="1738"/>
                      <a:pt x="10611" y="1738"/>
                    </a:cubicBezTo>
                    <a:cubicBezTo>
                      <a:pt x="9428" y="850"/>
                      <a:pt x="6988" y="111"/>
                      <a:pt x="6988" y="111"/>
                    </a:cubicBezTo>
                    <a:cubicBezTo>
                      <a:pt x="6538" y="440"/>
                      <a:pt x="6015" y="598"/>
                      <a:pt x="5488" y="598"/>
                    </a:cubicBezTo>
                    <a:cubicBezTo>
                      <a:pt x="4888" y="598"/>
                      <a:pt x="4283" y="393"/>
                      <a:pt x="3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778;p42">
                <a:extLst>
                  <a:ext uri="{FF2B5EF4-FFF2-40B4-BE49-F238E27FC236}">
                    <a16:creationId xmlns:a16="http://schemas.microsoft.com/office/drawing/2014/main" id="{0AF28AEE-0C12-7C46-7532-44E123D71563}"/>
                  </a:ext>
                </a:extLst>
              </p:cNvPr>
              <p:cNvSpPr/>
              <p:nvPr/>
            </p:nvSpPr>
            <p:spPr>
              <a:xfrm>
                <a:off x="2293958" y="2238417"/>
                <a:ext cx="350173" cy="514759"/>
              </a:xfrm>
              <a:custGeom>
                <a:avLst/>
                <a:gdLst/>
                <a:ahLst/>
                <a:cxnLst/>
                <a:rect l="l" t="t" r="r" b="b"/>
                <a:pathLst>
                  <a:path w="6470" h="9511" extrusionOk="0">
                    <a:moveTo>
                      <a:pt x="3683" y="1"/>
                    </a:moveTo>
                    <a:cubicBezTo>
                      <a:pt x="2887" y="1"/>
                      <a:pt x="0" y="9318"/>
                      <a:pt x="37" y="9318"/>
                    </a:cubicBezTo>
                    <a:lnTo>
                      <a:pt x="739" y="9466"/>
                    </a:lnTo>
                    <a:cubicBezTo>
                      <a:pt x="878" y="9496"/>
                      <a:pt x="1031" y="9510"/>
                      <a:pt x="1194" y="9510"/>
                    </a:cubicBezTo>
                    <a:cubicBezTo>
                      <a:pt x="3036" y="9510"/>
                      <a:pt x="6251" y="7744"/>
                      <a:pt x="6285" y="7507"/>
                    </a:cubicBezTo>
                    <a:cubicBezTo>
                      <a:pt x="6470" y="6915"/>
                      <a:pt x="5250" y="3440"/>
                      <a:pt x="4510" y="1407"/>
                    </a:cubicBezTo>
                    <a:cubicBezTo>
                      <a:pt x="4104" y="224"/>
                      <a:pt x="3697" y="2"/>
                      <a:pt x="3697" y="2"/>
                    </a:cubicBezTo>
                    <a:cubicBezTo>
                      <a:pt x="3692" y="1"/>
                      <a:pt x="3688" y="1"/>
                      <a:pt x="36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779;p42">
                <a:extLst>
                  <a:ext uri="{FF2B5EF4-FFF2-40B4-BE49-F238E27FC236}">
                    <a16:creationId xmlns:a16="http://schemas.microsoft.com/office/drawing/2014/main" id="{9493162A-248D-5056-8DE0-10994608579D}"/>
                  </a:ext>
                </a:extLst>
              </p:cNvPr>
              <p:cNvSpPr/>
              <p:nvPr/>
            </p:nvSpPr>
            <p:spPr>
              <a:xfrm>
                <a:off x="1945734" y="2360518"/>
                <a:ext cx="518331" cy="402834"/>
              </a:xfrm>
              <a:custGeom>
                <a:avLst/>
                <a:gdLst/>
                <a:ahLst/>
                <a:cxnLst/>
                <a:rect l="l" t="t" r="r" b="b"/>
                <a:pathLst>
                  <a:path w="9577" h="7443" extrusionOk="0">
                    <a:moveTo>
                      <a:pt x="8874" y="1"/>
                    </a:moveTo>
                    <a:lnTo>
                      <a:pt x="8874" y="38"/>
                    </a:lnTo>
                    <a:cubicBezTo>
                      <a:pt x="8615" y="888"/>
                      <a:pt x="8172" y="1665"/>
                      <a:pt x="7506" y="2219"/>
                    </a:cubicBezTo>
                    <a:cubicBezTo>
                      <a:pt x="7284" y="2404"/>
                      <a:pt x="7062" y="2515"/>
                      <a:pt x="6841" y="2737"/>
                    </a:cubicBezTo>
                    <a:cubicBezTo>
                      <a:pt x="6176" y="3250"/>
                      <a:pt x="5264" y="3739"/>
                      <a:pt x="4388" y="3739"/>
                    </a:cubicBezTo>
                    <a:cubicBezTo>
                      <a:pt x="4192" y="3739"/>
                      <a:pt x="3998" y="3715"/>
                      <a:pt x="3809" y="3661"/>
                    </a:cubicBezTo>
                    <a:cubicBezTo>
                      <a:pt x="3698" y="3587"/>
                      <a:pt x="3587" y="3587"/>
                      <a:pt x="3513" y="3550"/>
                    </a:cubicBezTo>
                    <a:cubicBezTo>
                      <a:pt x="2922" y="3476"/>
                      <a:pt x="2330" y="3143"/>
                      <a:pt x="1850" y="2626"/>
                    </a:cubicBezTo>
                    <a:cubicBezTo>
                      <a:pt x="1295" y="2034"/>
                      <a:pt x="740" y="1443"/>
                      <a:pt x="223" y="777"/>
                    </a:cubicBezTo>
                    <a:cubicBezTo>
                      <a:pt x="149" y="814"/>
                      <a:pt x="112" y="925"/>
                      <a:pt x="1" y="962"/>
                    </a:cubicBezTo>
                    <a:cubicBezTo>
                      <a:pt x="149" y="2071"/>
                      <a:pt x="297" y="3217"/>
                      <a:pt x="519" y="4326"/>
                    </a:cubicBezTo>
                    <a:cubicBezTo>
                      <a:pt x="593" y="4585"/>
                      <a:pt x="666" y="4807"/>
                      <a:pt x="666" y="5029"/>
                    </a:cubicBezTo>
                    <a:lnTo>
                      <a:pt x="1110" y="7025"/>
                    </a:lnTo>
                    <a:cubicBezTo>
                      <a:pt x="1345" y="7051"/>
                      <a:pt x="1544" y="7078"/>
                      <a:pt x="1731" y="7078"/>
                    </a:cubicBezTo>
                    <a:cubicBezTo>
                      <a:pt x="1809" y="7078"/>
                      <a:pt x="1885" y="7073"/>
                      <a:pt x="1960" y="7062"/>
                    </a:cubicBezTo>
                    <a:lnTo>
                      <a:pt x="1997" y="7062"/>
                    </a:lnTo>
                    <a:cubicBezTo>
                      <a:pt x="2034" y="7062"/>
                      <a:pt x="2071" y="7099"/>
                      <a:pt x="2145" y="7099"/>
                    </a:cubicBezTo>
                    <a:cubicBezTo>
                      <a:pt x="3080" y="7184"/>
                      <a:pt x="4101" y="7443"/>
                      <a:pt x="5076" y="7443"/>
                    </a:cubicBezTo>
                    <a:cubicBezTo>
                      <a:pt x="5374" y="7443"/>
                      <a:pt x="5668" y="7419"/>
                      <a:pt x="5953" y="7358"/>
                    </a:cubicBezTo>
                    <a:cubicBezTo>
                      <a:pt x="6212" y="7284"/>
                      <a:pt x="6434" y="7210"/>
                      <a:pt x="6656" y="7173"/>
                    </a:cubicBezTo>
                    <a:lnTo>
                      <a:pt x="7173" y="7247"/>
                    </a:lnTo>
                    <a:cubicBezTo>
                      <a:pt x="7284" y="7284"/>
                      <a:pt x="7506" y="7284"/>
                      <a:pt x="7617" y="7284"/>
                    </a:cubicBezTo>
                    <a:cubicBezTo>
                      <a:pt x="7765" y="7099"/>
                      <a:pt x="7876" y="6877"/>
                      <a:pt x="7987" y="6693"/>
                    </a:cubicBezTo>
                    <a:cubicBezTo>
                      <a:pt x="8024" y="6693"/>
                      <a:pt x="8098" y="6656"/>
                      <a:pt x="8172" y="6656"/>
                    </a:cubicBezTo>
                    <a:lnTo>
                      <a:pt x="8319" y="6175"/>
                    </a:lnTo>
                    <a:cubicBezTo>
                      <a:pt x="8578" y="5694"/>
                      <a:pt x="8874" y="5177"/>
                      <a:pt x="9096" y="4659"/>
                    </a:cubicBezTo>
                    <a:cubicBezTo>
                      <a:pt x="9576" y="3402"/>
                      <a:pt x="9207" y="2108"/>
                      <a:pt x="8985" y="962"/>
                    </a:cubicBezTo>
                    <a:cubicBezTo>
                      <a:pt x="8911" y="629"/>
                      <a:pt x="8874" y="334"/>
                      <a:pt x="88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780;p42">
                <a:extLst>
                  <a:ext uri="{FF2B5EF4-FFF2-40B4-BE49-F238E27FC236}">
                    <a16:creationId xmlns:a16="http://schemas.microsoft.com/office/drawing/2014/main" id="{04371655-9417-5FA1-357D-6BE41A5849DB}"/>
                  </a:ext>
                </a:extLst>
              </p:cNvPr>
              <p:cNvSpPr/>
              <p:nvPr/>
            </p:nvSpPr>
            <p:spPr>
              <a:xfrm>
                <a:off x="2073841" y="1883644"/>
                <a:ext cx="274185" cy="298864"/>
              </a:xfrm>
              <a:custGeom>
                <a:avLst/>
                <a:gdLst/>
                <a:ahLst/>
                <a:cxnLst/>
                <a:rect l="l" t="t" r="r" b="b"/>
                <a:pathLst>
                  <a:path w="5066" h="5522" extrusionOk="0">
                    <a:moveTo>
                      <a:pt x="1792" y="1"/>
                    </a:moveTo>
                    <a:cubicBezTo>
                      <a:pt x="1441" y="1"/>
                      <a:pt x="1070" y="83"/>
                      <a:pt x="887" y="383"/>
                    </a:cubicBezTo>
                    <a:cubicBezTo>
                      <a:pt x="407" y="1122"/>
                      <a:pt x="776" y="2749"/>
                      <a:pt x="776" y="2749"/>
                    </a:cubicBezTo>
                    <a:cubicBezTo>
                      <a:pt x="776" y="2749"/>
                      <a:pt x="621" y="2483"/>
                      <a:pt x="414" y="2483"/>
                    </a:cubicBezTo>
                    <a:cubicBezTo>
                      <a:pt x="354" y="2483"/>
                      <a:pt x="289" y="2505"/>
                      <a:pt x="222" y="2564"/>
                    </a:cubicBezTo>
                    <a:cubicBezTo>
                      <a:pt x="0" y="2860"/>
                      <a:pt x="629" y="3599"/>
                      <a:pt x="776" y="3673"/>
                    </a:cubicBezTo>
                    <a:cubicBezTo>
                      <a:pt x="776" y="3673"/>
                      <a:pt x="1664" y="5485"/>
                      <a:pt x="2440" y="5522"/>
                    </a:cubicBezTo>
                    <a:cubicBezTo>
                      <a:pt x="3217" y="5522"/>
                      <a:pt x="4252" y="3784"/>
                      <a:pt x="4252" y="3784"/>
                    </a:cubicBezTo>
                    <a:cubicBezTo>
                      <a:pt x="4400" y="3710"/>
                      <a:pt x="5065" y="2971"/>
                      <a:pt x="4843" y="2712"/>
                    </a:cubicBezTo>
                    <a:cubicBezTo>
                      <a:pt x="4788" y="2638"/>
                      <a:pt x="4725" y="2610"/>
                      <a:pt x="4663" y="2610"/>
                    </a:cubicBezTo>
                    <a:cubicBezTo>
                      <a:pt x="4476" y="2610"/>
                      <a:pt x="4289" y="2860"/>
                      <a:pt x="4289" y="2860"/>
                    </a:cubicBezTo>
                    <a:cubicBezTo>
                      <a:pt x="4289" y="2860"/>
                      <a:pt x="4769" y="1233"/>
                      <a:pt x="4400" y="493"/>
                    </a:cubicBezTo>
                    <a:cubicBezTo>
                      <a:pt x="4172" y="133"/>
                      <a:pt x="3710" y="45"/>
                      <a:pt x="3315" y="45"/>
                    </a:cubicBezTo>
                    <a:cubicBezTo>
                      <a:pt x="2940" y="45"/>
                      <a:pt x="2625" y="124"/>
                      <a:pt x="2625" y="124"/>
                    </a:cubicBezTo>
                    <a:cubicBezTo>
                      <a:pt x="2625" y="124"/>
                      <a:pt x="2222" y="1"/>
                      <a:pt x="1792" y="1"/>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81;p42">
                <a:extLst>
                  <a:ext uri="{FF2B5EF4-FFF2-40B4-BE49-F238E27FC236}">
                    <a16:creationId xmlns:a16="http://schemas.microsoft.com/office/drawing/2014/main" id="{F5AF768E-0A4C-64C7-417A-BADAA7CDC8AF}"/>
                  </a:ext>
                </a:extLst>
              </p:cNvPr>
              <p:cNvSpPr/>
              <p:nvPr/>
            </p:nvSpPr>
            <p:spPr>
              <a:xfrm>
                <a:off x="2233882" y="1881425"/>
                <a:ext cx="124103" cy="177035"/>
              </a:xfrm>
              <a:custGeom>
                <a:avLst/>
                <a:gdLst/>
                <a:ahLst/>
                <a:cxnLst/>
                <a:rect l="l" t="t" r="r" b="b"/>
                <a:pathLst>
                  <a:path w="2293" h="3271" extrusionOk="0">
                    <a:moveTo>
                      <a:pt x="940" y="1"/>
                    </a:moveTo>
                    <a:cubicBezTo>
                      <a:pt x="1" y="1"/>
                      <a:pt x="1" y="793"/>
                      <a:pt x="1" y="793"/>
                    </a:cubicBezTo>
                    <a:cubicBezTo>
                      <a:pt x="1" y="793"/>
                      <a:pt x="999" y="1052"/>
                      <a:pt x="1110" y="1533"/>
                    </a:cubicBezTo>
                    <a:cubicBezTo>
                      <a:pt x="1147" y="1828"/>
                      <a:pt x="1110" y="2087"/>
                      <a:pt x="999" y="2383"/>
                    </a:cubicBezTo>
                    <a:cubicBezTo>
                      <a:pt x="962" y="2531"/>
                      <a:pt x="888" y="3270"/>
                      <a:pt x="925" y="3270"/>
                    </a:cubicBezTo>
                    <a:lnTo>
                      <a:pt x="1036" y="3270"/>
                    </a:lnTo>
                    <a:cubicBezTo>
                      <a:pt x="1184" y="3159"/>
                      <a:pt x="1295" y="2975"/>
                      <a:pt x="1406" y="2827"/>
                    </a:cubicBezTo>
                    <a:cubicBezTo>
                      <a:pt x="1517" y="2697"/>
                      <a:pt x="1637" y="2642"/>
                      <a:pt x="1738" y="2642"/>
                    </a:cubicBezTo>
                    <a:cubicBezTo>
                      <a:pt x="1840" y="2642"/>
                      <a:pt x="1923" y="2697"/>
                      <a:pt x="1960" y="2790"/>
                    </a:cubicBezTo>
                    <a:cubicBezTo>
                      <a:pt x="1960" y="2790"/>
                      <a:pt x="2293" y="128"/>
                      <a:pt x="1184" y="17"/>
                    </a:cubicBezTo>
                    <a:cubicBezTo>
                      <a:pt x="1096" y="6"/>
                      <a:pt x="1015" y="1"/>
                      <a:pt x="940" y="1"/>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82;p42">
                <a:extLst>
                  <a:ext uri="{FF2B5EF4-FFF2-40B4-BE49-F238E27FC236}">
                    <a16:creationId xmlns:a16="http://schemas.microsoft.com/office/drawing/2014/main" id="{F048F1D0-95D5-433D-630C-0735A8CE610E}"/>
                  </a:ext>
                </a:extLst>
              </p:cNvPr>
              <p:cNvSpPr/>
              <p:nvPr/>
            </p:nvSpPr>
            <p:spPr>
              <a:xfrm>
                <a:off x="2075844" y="1874227"/>
                <a:ext cx="121992" cy="178225"/>
              </a:xfrm>
              <a:custGeom>
                <a:avLst/>
                <a:gdLst/>
                <a:ahLst/>
                <a:cxnLst/>
                <a:rect l="l" t="t" r="r" b="b"/>
                <a:pathLst>
                  <a:path w="2254" h="3293" extrusionOk="0">
                    <a:moveTo>
                      <a:pt x="1175" y="1"/>
                    </a:moveTo>
                    <a:cubicBezTo>
                      <a:pt x="1154" y="1"/>
                      <a:pt x="1132" y="1"/>
                      <a:pt x="1109" y="2"/>
                    </a:cubicBezTo>
                    <a:cubicBezTo>
                      <a:pt x="0" y="76"/>
                      <a:pt x="148" y="2738"/>
                      <a:pt x="148" y="2738"/>
                    </a:cubicBezTo>
                    <a:cubicBezTo>
                      <a:pt x="182" y="2670"/>
                      <a:pt x="262" y="2626"/>
                      <a:pt x="357" y="2626"/>
                    </a:cubicBezTo>
                    <a:cubicBezTo>
                      <a:pt x="469" y="2626"/>
                      <a:pt x="602" y="2688"/>
                      <a:pt x="703" y="2849"/>
                    </a:cubicBezTo>
                    <a:cubicBezTo>
                      <a:pt x="776" y="2960"/>
                      <a:pt x="887" y="3145"/>
                      <a:pt x="998" y="3255"/>
                    </a:cubicBezTo>
                    <a:cubicBezTo>
                      <a:pt x="1072" y="3292"/>
                      <a:pt x="1109" y="3292"/>
                      <a:pt x="1146" y="3292"/>
                    </a:cubicBezTo>
                    <a:cubicBezTo>
                      <a:pt x="1183" y="3292"/>
                      <a:pt x="1109" y="2553"/>
                      <a:pt x="1109" y="2405"/>
                    </a:cubicBezTo>
                    <a:cubicBezTo>
                      <a:pt x="1072" y="2146"/>
                      <a:pt x="1035" y="1851"/>
                      <a:pt x="1072" y="1592"/>
                    </a:cubicBezTo>
                    <a:cubicBezTo>
                      <a:pt x="1183" y="1037"/>
                      <a:pt x="2218" y="889"/>
                      <a:pt x="2218" y="889"/>
                    </a:cubicBezTo>
                    <a:cubicBezTo>
                      <a:pt x="2218" y="889"/>
                      <a:pt x="2254" y="1"/>
                      <a:pt x="1175" y="1"/>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83;p42">
                <a:extLst>
                  <a:ext uri="{FF2B5EF4-FFF2-40B4-BE49-F238E27FC236}">
                    <a16:creationId xmlns:a16="http://schemas.microsoft.com/office/drawing/2014/main" id="{99141AB3-F684-EBA5-C003-16D631EEC923}"/>
                  </a:ext>
                </a:extLst>
              </p:cNvPr>
              <p:cNvSpPr/>
              <p:nvPr/>
            </p:nvSpPr>
            <p:spPr>
              <a:xfrm>
                <a:off x="2075844" y="1970349"/>
                <a:ext cx="268177" cy="98178"/>
              </a:xfrm>
              <a:custGeom>
                <a:avLst/>
                <a:gdLst/>
                <a:ahLst/>
                <a:cxnLst/>
                <a:rect l="l" t="t" r="r" b="b"/>
                <a:pathLst>
                  <a:path w="4955" h="1814" extrusionOk="0">
                    <a:moveTo>
                      <a:pt x="0" y="1"/>
                    </a:moveTo>
                    <a:lnTo>
                      <a:pt x="444" y="1110"/>
                    </a:lnTo>
                    <a:cubicBezTo>
                      <a:pt x="444" y="1110"/>
                      <a:pt x="961" y="1738"/>
                      <a:pt x="1553" y="1738"/>
                    </a:cubicBezTo>
                    <a:cubicBezTo>
                      <a:pt x="1849" y="1738"/>
                      <a:pt x="2033" y="1701"/>
                      <a:pt x="2107" y="1627"/>
                    </a:cubicBezTo>
                    <a:cubicBezTo>
                      <a:pt x="2218" y="1553"/>
                      <a:pt x="2338" y="1516"/>
                      <a:pt x="2454" y="1516"/>
                    </a:cubicBezTo>
                    <a:cubicBezTo>
                      <a:pt x="2570" y="1516"/>
                      <a:pt x="2680" y="1553"/>
                      <a:pt x="2773" y="1627"/>
                    </a:cubicBezTo>
                    <a:cubicBezTo>
                      <a:pt x="2884" y="1701"/>
                      <a:pt x="3069" y="1812"/>
                      <a:pt x="3327" y="1812"/>
                    </a:cubicBezTo>
                    <a:cubicBezTo>
                      <a:pt x="3345" y="1813"/>
                      <a:pt x="3363" y="1814"/>
                      <a:pt x="3381" y="1814"/>
                    </a:cubicBezTo>
                    <a:cubicBezTo>
                      <a:pt x="3950" y="1814"/>
                      <a:pt x="4437" y="1258"/>
                      <a:pt x="4437" y="1258"/>
                    </a:cubicBezTo>
                    <a:lnTo>
                      <a:pt x="4954" y="185"/>
                    </a:lnTo>
                    <a:lnTo>
                      <a:pt x="4954" y="185"/>
                    </a:lnTo>
                    <a:cubicBezTo>
                      <a:pt x="3993" y="370"/>
                      <a:pt x="3180" y="407"/>
                      <a:pt x="2514" y="407"/>
                    </a:cubicBezTo>
                    <a:cubicBezTo>
                      <a:pt x="1849" y="370"/>
                      <a:pt x="1035" y="259"/>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84;p42">
                <a:extLst>
                  <a:ext uri="{FF2B5EF4-FFF2-40B4-BE49-F238E27FC236}">
                    <a16:creationId xmlns:a16="http://schemas.microsoft.com/office/drawing/2014/main" id="{E780BBC5-4CBE-4CEF-6E29-812CE4B209F6}"/>
                  </a:ext>
                </a:extLst>
              </p:cNvPr>
              <p:cNvSpPr/>
              <p:nvPr/>
            </p:nvSpPr>
            <p:spPr>
              <a:xfrm>
                <a:off x="1995797" y="1808252"/>
                <a:ext cx="432222" cy="486291"/>
              </a:xfrm>
              <a:custGeom>
                <a:avLst/>
                <a:gdLst/>
                <a:ahLst/>
                <a:cxnLst/>
                <a:rect l="l" t="t" r="r" b="b"/>
                <a:pathLst>
                  <a:path w="7986" h="8985" extrusionOk="0">
                    <a:moveTo>
                      <a:pt x="4104" y="1"/>
                    </a:moveTo>
                    <a:cubicBezTo>
                      <a:pt x="4030" y="1"/>
                      <a:pt x="1590" y="1"/>
                      <a:pt x="518" y="2811"/>
                    </a:cubicBezTo>
                    <a:cubicBezTo>
                      <a:pt x="0" y="4179"/>
                      <a:pt x="481" y="5436"/>
                      <a:pt x="888" y="6175"/>
                    </a:cubicBezTo>
                    <a:cubicBezTo>
                      <a:pt x="1294" y="6951"/>
                      <a:pt x="3143" y="8948"/>
                      <a:pt x="3845" y="8985"/>
                    </a:cubicBezTo>
                    <a:cubicBezTo>
                      <a:pt x="3808" y="8874"/>
                      <a:pt x="1331" y="4733"/>
                      <a:pt x="1479" y="3957"/>
                    </a:cubicBezTo>
                    <a:cubicBezTo>
                      <a:pt x="1627" y="3180"/>
                      <a:pt x="3586" y="3033"/>
                      <a:pt x="4067" y="3033"/>
                    </a:cubicBezTo>
                    <a:cubicBezTo>
                      <a:pt x="4511" y="3033"/>
                      <a:pt x="6470" y="3254"/>
                      <a:pt x="6581" y="4105"/>
                    </a:cubicBezTo>
                    <a:cubicBezTo>
                      <a:pt x="6655" y="4881"/>
                      <a:pt x="3919" y="8874"/>
                      <a:pt x="3845" y="8985"/>
                    </a:cubicBezTo>
                    <a:cubicBezTo>
                      <a:pt x="4548" y="8985"/>
                      <a:pt x="6507" y="7099"/>
                      <a:pt x="6988" y="6360"/>
                    </a:cubicBezTo>
                    <a:cubicBezTo>
                      <a:pt x="7431" y="5621"/>
                      <a:pt x="7986" y="4437"/>
                      <a:pt x="7542" y="3033"/>
                    </a:cubicBezTo>
                    <a:cubicBezTo>
                      <a:pt x="6655" y="112"/>
                      <a:pt x="4178" y="1"/>
                      <a:pt x="41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85;p42">
                <a:extLst>
                  <a:ext uri="{FF2B5EF4-FFF2-40B4-BE49-F238E27FC236}">
                    <a16:creationId xmlns:a16="http://schemas.microsoft.com/office/drawing/2014/main" id="{0601549D-3868-8922-35C7-174EBD44DAC9}"/>
                  </a:ext>
                </a:extLst>
              </p:cNvPr>
              <p:cNvSpPr/>
              <p:nvPr/>
            </p:nvSpPr>
            <p:spPr>
              <a:xfrm>
                <a:off x="1363484" y="3447027"/>
                <a:ext cx="1252665" cy="186181"/>
              </a:xfrm>
              <a:custGeom>
                <a:avLst/>
                <a:gdLst/>
                <a:ahLst/>
                <a:cxnLst/>
                <a:rect l="l" t="t" r="r" b="b"/>
                <a:pathLst>
                  <a:path w="23145" h="3440" extrusionOk="0">
                    <a:moveTo>
                      <a:pt x="1" y="1"/>
                    </a:moveTo>
                    <a:lnTo>
                      <a:pt x="1" y="3439"/>
                    </a:lnTo>
                    <a:lnTo>
                      <a:pt x="23144" y="3439"/>
                    </a:lnTo>
                    <a:lnTo>
                      <a:pt x="23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86;p42">
                <a:extLst>
                  <a:ext uri="{FF2B5EF4-FFF2-40B4-BE49-F238E27FC236}">
                    <a16:creationId xmlns:a16="http://schemas.microsoft.com/office/drawing/2014/main" id="{CF755906-AD53-A5A9-A286-B47FFC64687C}"/>
                  </a:ext>
                </a:extLst>
              </p:cNvPr>
              <p:cNvSpPr/>
              <p:nvPr/>
            </p:nvSpPr>
            <p:spPr>
              <a:xfrm>
                <a:off x="1243440" y="2572624"/>
                <a:ext cx="1492753" cy="1000563"/>
              </a:xfrm>
              <a:custGeom>
                <a:avLst/>
                <a:gdLst/>
                <a:ahLst/>
                <a:cxnLst/>
                <a:rect l="l" t="t" r="r" b="b"/>
                <a:pathLst>
                  <a:path w="27581" h="18487" extrusionOk="0">
                    <a:moveTo>
                      <a:pt x="1405" y="1"/>
                    </a:moveTo>
                    <a:cubicBezTo>
                      <a:pt x="629" y="1"/>
                      <a:pt x="0" y="666"/>
                      <a:pt x="0" y="1443"/>
                    </a:cubicBezTo>
                    <a:lnTo>
                      <a:pt x="0" y="17044"/>
                    </a:lnTo>
                    <a:cubicBezTo>
                      <a:pt x="0" y="17858"/>
                      <a:pt x="629" y="18486"/>
                      <a:pt x="1405" y="18486"/>
                    </a:cubicBezTo>
                    <a:lnTo>
                      <a:pt x="26139" y="18486"/>
                    </a:lnTo>
                    <a:cubicBezTo>
                      <a:pt x="26952" y="18486"/>
                      <a:pt x="27580" y="17858"/>
                      <a:pt x="27580" y="17044"/>
                    </a:cubicBezTo>
                    <a:lnTo>
                      <a:pt x="27580" y="1443"/>
                    </a:lnTo>
                    <a:cubicBezTo>
                      <a:pt x="27580" y="629"/>
                      <a:pt x="26952" y="1"/>
                      <a:pt x="261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87;p42">
                <a:extLst>
                  <a:ext uri="{FF2B5EF4-FFF2-40B4-BE49-F238E27FC236}">
                    <a16:creationId xmlns:a16="http://schemas.microsoft.com/office/drawing/2014/main" id="{39431B7C-A602-FD0E-D444-7110D5EF7C87}"/>
                  </a:ext>
                </a:extLst>
              </p:cNvPr>
              <p:cNvSpPr/>
              <p:nvPr/>
            </p:nvSpPr>
            <p:spPr>
              <a:xfrm>
                <a:off x="1313474" y="2640656"/>
                <a:ext cx="1354686" cy="856489"/>
              </a:xfrm>
              <a:custGeom>
                <a:avLst/>
                <a:gdLst/>
                <a:ahLst/>
                <a:cxnLst/>
                <a:rect l="l" t="t" r="r" b="b"/>
                <a:pathLst>
                  <a:path w="25030" h="15825" extrusionOk="0">
                    <a:moveTo>
                      <a:pt x="0" y="1"/>
                    </a:moveTo>
                    <a:lnTo>
                      <a:pt x="0" y="15824"/>
                    </a:lnTo>
                    <a:lnTo>
                      <a:pt x="25029" y="15824"/>
                    </a:lnTo>
                    <a:lnTo>
                      <a:pt x="250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88;p42">
                <a:extLst>
                  <a:ext uri="{FF2B5EF4-FFF2-40B4-BE49-F238E27FC236}">
                    <a16:creationId xmlns:a16="http://schemas.microsoft.com/office/drawing/2014/main" id="{2073CE3F-0C5F-3006-B03C-A956742175B9}"/>
                  </a:ext>
                </a:extLst>
              </p:cNvPr>
              <p:cNvSpPr/>
              <p:nvPr/>
            </p:nvSpPr>
            <p:spPr>
              <a:xfrm>
                <a:off x="1377501" y="2750741"/>
                <a:ext cx="1102584" cy="746403"/>
              </a:xfrm>
              <a:custGeom>
                <a:avLst/>
                <a:gdLst/>
                <a:ahLst/>
                <a:cxnLst/>
                <a:rect l="l" t="t" r="r" b="b"/>
                <a:pathLst>
                  <a:path w="20372" h="13791" extrusionOk="0">
                    <a:moveTo>
                      <a:pt x="0" y="0"/>
                    </a:moveTo>
                    <a:lnTo>
                      <a:pt x="0" y="13790"/>
                    </a:lnTo>
                    <a:lnTo>
                      <a:pt x="20371" y="13790"/>
                    </a:lnTo>
                    <a:lnTo>
                      <a:pt x="2037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89;p42">
                <a:extLst>
                  <a:ext uri="{FF2B5EF4-FFF2-40B4-BE49-F238E27FC236}">
                    <a16:creationId xmlns:a16="http://schemas.microsoft.com/office/drawing/2014/main" id="{89FCD53E-FA61-530F-9777-CAC12F231753}"/>
                  </a:ext>
                </a:extLst>
              </p:cNvPr>
              <p:cNvSpPr/>
              <p:nvPr/>
            </p:nvSpPr>
            <p:spPr>
              <a:xfrm>
                <a:off x="1433518" y="2786732"/>
                <a:ext cx="50063" cy="50063"/>
              </a:xfrm>
              <a:custGeom>
                <a:avLst/>
                <a:gdLst/>
                <a:ahLst/>
                <a:cxnLst/>
                <a:rect l="l" t="t" r="r" b="b"/>
                <a:pathLst>
                  <a:path w="925" h="925" extrusionOk="0">
                    <a:moveTo>
                      <a:pt x="444" y="1"/>
                    </a:moveTo>
                    <a:cubicBezTo>
                      <a:pt x="185" y="1"/>
                      <a:pt x="0" y="222"/>
                      <a:pt x="0" y="481"/>
                    </a:cubicBezTo>
                    <a:cubicBezTo>
                      <a:pt x="0" y="740"/>
                      <a:pt x="185" y="925"/>
                      <a:pt x="444" y="925"/>
                    </a:cubicBezTo>
                    <a:cubicBezTo>
                      <a:pt x="703" y="925"/>
                      <a:pt x="925" y="740"/>
                      <a:pt x="925" y="481"/>
                    </a:cubicBezTo>
                    <a:cubicBezTo>
                      <a:pt x="925" y="222"/>
                      <a:pt x="703" y="1"/>
                      <a:pt x="4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90;p42">
                <a:extLst>
                  <a:ext uri="{FF2B5EF4-FFF2-40B4-BE49-F238E27FC236}">
                    <a16:creationId xmlns:a16="http://schemas.microsoft.com/office/drawing/2014/main" id="{140F2C9A-DD89-523A-F878-5E7F7DFB7CF8}"/>
                  </a:ext>
                </a:extLst>
              </p:cNvPr>
              <p:cNvSpPr/>
              <p:nvPr/>
            </p:nvSpPr>
            <p:spPr>
              <a:xfrm>
                <a:off x="1515568" y="2786732"/>
                <a:ext cx="50063" cy="50063"/>
              </a:xfrm>
              <a:custGeom>
                <a:avLst/>
                <a:gdLst/>
                <a:ahLst/>
                <a:cxnLst/>
                <a:rect l="l" t="t" r="r" b="b"/>
                <a:pathLst>
                  <a:path w="925" h="925" extrusionOk="0">
                    <a:moveTo>
                      <a:pt x="444" y="1"/>
                    </a:moveTo>
                    <a:cubicBezTo>
                      <a:pt x="222" y="1"/>
                      <a:pt x="0" y="222"/>
                      <a:pt x="0" y="481"/>
                    </a:cubicBezTo>
                    <a:cubicBezTo>
                      <a:pt x="0" y="740"/>
                      <a:pt x="222" y="925"/>
                      <a:pt x="444" y="925"/>
                    </a:cubicBezTo>
                    <a:cubicBezTo>
                      <a:pt x="703" y="925"/>
                      <a:pt x="925" y="740"/>
                      <a:pt x="925" y="481"/>
                    </a:cubicBezTo>
                    <a:cubicBezTo>
                      <a:pt x="925" y="222"/>
                      <a:pt x="703" y="1"/>
                      <a:pt x="4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791;p42">
                <a:extLst>
                  <a:ext uri="{FF2B5EF4-FFF2-40B4-BE49-F238E27FC236}">
                    <a16:creationId xmlns:a16="http://schemas.microsoft.com/office/drawing/2014/main" id="{AE136BC6-4BCA-3ED0-A991-B81C6BA3D658}"/>
                  </a:ext>
                </a:extLst>
              </p:cNvPr>
              <p:cNvSpPr/>
              <p:nvPr/>
            </p:nvSpPr>
            <p:spPr>
              <a:xfrm>
                <a:off x="1595615" y="2786732"/>
                <a:ext cx="50063" cy="50063"/>
              </a:xfrm>
              <a:custGeom>
                <a:avLst/>
                <a:gdLst/>
                <a:ahLst/>
                <a:cxnLst/>
                <a:rect l="l" t="t" r="r" b="b"/>
                <a:pathLst>
                  <a:path w="925" h="925" extrusionOk="0">
                    <a:moveTo>
                      <a:pt x="444" y="1"/>
                    </a:moveTo>
                    <a:cubicBezTo>
                      <a:pt x="222" y="1"/>
                      <a:pt x="0" y="222"/>
                      <a:pt x="0" y="481"/>
                    </a:cubicBezTo>
                    <a:cubicBezTo>
                      <a:pt x="0" y="740"/>
                      <a:pt x="222" y="925"/>
                      <a:pt x="444" y="925"/>
                    </a:cubicBezTo>
                    <a:cubicBezTo>
                      <a:pt x="703" y="925"/>
                      <a:pt x="924" y="740"/>
                      <a:pt x="924" y="481"/>
                    </a:cubicBezTo>
                    <a:cubicBezTo>
                      <a:pt x="924" y="222"/>
                      <a:pt x="703" y="1"/>
                      <a:pt x="4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792;p42">
                <a:extLst>
                  <a:ext uri="{FF2B5EF4-FFF2-40B4-BE49-F238E27FC236}">
                    <a16:creationId xmlns:a16="http://schemas.microsoft.com/office/drawing/2014/main" id="{34D40694-496B-4A7D-39D7-083D3E3DB176}"/>
                  </a:ext>
                </a:extLst>
              </p:cNvPr>
              <p:cNvSpPr/>
              <p:nvPr/>
            </p:nvSpPr>
            <p:spPr>
              <a:xfrm>
                <a:off x="2365941" y="2786732"/>
                <a:ext cx="50117" cy="50063"/>
              </a:xfrm>
              <a:custGeom>
                <a:avLst/>
                <a:gdLst/>
                <a:ahLst/>
                <a:cxnLst/>
                <a:rect l="l" t="t" r="r" b="b"/>
                <a:pathLst>
                  <a:path w="926" h="925" extrusionOk="0">
                    <a:moveTo>
                      <a:pt x="444" y="1"/>
                    </a:moveTo>
                    <a:cubicBezTo>
                      <a:pt x="223" y="1"/>
                      <a:pt x="1" y="222"/>
                      <a:pt x="1" y="481"/>
                    </a:cubicBezTo>
                    <a:cubicBezTo>
                      <a:pt x="1" y="740"/>
                      <a:pt x="223" y="925"/>
                      <a:pt x="444" y="925"/>
                    </a:cubicBezTo>
                    <a:cubicBezTo>
                      <a:pt x="703" y="925"/>
                      <a:pt x="925" y="740"/>
                      <a:pt x="925" y="481"/>
                    </a:cubicBezTo>
                    <a:cubicBezTo>
                      <a:pt x="925" y="222"/>
                      <a:pt x="703" y="1"/>
                      <a:pt x="4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93;p42">
                <a:extLst>
                  <a:ext uri="{FF2B5EF4-FFF2-40B4-BE49-F238E27FC236}">
                    <a16:creationId xmlns:a16="http://schemas.microsoft.com/office/drawing/2014/main" id="{AE9E5467-9001-9976-7162-7EC945138CE5}"/>
                  </a:ext>
                </a:extLst>
              </p:cNvPr>
              <p:cNvSpPr/>
              <p:nvPr/>
            </p:nvSpPr>
            <p:spPr>
              <a:xfrm>
                <a:off x="1435521" y="2872787"/>
                <a:ext cx="988493" cy="624357"/>
              </a:xfrm>
              <a:custGeom>
                <a:avLst/>
                <a:gdLst/>
                <a:ahLst/>
                <a:cxnLst/>
                <a:rect l="l" t="t" r="r" b="b"/>
                <a:pathLst>
                  <a:path w="18264" h="11536" extrusionOk="0">
                    <a:moveTo>
                      <a:pt x="0" y="0"/>
                    </a:moveTo>
                    <a:lnTo>
                      <a:pt x="0" y="11535"/>
                    </a:lnTo>
                    <a:lnTo>
                      <a:pt x="18264" y="11535"/>
                    </a:lnTo>
                    <a:lnTo>
                      <a:pt x="182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94;p42">
                <a:extLst>
                  <a:ext uri="{FF2B5EF4-FFF2-40B4-BE49-F238E27FC236}">
                    <a16:creationId xmlns:a16="http://schemas.microsoft.com/office/drawing/2014/main" id="{E4A01336-072A-9FBD-EB7E-CF4D697E0D34}"/>
                  </a:ext>
                </a:extLst>
              </p:cNvPr>
              <p:cNvSpPr/>
              <p:nvPr/>
            </p:nvSpPr>
            <p:spPr>
              <a:xfrm>
                <a:off x="1097363" y="3841255"/>
                <a:ext cx="1782903" cy="54068"/>
              </a:xfrm>
              <a:custGeom>
                <a:avLst/>
                <a:gdLst/>
                <a:ahLst/>
                <a:cxnLst/>
                <a:rect l="l" t="t" r="r" b="b"/>
                <a:pathLst>
                  <a:path w="32942" h="999" extrusionOk="0">
                    <a:moveTo>
                      <a:pt x="0" y="0"/>
                    </a:moveTo>
                    <a:lnTo>
                      <a:pt x="0" y="518"/>
                    </a:lnTo>
                    <a:cubicBezTo>
                      <a:pt x="0" y="777"/>
                      <a:pt x="333" y="998"/>
                      <a:pt x="703" y="998"/>
                    </a:cubicBezTo>
                    <a:lnTo>
                      <a:pt x="32276" y="998"/>
                    </a:lnTo>
                    <a:cubicBezTo>
                      <a:pt x="32646" y="998"/>
                      <a:pt x="32941" y="777"/>
                      <a:pt x="32941" y="518"/>
                    </a:cubicBezTo>
                    <a:lnTo>
                      <a:pt x="3294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95;p42">
                <a:extLst>
                  <a:ext uri="{FF2B5EF4-FFF2-40B4-BE49-F238E27FC236}">
                    <a16:creationId xmlns:a16="http://schemas.microsoft.com/office/drawing/2014/main" id="{F80267D7-533E-A8DF-C5B6-3C5AF496A6E1}"/>
                  </a:ext>
                </a:extLst>
              </p:cNvPr>
              <p:cNvSpPr/>
              <p:nvPr/>
            </p:nvSpPr>
            <p:spPr>
              <a:xfrm>
                <a:off x="1089353" y="3631152"/>
                <a:ext cx="1798924" cy="232131"/>
              </a:xfrm>
              <a:custGeom>
                <a:avLst/>
                <a:gdLst/>
                <a:ahLst/>
                <a:cxnLst/>
                <a:rect l="l" t="t" r="r" b="b"/>
                <a:pathLst>
                  <a:path w="33238" h="4289" extrusionOk="0">
                    <a:moveTo>
                      <a:pt x="3106" y="0"/>
                    </a:moveTo>
                    <a:cubicBezTo>
                      <a:pt x="3069" y="37"/>
                      <a:pt x="962" y="1923"/>
                      <a:pt x="296" y="3365"/>
                    </a:cubicBezTo>
                    <a:cubicBezTo>
                      <a:pt x="1" y="3956"/>
                      <a:pt x="185" y="4289"/>
                      <a:pt x="703" y="4289"/>
                    </a:cubicBezTo>
                    <a:lnTo>
                      <a:pt x="32572" y="4289"/>
                    </a:lnTo>
                    <a:cubicBezTo>
                      <a:pt x="33052" y="4289"/>
                      <a:pt x="33237" y="3956"/>
                      <a:pt x="32978" y="3365"/>
                    </a:cubicBezTo>
                    <a:cubicBezTo>
                      <a:pt x="32313" y="1923"/>
                      <a:pt x="30206" y="37"/>
                      <a:pt x="30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96;p42">
                <a:extLst>
                  <a:ext uri="{FF2B5EF4-FFF2-40B4-BE49-F238E27FC236}">
                    <a16:creationId xmlns:a16="http://schemas.microsoft.com/office/drawing/2014/main" id="{71689FE6-E40C-8FD6-F5FB-9A9D659ED685}"/>
                  </a:ext>
                </a:extLst>
              </p:cNvPr>
              <p:cNvSpPr/>
              <p:nvPr/>
            </p:nvSpPr>
            <p:spPr>
              <a:xfrm>
                <a:off x="1231425" y="3663138"/>
                <a:ext cx="1556780" cy="160148"/>
              </a:xfrm>
              <a:custGeom>
                <a:avLst/>
                <a:gdLst/>
                <a:ahLst/>
                <a:cxnLst/>
                <a:rect l="l" t="t" r="r" b="b"/>
                <a:pathLst>
                  <a:path w="28764" h="2959" extrusionOk="0">
                    <a:moveTo>
                      <a:pt x="1960" y="1"/>
                    </a:moveTo>
                    <a:lnTo>
                      <a:pt x="0" y="2958"/>
                    </a:lnTo>
                    <a:lnTo>
                      <a:pt x="28764" y="2958"/>
                    </a:lnTo>
                    <a:lnTo>
                      <a:pt x="2680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797;p42">
                <a:extLst>
                  <a:ext uri="{FF2B5EF4-FFF2-40B4-BE49-F238E27FC236}">
                    <a16:creationId xmlns:a16="http://schemas.microsoft.com/office/drawing/2014/main" id="{8B8770FF-A2DF-53D6-1476-E4A652F4710C}"/>
                  </a:ext>
                </a:extLst>
              </p:cNvPr>
              <p:cNvSpPr/>
              <p:nvPr/>
            </p:nvSpPr>
            <p:spPr>
              <a:xfrm>
                <a:off x="1251450" y="3661135"/>
                <a:ext cx="1520734" cy="164154"/>
              </a:xfrm>
              <a:custGeom>
                <a:avLst/>
                <a:gdLst/>
                <a:ahLst/>
                <a:cxnLst/>
                <a:rect l="l" t="t" r="r" b="b"/>
                <a:pathLst>
                  <a:path w="28098" h="3033" extrusionOk="0">
                    <a:moveTo>
                      <a:pt x="9613" y="814"/>
                    </a:moveTo>
                    <a:lnTo>
                      <a:pt x="9465" y="1554"/>
                    </a:lnTo>
                    <a:lnTo>
                      <a:pt x="7320" y="1554"/>
                    </a:lnTo>
                    <a:lnTo>
                      <a:pt x="7505" y="814"/>
                    </a:lnTo>
                    <a:close/>
                    <a:moveTo>
                      <a:pt x="11868" y="814"/>
                    </a:moveTo>
                    <a:lnTo>
                      <a:pt x="11757" y="1554"/>
                    </a:lnTo>
                    <a:lnTo>
                      <a:pt x="9650" y="1554"/>
                    </a:lnTo>
                    <a:lnTo>
                      <a:pt x="9797" y="814"/>
                    </a:lnTo>
                    <a:close/>
                    <a:moveTo>
                      <a:pt x="14049" y="814"/>
                    </a:moveTo>
                    <a:lnTo>
                      <a:pt x="14049" y="1554"/>
                    </a:lnTo>
                    <a:lnTo>
                      <a:pt x="11942" y="1554"/>
                    </a:lnTo>
                    <a:lnTo>
                      <a:pt x="12016" y="814"/>
                    </a:lnTo>
                    <a:close/>
                    <a:moveTo>
                      <a:pt x="5102" y="888"/>
                    </a:moveTo>
                    <a:lnTo>
                      <a:pt x="4843" y="1628"/>
                    </a:lnTo>
                    <a:lnTo>
                      <a:pt x="2699" y="1628"/>
                    </a:lnTo>
                    <a:lnTo>
                      <a:pt x="3032" y="888"/>
                    </a:lnTo>
                    <a:close/>
                    <a:moveTo>
                      <a:pt x="7394" y="888"/>
                    </a:moveTo>
                    <a:lnTo>
                      <a:pt x="7135" y="1628"/>
                    </a:lnTo>
                    <a:lnTo>
                      <a:pt x="5028" y="1628"/>
                    </a:lnTo>
                    <a:lnTo>
                      <a:pt x="5287" y="888"/>
                    </a:lnTo>
                    <a:close/>
                    <a:moveTo>
                      <a:pt x="16156" y="888"/>
                    </a:moveTo>
                    <a:lnTo>
                      <a:pt x="16193" y="1628"/>
                    </a:lnTo>
                    <a:lnTo>
                      <a:pt x="14160" y="1628"/>
                    </a:lnTo>
                    <a:lnTo>
                      <a:pt x="14160" y="888"/>
                    </a:lnTo>
                    <a:close/>
                    <a:moveTo>
                      <a:pt x="18412" y="888"/>
                    </a:moveTo>
                    <a:lnTo>
                      <a:pt x="18559" y="1628"/>
                    </a:lnTo>
                    <a:lnTo>
                      <a:pt x="16452" y="1628"/>
                    </a:lnTo>
                    <a:lnTo>
                      <a:pt x="16341" y="888"/>
                    </a:lnTo>
                    <a:close/>
                    <a:moveTo>
                      <a:pt x="20704" y="888"/>
                    </a:moveTo>
                    <a:lnTo>
                      <a:pt x="20889" y="1628"/>
                    </a:lnTo>
                    <a:lnTo>
                      <a:pt x="18744" y="1628"/>
                    </a:lnTo>
                    <a:lnTo>
                      <a:pt x="18596" y="888"/>
                    </a:lnTo>
                    <a:close/>
                    <a:moveTo>
                      <a:pt x="22922" y="888"/>
                    </a:moveTo>
                    <a:lnTo>
                      <a:pt x="23181" y="1628"/>
                    </a:lnTo>
                    <a:lnTo>
                      <a:pt x="21036" y="1628"/>
                    </a:lnTo>
                    <a:lnTo>
                      <a:pt x="20815" y="888"/>
                    </a:lnTo>
                    <a:close/>
                    <a:moveTo>
                      <a:pt x="25140" y="888"/>
                    </a:moveTo>
                    <a:lnTo>
                      <a:pt x="25510" y="1628"/>
                    </a:lnTo>
                    <a:lnTo>
                      <a:pt x="23366" y="1628"/>
                    </a:lnTo>
                    <a:lnTo>
                      <a:pt x="23107" y="888"/>
                    </a:lnTo>
                    <a:close/>
                    <a:moveTo>
                      <a:pt x="4806" y="1665"/>
                    </a:moveTo>
                    <a:lnTo>
                      <a:pt x="4511" y="2404"/>
                    </a:lnTo>
                    <a:lnTo>
                      <a:pt x="2292" y="2404"/>
                    </a:lnTo>
                    <a:lnTo>
                      <a:pt x="2662" y="1665"/>
                    </a:lnTo>
                    <a:close/>
                    <a:moveTo>
                      <a:pt x="7099" y="1665"/>
                    </a:moveTo>
                    <a:lnTo>
                      <a:pt x="6914" y="2404"/>
                    </a:lnTo>
                    <a:lnTo>
                      <a:pt x="4695" y="2404"/>
                    </a:lnTo>
                    <a:lnTo>
                      <a:pt x="4991" y="1665"/>
                    </a:lnTo>
                    <a:close/>
                    <a:moveTo>
                      <a:pt x="9428" y="1665"/>
                    </a:moveTo>
                    <a:lnTo>
                      <a:pt x="9317" y="2404"/>
                    </a:lnTo>
                    <a:lnTo>
                      <a:pt x="7099" y="2404"/>
                    </a:lnTo>
                    <a:lnTo>
                      <a:pt x="7283" y="1665"/>
                    </a:lnTo>
                    <a:close/>
                    <a:moveTo>
                      <a:pt x="11720" y="1665"/>
                    </a:moveTo>
                    <a:lnTo>
                      <a:pt x="11683" y="2404"/>
                    </a:lnTo>
                    <a:lnTo>
                      <a:pt x="9465" y="2404"/>
                    </a:lnTo>
                    <a:lnTo>
                      <a:pt x="9613" y="1665"/>
                    </a:lnTo>
                    <a:close/>
                    <a:moveTo>
                      <a:pt x="13975" y="1665"/>
                    </a:moveTo>
                    <a:lnTo>
                      <a:pt x="13975" y="2404"/>
                    </a:lnTo>
                    <a:lnTo>
                      <a:pt x="11868" y="2404"/>
                    </a:lnTo>
                    <a:lnTo>
                      <a:pt x="11905" y="1665"/>
                    </a:lnTo>
                    <a:close/>
                    <a:moveTo>
                      <a:pt x="16267" y="1665"/>
                    </a:moveTo>
                    <a:lnTo>
                      <a:pt x="16304" y="2404"/>
                    </a:lnTo>
                    <a:lnTo>
                      <a:pt x="14234" y="2404"/>
                    </a:lnTo>
                    <a:lnTo>
                      <a:pt x="14234" y="1665"/>
                    </a:lnTo>
                    <a:close/>
                    <a:moveTo>
                      <a:pt x="18559" y="1665"/>
                    </a:moveTo>
                    <a:lnTo>
                      <a:pt x="18707" y="2404"/>
                    </a:lnTo>
                    <a:lnTo>
                      <a:pt x="16489" y="2404"/>
                    </a:lnTo>
                    <a:lnTo>
                      <a:pt x="16452" y="1665"/>
                    </a:lnTo>
                    <a:close/>
                    <a:moveTo>
                      <a:pt x="20889" y="1665"/>
                    </a:moveTo>
                    <a:lnTo>
                      <a:pt x="21073" y="2404"/>
                    </a:lnTo>
                    <a:lnTo>
                      <a:pt x="18892" y="2404"/>
                    </a:lnTo>
                    <a:lnTo>
                      <a:pt x="18744" y="1665"/>
                    </a:lnTo>
                    <a:close/>
                    <a:moveTo>
                      <a:pt x="23181" y="1665"/>
                    </a:moveTo>
                    <a:lnTo>
                      <a:pt x="23440" y="2404"/>
                    </a:lnTo>
                    <a:lnTo>
                      <a:pt x="21295" y="2404"/>
                    </a:lnTo>
                    <a:lnTo>
                      <a:pt x="21036" y="1665"/>
                    </a:lnTo>
                    <a:close/>
                    <a:moveTo>
                      <a:pt x="25547" y="1665"/>
                    </a:moveTo>
                    <a:lnTo>
                      <a:pt x="25917" y="2404"/>
                    </a:lnTo>
                    <a:lnTo>
                      <a:pt x="23698" y="2404"/>
                    </a:lnTo>
                    <a:lnTo>
                      <a:pt x="23403" y="1665"/>
                    </a:lnTo>
                    <a:close/>
                    <a:moveTo>
                      <a:pt x="16008" y="1"/>
                    </a:moveTo>
                    <a:lnTo>
                      <a:pt x="16156" y="777"/>
                    </a:lnTo>
                    <a:lnTo>
                      <a:pt x="14234" y="777"/>
                    </a:lnTo>
                    <a:lnTo>
                      <a:pt x="14234" y="38"/>
                    </a:lnTo>
                    <a:lnTo>
                      <a:pt x="14012" y="38"/>
                    </a:lnTo>
                    <a:lnTo>
                      <a:pt x="14012" y="777"/>
                    </a:lnTo>
                    <a:lnTo>
                      <a:pt x="12016" y="777"/>
                    </a:lnTo>
                    <a:lnTo>
                      <a:pt x="12053" y="38"/>
                    </a:lnTo>
                    <a:lnTo>
                      <a:pt x="11868" y="38"/>
                    </a:lnTo>
                    <a:lnTo>
                      <a:pt x="11831" y="777"/>
                    </a:lnTo>
                    <a:lnTo>
                      <a:pt x="9723" y="777"/>
                    </a:lnTo>
                    <a:lnTo>
                      <a:pt x="9871" y="38"/>
                    </a:lnTo>
                    <a:lnTo>
                      <a:pt x="9686" y="38"/>
                    </a:lnTo>
                    <a:lnTo>
                      <a:pt x="9539" y="777"/>
                    </a:lnTo>
                    <a:lnTo>
                      <a:pt x="7468" y="777"/>
                    </a:lnTo>
                    <a:lnTo>
                      <a:pt x="7690" y="38"/>
                    </a:lnTo>
                    <a:lnTo>
                      <a:pt x="7505" y="38"/>
                    </a:lnTo>
                    <a:lnTo>
                      <a:pt x="7394" y="777"/>
                    </a:lnTo>
                    <a:lnTo>
                      <a:pt x="5287" y="777"/>
                    </a:lnTo>
                    <a:lnTo>
                      <a:pt x="5583" y="38"/>
                    </a:lnTo>
                    <a:lnTo>
                      <a:pt x="5398" y="38"/>
                    </a:lnTo>
                    <a:lnTo>
                      <a:pt x="5102" y="777"/>
                    </a:lnTo>
                    <a:lnTo>
                      <a:pt x="3032" y="777"/>
                    </a:lnTo>
                    <a:lnTo>
                      <a:pt x="3401" y="38"/>
                    </a:lnTo>
                    <a:lnTo>
                      <a:pt x="3217" y="38"/>
                    </a:lnTo>
                    <a:lnTo>
                      <a:pt x="2847" y="777"/>
                    </a:lnTo>
                    <a:lnTo>
                      <a:pt x="1035" y="777"/>
                    </a:lnTo>
                    <a:lnTo>
                      <a:pt x="998" y="888"/>
                    </a:lnTo>
                    <a:lnTo>
                      <a:pt x="2847" y="888"/>
                    </a:lnTo>
                    <a:lnTo>
                      <a:pt x="2477" y="1628"/>
                    </a:lnTo>
                    <a:lnTo>
                      <a:pt x="555" y="1628"/>
                    </a:lnTo>
                    <a:lnTo>
                      <a:pt x="481" y="1702"/>
                    </a:lnTo>
                    <a:lnTo>
                      <a:pt x="2477" y="1702"/>
                    </a:lnTo>
                    <a:lnTo>
                      <a:pt x="2107" y="2441"/>
                    </a:lnTo>
                    <a:lnTo>
                      <a:pt x="37" y="2441"/>
                    </a:lnTo>
                    <a:lnTo>
                      <a:pt x="0" y="2552"/>
                    </a:lnTo>
                    <a:lnTo>
                      <a:pt x="2107" y="2552"/>
                    </a:lnTo>
                    <a:lnTo>
                      <a:pt x="1849" y="3032"/>
                    </a:lnTo>
                    <a:lnTo>
                      <a:pt x="2034" y="3032"/>
                    </a:lnTo>
                    <a:lnTo>
                      <a:pt x="2292" y="2552"/>
                    </a:lnTo>
                    <a:lnTo>
                      <a:pt x="4511" y="2552"/>
                    </a:lnTo>
                    <a:lnTo>
                      <a:pt x="4326" y="3032"/>
                    </a:lnTo>
                    <a:lnTo>
                      <a:pt x="4511" y="3032"/>
                    </a:lnTo>
                    <a:lnTo>
                      <a:pt x="4695" y="2552"/>
                    </a:lnTo>
                    <a:lnTo>
                      <a:pt x="6914" y="2552"/>
                    </a:lnTo>
                    <a:lnTo>
                      <a:pt x="6766" y="3032"/>
                    </a:lnTo>
                    <a:lnTo>
                      <a:pt x="6914" y="3032"/>
                    </a:lnTo>
                    <a:lnTo>
                      <a:pt x="7062" y="2552"/>
                    </a:lnTo>
                    <a:lnTo>
                      <a:pt x="9280" y="2552"/>
                    </a:lnTo>
                    <a:lnTo>
                      <a:pt x="9169" y="3032"/>
                    </a:lnTo>
                    <a:lnTo>
                      <a:pt x="9354" y="3032"/>
                    </a:lnTo>
                    <a:lnTo>
                      <a:pt x="9465" y="2552"/>
                    </a:lnTo>
                    <a:lnTo>
                      <a:pt x="11683" y="2552"/>
                    </a:lnTo>
                    <a:lnTo>
                      <a:pt x="11609" y="3032"/>
                    </a:lnTo>
                    <a:lnTo>
                      <a:pt x="11794" y="3032"/>
                    </a:lnTo>
                    <a:lnTo>
                      <a:pt x="11868" y="2552"/>
                    </a:lnTo>
                    <a:lnTo>
                      <a:pt x="14012" y="2552"/>
                    </a:lnTo>
                    <a:lnTo>
                      <a:pt x="14012" y="3032"/>
                    </a:lnTo>
                    <a:lnTo>
                      <a:pt x="14234" y="3032"/>
                    </a:lnTo>
                    <a:lnTo>
                      <a:pt x="14234" y="2552"/>
                    </a:lnTo>
                    <a:lnTo>
                      <a:pt x="16304" y="2552"/>
                    </a:lnTo>
                    <a:lnTo>
                      <a:pt x="16341" y="3032"/>
                    </a:lnTo>
                    <a:lnTo>
                      <a:pt x="16526" y="3032"/>
                    </a:lnTo>
                    <a:lnTo>
                      <a:pt x="16489" y="2552"/>
                    </a:lnTo>
                    <a:lnTo>
                      <a:pt x="18707" y="2552"/>
                    </a:lnTo>
                    <a:lnTo>
                      <a:pt x="18781" y="3032"/>
                    </a:lnTo>
                    <a:lnTo>
                      <a:pt x="18966" y="3032"/>
                    </a:lnTo>
                    <a:lnTo>
                      <a:pt x="18892" y="2552"/>
                    </a:lnTo>
                    <a:lnTo>
                      <a:pt x="21110" y="2552"/>
                    </a:lnTo>
                    <a:lnTo>
                      <a:pt x="21258" y="3032"/>
                    </a:lnTo>
                    <a:lnTo>
                      <a:pt x="21443" y="3032"/>
                    </a:lnTo>
                    <a:lnTo>
                      <a:pt x="21295" y="2552"/>
                    </a:lnTo>
                    <a:lnTo>
                      <a:pt x="23550" y="2552"/>
                    </a:lnTo>
                    <a:lnTo>
                      <a:pt x="23735" y="3032"/>
                    </a:lnTo>
                    <a:lnTo>
                      <a:pt x="23920" y="3032"/>
                    </a:lnTo>
                    <a:lnTo>
                      <a:pt x="23735" y="2552"/>
                    </a:lnTo>
                    <a:lnTo>
                      <a:pt x="25954" y="2552"/>
                    </a:lnTo>
                    <a:lnTo>
                      <a:pt x="26249" y="3032"/>
                    </a:lnTo>
                    <a:lnTo>
                      <a:pt x="26434" y="3032"/>
                    </a:lnTo>
                    <a:lnTo>
                      <a:pt x="26138" y="2552"/>
                    </a:lnTo>
                    <a:lnTo>
                      <a:pt x="28098" y="2552"/>
                    </a:lnTo>
                    <a:lnTo>
                      <a:pt x="28098" y="2478"/>
                    </a:lnTo>
                    <a:lnTo>
                      <a:pt x="28024" y="2404"/>
                    </a:lnTo>
                    <a:lnTo>
                      <a:pt x="26101" y="2404"/>
                    </a:lnTo>
                    <a:lnTo>
                      <a:pt x="25732" y="1665"/>
                    </a:lnTo>
                    <a:lnTo>
                      <a:pt x="27543" y="1665"/>
                    </a:lnTo>
                    <a:lnTo>
                      <a:pt x="27469" y="1554"/>
                    </a:lnTo>
                    <a:lnTo>
                      <a:pt x="25695" y="1554"/>
                    </a:lnTo>
                    <a:lnTo>
                      <a:pt x="25325" y="814"/>
                    </a:lnTo>
                    <a:lnTo>
                      <a:pt x="26989" y="814"/>
                    </a:lnTo>
                    <a:lnTo>
                      <a:pt x="26915" y="740"/>
                    </a:lnTo>
                    <a:lnTo>
                      <a:pt x="25325" y="740"/>
                    </a:lnTo>
                    <a:lnTo>
                      <a:pt x="24955" y="1"/>
                    </a:lnTo>
                    <a:lnTo>
                      <a:pt x="24771" y="1"/>
                    </a:lnTo>
                    <a:lnTo>
                      <a:pt x="25140" y="740"/>
                    </a:lnTo>
                    <a:lnTo>
                      <a:pt x="23033" y="740"/>
                    </a:lnTo>
                    <a:lnTo>
                      <a:pt x="22774" y="1"/>
                    </a:lnTo>
                    <a:lnTo>
                      <a:pt x="22589" y="1"/>
                    </a:lnTo>
                    <a:lnTo>
                      <a:pt x="22848" y="740"/>
                    </a:lnTo>
                    <a:lnTo>
                      <a:pt x="20778" y="740"/>
                    </a:lnTo>
                    <a:lnTo>
                      <a:pt x="20556" y="1"/>
                    </a:lnTo>
                    <a:lnTo>
                      <a:pt x="20371" y="1"/>
                    </a:lnTo>
                    <a:lnTo>
                      <a:pt x="20593" y="740"/>
                    </a:lnTo>
                    <a:lnTo>
                      <a:pt x="18522" y="740"/>
                    </a:lnTo>
                    <a:lnTo>
                      <a:pt x="18375" y="1"/>
                    </a:lnTo>
                    <a:lnTo>
                      <a:pt x="18190" y="1"/>
                    </a:lnTo>
                    <a:lnTo>
                      <a:pt x="18338" y="740"/>
                    </a:lnTo>
                    <a:lnTo>
                      <a:pt x="16230" y="740"/>
                    </a:lnTo>
                    <a:lnTo>
                      <a:pt x="161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798;p42">
                <a:extLst>
                  <a:ext uri="{FF2B5EF4-FFF2-40B4-BE49-F238E27FC236}">
                    <a16:creationId xmlns:a16="http://schemas.microsoft.com/office/drawing/2014/main" id="{3E5FC668-B44D-190F-8831-8457350BC9B0}"/>
                  </a:ext>
                </a:extLst>
              </p:cNvPr>
              <p:cNvSpPr/>
              <p:nvPr/>
            </p:nvSpPr>
            <p:spPr>
              <a:xfrm>
                <a:off x="1915750" y="3861226"/>
                <a:ext cx="150136" cy="12069"/>
              </a:xfrm>
              <a:custGeom>
                <a:avLst/>
                <a:gdLst/>
                <a:ahLst/>
                <a:cxnLst/>
                <a:rect l="l" t="t" r="r" b="b"/>
                <a:pathLst>
                  <a:path w="2774" h="223" extrusionOk="0">
                    <a:moveTo>
                      <a:pt x="0" y="1"/>
                    </a:moveTo>
                    <a:cubicBezTo>
                      <a:pt x="0" y="1"/>
                      <a:pt x="0" y="149"/>
                      <a:pt x="111" y="186"/>
                    </a:cubicBezTo>
                    <a:cubicBezTo>
                      <a:pt x="148" y="223"/>
                      <a:pt x="148" y="223"/>
                      <a:pt x="185" y="223"/>
                    </a:cubicBezTo>
                    <a:lnTo>
                      <a:pt x="2588" y="223"/>
                    </a:lnTo>
                    <a:cubicBezTo>
                      <a:pt x="2625" y="223"/>
                      <a:pt x="2662" y="223"/>
                      <a:pt x="2662" y="186"/>
                    </a:cubicBezTo>
                    <a:cubicBezTo>
                      <a:pt x="2773" y="75"/>
                      <a:pt x="2736" y="1"/>
                      <a:pt x="27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799;p42">
                <a:extLst>
                  <a:ext uri="{FF2B5EF4-FFF2-40B4-BE49-F238E27FC236}">
                    <a16:creationId xmlns:a16="http://schemas.microsoft.com/office/drawing/2014/main" id="{89BB4DD2-E03C-2D57-B52A-23B23DCB060A}"/>
                  </a:ext>
                </a:extLst>
              </p:cNvPr>
              <p:cNvSpPr/>
              <p:nvPr/>
            </p:nvSpPr>
            <p:spPr>
              <a:xfrm>
                <a:off x="1563575" y="3052853"/>
                <a:ext cx="690387" cy="370252"/>
              </a:xfrm>
              <a:custGeom>
                <a:avLst/>
                <a:gdLst/>
                <a:ahLst/>
                <a:cxnLst/>
                <a:rect l="l" t="t" r="r" b="b"/>
                <a:pathLst>
                  <a:path w="12756" h="6841" extrusionOk="0">
                    <a:moveTo>
                      <a:pt x="1" y="1"/>
                    </a:moveTo>
                    <a:lnTo>
                      <a:pt x="1" y="6840"/>
                    </a:lnTo>
                    <a:lnTo>
                      <a:pt x="12755" y="6840"/>
                    </a:lnTo>
                    <a:lnTo>
                      <a:pt x="127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800;p42">
                <a:extLst>
                  <a:ext uri="{FF2B5EF4-FFF2-40B4-BE49-F238E27FC236}">
                    <a16:creationId xmlns:a16="http://schemas.microsoft.com/office/drawing/2014/main" id="{55C441C4-3791-2F4A-11E2-B1C401CCDFB8}"/>
                  </a:ext>
                </a:extLst>
              </p:cNvPr>
              <p:cNvSpPr/>
              <p:nvPr/>
            </p:nvSpPr>
            <p:spPr>
              <a:xfrm>
                <a:off x="1611581" y="3112875"/>
                <a:ext cx="596376" cy="98124"/>
              </a:xfrm>
              <a:custGeom>
                <a:avLst/>
                <a:gdLst/>
                <a:ahLst/>
                <a:cxnLst/>
                <a:rect l="l" t="t" r="r" b="b"/>
                <a:pathLst>
                  <a:path w="11019" h="1813" extrusionOk="0">
                    <a:moveTo>
                      <a:pt x="1" y="1"/>
                    </a:moveTo>
                    <a:lnTo>
                      <a:pt x="1" y="1812"/>
                    </a:lnTo>
                    <a:lnTo>
                      <a:pt x="11018" y="1812"/>
                    </a:lnTo>
                    <a:lnTo>
                      <a:pt x="110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801;p42">
                <a:extLst>
                  <a:ext uri="{FF2B5EF4-FFF2-40B4-BE49-F238E27FC236}">
                    <a16:creationId xmlns:a16="http://schemas.microsoft.com/office/drawing/2014/main" id="{02A3BF6D-2B40-E687-DA3E-19C47B84AE02}"/>
                  </a:ext>
                </a:extLst>
              </p:cNvPr>
              <p:cNvSpPr/>
              <p:nvPr/>
            </p:nvSpPr>
            <p:spPr>
              <a:xfrm>
                <a:off x="1611581" y="3264959"/>
                <a:ext cx="596376" cy="98124"/>
              </a:xfrm>
              <a:custGeom>
                <a:avLst/>
                <a:gdLst/>
                <a:ahLst/>
                <a:cxnLst/>
                <a:rect l="l" t="t" r="r" b="b"/>
                <a:pathLst>
                  <a:path w="11019" h="1813" extrusionOk="0">
                    <a:moveTo>
                      <a:pt x="1" y="1"/>
                    </a:moveTo>
                    <a:lnTo>
                      <a:pt x="1" y="1812"/>
                    </a:lnTo>
                    <a:lnTo>
                      <a:pt x="11018" y="1812"/>
                    </a:lnTo>
                    <a:lnTo>
                      <a:pt x="110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802;p42">
                <a:extLst>
                  <a:ext uri="{FF2B5EF4-FFF2-40B4-BE49-F238E27FC236}">
                    <a16:creationId xmlns:a16="http://schemas.microsoft.com/office/drawing/2014/main" id="{E72777F5-4355-DE79-76FD-DB53745C5F0E}"/>
                  </a:ext>
                </a:extLst>
              </p:cNvPr>
              <p:cNvSpPr/>
              <p:nvPr/>
            </p:nvSpPr>
            <p:spPr>
              <a:xfrm>
                <a:off x="1851723" y="3154928"/>
                <a:ext cx="16074" cy="18023"/>
              </a:xfrm>
              <a:custGeom>
                <a:avLst/>
                <a:gdLst/>
                <a:ahLst/>
                <a:cxnLst/>
                <a:rect l="l" t="t" r="r" b="b"/>
                <a:pathLst>
                  <a:path w="297" h="333" extrusionOk="0">
                    <a:moveTo>
                      <a:pt x="74" y="0"/>
                    </a:moveTo>
                    <a:lnTo>
                      <a:pt x="111" y="111"/>
                    </a:lnTo>
                    <a:lnTo>
                      <a:pt x="37" y="74"/>
                    </a:lnTo>
                    <a:lnTo>
                      <a:pt x="0" y="111"/>
                    </a:lnTo>
                    <a:lnTo>
                      <a:pt x="74" y="185"/>
                    </a:lnTo>
                    <a:lnTo>
                      <a:pt x="0" y="259"/>
                    </a:lnTo>
                    <a:lnTo>
                      <a:pt x="37" y="296"/>
                    </a:lnTo>
                    <a:lnTo>
                      <a:pt x="111" y="259"/>
                    </a:lnTo>
                    <a:lnTo>
                      <a:pt x="74" y="333"/>
                    </a:lnTo>
                    <a:lnTo>
                      <a:pt x="185" y="333"/>
                    </a:lnTo>
                    <a:lnTo>
                      <a:pt x="185" y="259"/>
                    </a:lnTo>
                    <a:lnTo>
                      <a:pt x="259" y="296"/>
                    </a:lnTo>
                    <a:lnTo>
                      <a:pt x="296" y="259"/>
                    </a:lnTo>
                    <a:lnTo>
                      <a:pt x="222" y="185"/>
                    </a:lnTo>
                    <a:lnTo>
                      <a:pt x="296" y="111"/>
                    </a:lnTo>
                    <a:lnTo>
                      <a:pt x="259" y="74"/>
                    </a:lnTo>
                    <a:lnTo>
                      <a:pt x="185" y="111"/>
                    </a:lnTo>
                    <a:lnTo>
                      <a:pt x="18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803;p42">
                <a:extLst>
                  <a:ext uri="{FF2B5EF4-FFF2-40B4-BE49-F238E27FC236}">
                    <a16:creationId xmlns:a16="http://schemas.microsoft.com/office/drawing/2014/main" id="{1A357749-F325-76C5-671B-A41A2D1B3ABF}"/>
                  </a:ext>
                </a:extLst>
              </p:cNvPr>
              <p:cNvSpPr/>
              <p:nvPr/>
            </p:nvSpPr>
            <p:spPr>
              <a:xfrm>
                <a:off x="1877702" y="3154928"/>
                <a:ext cx="18077" cy="18023"/>
              </a:xfrm>
              <a:custGeom>
                <a:avLst/>
                <a:gdLst/>
                <a:ahLst/>
                <a:cxnLst/>
                <a:rect l="l" t="t" r="r" b="b"/>
                <a:pathLst>
                  <a:path w="334" h="333" extrusionOk="0">
                    <a:moveTo>
                      <a:pt x="149" y="0"/>
                    </a:moveTo>
                    <a:lnTo>
                      <a:pt x="149" y="111"/>
                    </a:lnTo>
                    <a:lnTo>
                      <a:pt x="75" y="74"/>
                    </a:lnTo>
                    <a:lnTo>
                      <a:pt x="1" y="111"/>
                    </a:lnTo>
                    <a:lnTo>
                      <a:pt x="112" y="185"/>
                    </a:lnTo>
                    <a:lnTo>
                      <a:pt x="1" y="259"/>
                    </a:lnTo>
                    <a:lnTo>
                      <a:pt x="75" y="296"/>
                    </a:lnTo>
                    <a:lnTo>
                      <a:pt x="149" y="259"/>
                    </a:lnTo>
                    <a:lnTo>
                      <a:pt x="149" y="333"/>
                    </a:lnTo>
                    <a:lnTo>
                      <a:pt x="260" y="333"/>
                    </a:lnTo>
                    <a:lnTo>
                      <a:pt x="186" y="259"/>
                    </a:lnTo>
                    <a:lnTo>
                      <a:pt x="297" y="296"/>
                    </a:lnTo>
                    <a:lnTo>
                      <a:pt x="334" y="259"/>
                    </a:lnTo>
                    <a:lnTo>
                      <a:pt x="260" y="185"/>
                    </a:lnTo>
                    <a:lnTo>
                      <a:pt x="334" y="111"/>
                    </a:lnTo>
                    <a:lnTo>
                      <a:pt x="297" y="74"/>
                    </a:lnTo>
                    <a:lnTo>
                      <a:pt x="186" y="111"/>
                    </a:lnTo>
                    <a:lnTo>
                      <a:pt x="186" y="111"/>
                    </a:lnTo>
                    <a:lnTo>
                      <a:pt x="2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804;p42">
                <a:extLst>
                  <a:ext uri="{FF2B5EF4-FFF2-40B4-BE49-F238E27FC236}">
                    <a16:creationId xmlns:a16="http://schemas.microsoft.com/office/drawing/2014/main" id="{88A985DF-BDF2-036C-A89E-9D7DC1E36B7D}"/>
                  </a:ext>
                </a:extLst>
              </p:cNvPr>
              <p:cNvSpPr/>
              <p:nvPr/>
            </p:nvSpPr>
            <p:spPr>
              <a:xfrm>
                <a:off x="1905737" y="3154928"/>
                <a:ext cx="20079" cy="18023"/>
              </a:xfrm>
              <a:custGeom>
                <a:avLst/>
                <a:gdLst/>
                <a:ahLst/>
                <a:cxnLst/>
                <a:rect l="l" t="t" r="r" b="b"/>
                <a:pathLst>
                  <a:path w="371" h="333" extrusionOk="0">
                    <a:moveTo>
                      <a:pt x="148" y="0"/>
                    </a:moveTo>
                    <a:lnTo>
                      <a:pt x="148" y="111"/>
                    </a:lnTo>
                    <a:lnTo>
                      <a:pt x="38" y="74"/>
                    </a:lnTo>
                    <a:lnTo>
                      <a:pt x="1" y="111"/>
                    </a:lnTo>
                    <a:lnTo>
                      <a:pt x="148" y="185"/>
                    </a:lnTo>
                    <a:lnTo>
                      <a:pt x="1" y="259"/>
                    </a:lnTo>
                    <a:lnTo>
                      <a:pt x="38" y="296"/>
                    </a:lnTo>
                    <a:lnTo>
                      <a:pt x="148" y="259"/>
                    </a:lnTo>
                    <a:lnTo>
                      <a:pt x="148" y="333"/>
                    </a:lnTo>
                    <a:lnTo>
                      <a:pt x="222" y="333"/>
                    </a:lnTo>
                    <a:lnTo>
                      <a:pt x="222" y="259"/>
                    </a:lnTo>
                    <a:lnTo>
                      <a:pt x="333" y="296"/>
                    </a:lnTo>
                    <a:lnTo>
                      <a:pt x="370" y="259"/>
                    </a:lnTo>
                    <a:lnTo>
                      <a:pt x="222" y="185"/>
                    </a:lnTo>
                    <a:lnTo>
                      <a:pt x="370" y="111"/>
                    </a:lnTo>
                    <a:lnTo>
                      <a:pt x="333" y="74"/>
                    </a:lnTo>
                    <a:lnTo>
                      <a:pt x="222" y="111"/>
                    </a:lnTo>
                    <a:lnTo>
                      <a:pt x="2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805;p42">
                <a:extLst>
                  <a:ext uri="{FF2B5EF4-FFF2-40B4-BE49-F238E27FC236}">
                    <a16:creationId xmlns:a16="http://schemas.microsoft.com/office/drawing/2014/main" id="{D8B87AC9-A5F4-5D56-1B9E-A10EB8B33DBA}"/>
                  </a:ext>
                </a:extLst>
              </p:cNvPr>
              <p:cNvSpPr/>
              <p:nvPr/>
            </p:nvSpPr>
            <p:spPr>
              <a:xfrm>
                <a:off x="1935775" y="3154928"/>
                <a:ext cx="18023" cy="18023"/>
              </a:xfrm>
              <a:custGeom>
                <a:avLst/>
                <a:gdLst/>
                <a:ahLst/>
                <a:cxnLst/>
                <a:rect l="l" t="t" r="r" b="b"/>
                <a:pathLst>
                  <a:path w="333" h="333" extrusionOk="0">
                    <a:moveTo>
                      <a:pt x="111" y="0"/>
                    </a:moveTo>
                    <a:lnTo>
                      <a:pt x="148" y="111"/>
                    </a:lnTo>
                    <a:lnTo>
                      <a:pt x="148" y="111"/>
                    </a:lnTo>
                    <a:lnTo>
                      <a:pt x="37" y="74"/>
                    </a:lnTo>
                    <a:lnTo>
                      <a:pt x="0" y="111"/>
                    </a:lnTo>
                    <a:lnTo>
                      <a:pt x="111" y="185"/>
                    </a:lnTo>
                    <a:lnTo>
                      <a:pt x="0" y="259"/>
                    </a:lnTo>
                    <a:lnTo>
                      <a:pt x="37" y="296"/>
                    </a:lnTo>
                    <a:lnTo>
                      <a:pt x="148" y="259"/>
                    </a:lnTo>
                    <a:lnTo>
                      <a:pt x="148" y="259"/>
                    </a:lnTo>
                    <a:lnTo>
                      <a:pt x="111" y="333"/>
                    </a:lnTo>
                    <a:lnTo>
                      <a:pt x="185" y="333"/>
                    </a:lnTo>
                    <a:lnTo>
                      <a:pt x="185" y="259"/>
                    </a:lnTo>
                    <a:lnTo>
                      <a:pt x="296" y="296"/>
                    </a:lnTo>
                    <a:lnTo>
                      <a:pt x="333" y="259"/>
                    </a:lnTo>
                    <a:lnTo>
                      <a:pt x="222" y="185"/>
                    </a:lnTo>
                    <a:lnTo>
                      <a:pt x="333" y="111"/>
                    </a:lnTo>
                    <a:lnTo>
                      <a:pt x="296" y="74"/>
                    </a:lnTo>
                    <a:lnTo>
                      <a:pt x="185" y="111"/>
                    </a:lnTo>
                    <a:lnTo>
                      <a:pt x="18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806;p42">
                <a:extLst>
                  <a:ext uri="{FF2B5EF4-FFF2-40B4-BE49-F238E27FC236}">
                    <a16:creationId xmlns:a16="http://schemas.microsoft.com/office/drawing/2014/main" id="{F9E5509C-7352-CFF6-D9D9-03340F1CD939}"/>
                  </a:ext>
                </a:extLst>
              </p:cNvPr>
              <p:cNvSpPr/>
              <p:nvPr/>
            </p:nvSpPr>
            <p:spPr>
              <a:xfrm>
                <a:off x="1963756" y="3154928"/>
                <a:ext cx="18077" cy="18023"/>
              </a:xfrm>
              <a:custGeom>
                <a:avLst/>
                <a:gdLst/>
                <a:ahLst/>
                <a:cxnLst/>
                <a:rect l="l" t="t" r="r" b="b"/>
                <a:pathLst>
                  <a:path w="334" h="333" extrusionOk="0">
                    <a:moveTo>
                      <a:pt x="149" y="0"/>
                    </a:moveTo>
                    <a:lnTo>
                      <a:pt x="149" y="111"/>
                    </a:lnTo>
                    <a:lnTo>
                      <a:pt x="38" y="74"/>
                    </a:lnTo>
                    <a:lnTo>
                      <a:pt x="1" y="111"/>
                    </a:lnTo>
                    <a:lnTo>
                      <a:pt x="75" y="185"/>
                    </a:lnTo>
                    <a:lnTo>
                      <a:pt x="1" y="259"/>
                    </a:lnTo>
                    <a:lnTo>
                      <a:pt x="38" y="296"/>
                    </a:lnTo>
                    <a:lnTo>
                      <a:pt x="149" y="259"/>
                    </a:lnTo>
                    <a:lnTo>
                      <a:pt x="149" y="333"/>
                    </a:lnTo>
                    <a:lnTo>
                      <a:pt x="223" y="333"/>
                    </a:lnTo>
                    <a:lnTo>
                      <a:pt x="186" y="259"/>
                    </a:lnTo>
                    <a:lnTo>
                      <a:pt x="260" y="296"/>
                    </a:lnTo>
                    <a:lnTo>
                      <a:pt x="333" y="259"/>
                    </a:lnTo>
                    <a:lnTo>
                      <a:pt x="223" y="185"/>
                    </a:lnTo>
                    <a:lnTo>
                      <a:pt x="333" y="111"/>
                    </a:lnTo>
                    <a:lnTo>
                      <a:pt x="260" y="74"/>
                    </a:lnTo>
                    <a:lnTo>
                      <a:pt x="186" y="111"/>
                    </a:lnTo>
                    <a:lnTo>
                      <a:pt x="22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807;p42">
                <a:extLst>
                  <a:ext uri="{FF2B5EF4-FFF2-40B4-BE49-F238E27FC236}">
                    <a16:creationId xmlns:a16="http://schemas.microsoft.com/office/drawing/2014/main" id="{A9895E93-0E12-9B07-9A94-7987B53A888E}"/>
                  </a:ext>
                </a:extLst>
              </p:cNvPr>
              <p:cNvSpPr/>
              <p:nvPr/>
            </p:nvSpPr>
            <p:spPr>
              <a:xfrm>
                <a:off x="1989789" y="3154928"/>
                <a:ext cx="22082" cy="18023"/>
              </a:xfrm>
              <a:custGeom>
                <a:avLst/>
                <a:gdLst/>
                <a:ahLst/>
                <a:cxnLst/>
                <a:rect l="l" t="t" r="r" b="b"/>
                <a:pathLst>
                  <a:path w="408" h="333" extrusionOk="0">
                    <a:moveTo>
                      <a:pt x="148" y="0"/>
                    </a:moveTo>
                    <a:lnTo>
                      <a:pt x="148" y="111"/>
                    </a:lnTo>
                    <a:lnTo>
                      <a:pt x="74" y="74"/>
                    </a:lnTo>
                    <a:lnTo>
                      <a:pt x="0" y="111"/>
                    </a:lnTo>
                    <a:lnTo>
                      <a:pt x="111" y="185"/>
                    </a:lnTo>
                    <a:lnTo>
                      <a:pt x="0" y="259"/>
                    </a:lnTo>
                    <a:lnTo>
                      <a:pt x="74" y="296"/>
                    </a:lnTo>
                    <a:lnTo>
                      <a:pt x="148" y="259"/>
                    </a:lnTo>
                    <a:lnTo>
                      <a:pt x="148" y="333"/>
                    </a:lnTo>
                    <a:lnTo>
                      <a:pt x="259" y="333"/>
                    </a:lnTo>
                    <a:lnTo>
                      <a:pt x="259" y="259"/>
                    </a:lnTo>
                    <a:lnTo>
                      <a:pt x="333" y="296"/>
                    </a:lnTo>
                    <a:lnTo>
                      <a:pt x="407" y="259"/>
                    </a:lnTo>
                    <a:lnTo>
                      <a:pt x="259" y="185"/>
                    </a:lnTo>
                    <a:lnTo>
                      <a:pt x="407" y="111"/>
                    </a:lnTo>
                    <a:lnTo>
                      <a:pt x="333" y="74"/>
                    </a:lnTo>
                    <a:lnTo>
                      <a:pt x="259" y="111"/>
                    </a:lnTo>
                    <a:lnTo>
                      <a:pt x="25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808;p42">
                <a:extLst>
                  <a:ext uri="{FF2B5EF4-FFF2-40B4-BE49-F238E27FC236}">
                    <a16:creationId xmlns:a16="http://schemas.microsoft.com/office/drawing/2014/main" id="{63F9BF5A-12F2-34EF-1DFA-F825642FB868}"/>
                  </a:ext>
                </a:extLst>
              </p:cNvPr>
              <p:cNvSpPr/>
              <p:nvPr/>
            </p:nvSpPr>
            <p:spPr>
              <a:xfrm>
                <a:off x="2021776" y="3154928"/>
                <a:ext cx="16074" cy="18023"/>
              </a:xfrm>
              <a:custGeom>
                <a:avLst/>
                <a:gdLst/>
                <a:ahLst/>
                <a:cxnLst/>
                <a:rect l="l" t="t" r="r" b="b"/>
                <a:pathLst>
                  <a:path w="297" h="333" extrusionOk="0">
                    <a:moveTo>
                      <a:pt x="75" y="0"/>
                    </a:moveTo>
                    <a:lnTo>
                      <a:pt x="112" y="111"/>
                    </a:lnTo>
                    <a:lnTo>
                      <a:pt x="1" y="74"/>
                    </a:lnTo>
                    <a:lnTo>
                      <a:pt x="1" y="111"/>
                    </a:lnTo>
                    <a:lnTo>
                      <a:pt x="75" y="185"/>
                    </a:lnTo>
                    <a:lnTo>
                      <a:pt x="1" y="259"/>
                    </a:lnTo>
                    <a:lnTo>
                      <a:pt x="1" y="296"/>
                    </a:lnTo>
                    <a:lnTo>
                      <a:pt x="112" y="259"/>
                    </a:lnTo>
                    <a:lnTo>
                      <a:pt x="75" y="333"/>
                    </a:lnTo>
                    <a:lnTo>
                      <a:pt x="186" y="333"/>
                    </a:lnTo>
                    <a:lnTo>
                      <a:pt x="186" y="259"/>
                    </a:lnTo>
                    <a:lnTo>
                      <a:pt x="260" y="296"/>
                    </a:lnTo>
                    <a:lnTo>
                      <a:pt x="297" y="259"/>
                    </a:lnTo>
                    <a:lnTo>
                      <a:pt x="223" y="185"/>
                    </a:lnTo>
                    <a:lnTo>
                      <a:pt x="297" y="111"/>
                    </a:lnTo>
                    <a:lnTo>
                      <a:pt x="260" y="74"/>
                    </a:lnTo>
                    <a:lnTo>
                      <a:pt x="186" y="111"/>
                    </a:lnTo>
                    <a:lnTo>
                      <a:pt x="1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809;p42">
                <a:extLst>
                  <a:ext uri="{FF2B5EF4-FFF2-40B4-BE49-F238E27FC236}">
                    <a16:creationId xmlns:a16="http://schemas.microsoft.com/office/drawing/2014/main" id="{DF451626-63D9-FEFF-45BE-40A08EEFF72F}"/>
                  </a:ext>
                </a:extLst>
              </p:cNvPr>
              <p:cNvSpPr/>
              <p:nvPr/>
            </p:nvSpPr>
            <p:spPr>
              <a:xfrm>
                <a:off x="2047809" y="3154928"/>
                <a:ext cx="18077" cy="18023"/>
              </a:xfrm>
              <a:custGeom>
                <a:avLst/>
                <a:gdLst/>
                <a:ahLst/>
                <a:cxnLst/>
                <a:rect l="l" t="t" r="r" b="b"/>
                <a:pathLst>
                  <a:path w="334" h="333" extrusionOk="0">
                    <a:moveTo>
                      <a:pt x="148" y="0"/>
                    </a:moveTo>
                    <a:lnTo>
                      <a:pt x="148" y="111"/>
                    </a:lnTo>
                    <a:lnTo>
                      <a:pt x="74" y="74"/>
                    </a:lnTo>
                    <a:lnTo>
                      <a:pt x="0" y="111"/>
                    </a:lnTo>
                    <a:lnTo>
                      <a:pt x="111" y="185"/>
                    </a:lnTo>
                    <a:lnTo>
                      <a:pt x="0" y="259"/>
                    </a:lnTo>
                    <a:lnTo>
                      <a:pt x="74" y="296"/>
                    </a:lnTo>
                    <a:lnTo>
                      <a:pt x="148" y="259"/>
                    </a:lnTo>
                    <a:lnTo>
                      <a:pt x="148" y="333"/>
                    </a:lnTo>
                    <a:lnTo>
                      <a:pt x="185" y="333"/>
                    </a:lnTo>
                    <a:lnTo>
                      <a:pt x="185" y="259"/>
                    </a:lnTo>
                    <a:lnTo>
                      <a:pt x="296" y="296"/>
                    </a:lnTo>
                    <a:lnTo>
                      <a:pt x="333" y="259"/>
                    </a:lnTo>
                    <a:lnTo>
                      <a:pt x="259" y="185"/>
                    </a:lnTo>
                    <a:lnTo>
                      <a:pt x="333" y="111"/>
                    </a:lnTo>
                    <a:lnTo>
                      <a:pt x="296" y="74"/>
                    </a:lnTo>
                    <a:lnTo>
                      <a:pt x="185" y="111"/>
                    </a:lnTo>
                    <a:lnTo>
                      <a:pt x="18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810;p42">
                <a:extLst>
                  <a:ext uri="{FF2B5EF4-FFF2-40B4-BE49-F238E27FC236}">
                    <a16:creationId xmlns:a16="http://schemas.microsoft.com/office/drawing/2014/main" id="{BFD6ACEF-89BA-5456-0D7F-2E070A92923B}"/>
                  </a:ext>
                </a:extLst>
              </p:cNvPr>
              <p:cNvSpPr/>
              <p:nvPr/>
            </p:nvSpPr>
            <p:spPr>
              <a:xfrm>
                <a:off x="2075844" y="3154928"/>
                <a:ext cx="20025" cy="18023"/>
              </a:xfrm>
              <a:custGeom>
                <a:avLst/>
                <a:gdLst/>
                <a:ahLst/>
                <a:cxnLst/>
                <a:rect l="l" t="t" r="r" b="b"/>
                <a:pathLst>
                  <a:path w="370" h="333" extrusionOk="0">
                    <a:moveTo>
                      <a:pt x="148" y="0"/>
                    </a:moveTo>
                    <a:lnTo>
                      <a:pt x="148" y="111"/>
                    </a:lnTo>
                    <a:lnTo>
                      <a:pt x="37" y="74"/>
                    </a:lnTo>
                    <a:lnTo>
                      <a:pt x="0" y="111"/>
                    </a:lnTo>
                    <a:lnTo>
                      <a:pt x="111" y="185"/>
                    </a:lnTo>
                    <a:lnTo>
                      <a:pt x="0" y="259"/>
                    </a:lnTo>
                    <a:lnTo>
                      <a:pt x="37" y="296"/>
                    </a:lnTo>
                    <a:lnTo>
                      <a:pt x="148" y="259"/>
                    </a:lnTo>
                    <a:lnTo>
                      <a:pt x="148" y="333"/>
                    </a:lnTo>
                    <a:lnTo>
                      <a:pt x="222" y="333"/>
                    </a:lnTo>
                    <a:lnTo>
                      <a:pt x="222" y="259"/>
                    </a:lnTo>
                    <a:lnTo>
                      <a:pt x="333" y="296"/>
                    </a:lnTo>
                    <a:lnTo>
                      <a:pt x="370" y="259"/>
                    </a:lnTo>
                    <a:lnTo>
                      <a:pt x="222" y="185"/>
                    </a:lnTo>
                    <a:lnTo>
                      <a:pt x="370" y="111"/>
                    </a:lnTo>
                    <a:lnTo>
                      <a:pt x="333" y="74"/>
                    </a:lnTo>
                    <a:lnTo>
                      <a:pt x="222" y="111"/>
                    </a:lnTo>
                    <a:lnTo>
                      <a:pt x="2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811;p42">
                <a:extLst>
                  <a:ext uri="{FF2B5EF4-FFF2-40B4-BE49-F238E27FC236}">
                    <a16:creationId xmlns:a16="http://schemas.microsoft.com/office/drawing/2014/main" id="{15E3C0B9-7D2B-DC28-0351-7265DCADC6E4}"/>
                  </a:ext>
                </a:extLst>
              </p:cNvPr>
              <p:cNvSpPr/>
              <p:nvPr/>
            </p:nvSpPr>
            <p:spPr>
              <a:xfrm>
                <a:off x="2103825" y="3154928"/>
                <a:ext cx="20079" cy="18023"/>
              </a:xfrm>
              <a:custGeom>
                <a:avLst/>
                <a:gdLst/>
                <a:ahLst/>
                <a:cxnLst/>
                <a:rect l="l" t="t" r="r" b="b"/>
                <a:pathLst>
                  <a:path w="371" h="333" extrusionOk="0">
                    <a:moveTo>
                      <a:pt x="149" y="0"/>
                    </a:moveTo>
                    <a:lnTo>
                      <a:pt x="149" y="111"/>
                    </a:lnTo>
                    <a:lnTo>
                      <a:pt x="38" y="74"/>
                    </a:lnTo>
                    <a:lnTo>
                      <a:pt x="1" y="111"/>
                    </a:lnTo>
                    <a:lnTo>
                      <a:pt x="149" y="185"/>
                    </a:lnTo>
                    <a:lnTo>
                      <a:pt x="1" y="259"/>
                    </a:lnTo>
                    <a:lnTo>
                      <a:pt x="38" y="296"/>
                    </a:lnTo>
                    <a:lnTo>
                      <a:pt x="149" y="259"/>
                    </a:lnTo>
                    <a:lnTo>
                      <a:pt x="149" y="333"/>
                    </a:lnTo>
                    <a:lnTo>
                      <a:pt x="222" y="333"/>
                    </a:lnTo>
                    <a:lnTo>
                      <a:pt x="222" y="259"/>
                    </a:lnTo>
                    <a:lnTo>
                      <a:pt x="333" y="296"/>
                    </a:lnTo>
                    <a:lnTo>
                      <a:pt x="370" y="259"/>
                    </a:lnTo>
                    <a:lnTo>
                      <a:pt x="259" y="185"/>
                    </a:lnTo>
                    <a:lnTo>
                      <a:pt x="370" y="111"/>
                    </a:lnTo>
                    <a:lnTo>
                      <a:pt x="333" y="74"/>
                    </a:lnTo>
                    <a:lnTo>
                      <a:pt x="222" y="111"/>
                    </a:lnTo>
                    <a:lnTo>
                      <a:pt x="2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812;p42">
                <a:extLst>
                  <a:ext uri="{FF2B5EF4-FFF2-40B4-BE49-F238E27FC236}">
                    <a16:creationId xmlns:a16="http://schemas.microsoft.com/office/drawing/2014/main" id="{40818C04-A3CC-2A14-48BC-3FE057D1C773}"/>
                  </a:ext>
                </a:extLst>
              </p:cNvPr>
              <p:cNvSpPr/>
              <p:nvPr/>
            </p:nvSpPr>
            <p:spPr>
              <a:xfrm>
                <a:off x="2133863" y="3154928"/>
                <a:ext cx="18023" cy="18023"/>
              </a:xfrm>
              <a:custGeom>
                <a:avLst/>
                <a:gdLst/>
                <a:ahLst/>
                <a:cxnLst/>
                <a:rect l="l" t="t" r="r" b="b"/>
                <a:pathLst>
                  <a:path w="333" h="333" extrusionOk="0">
                    <a:moveTo>
                      <a:pt x="111" y="0"/>
                    </a:moveTo>
                    <a:lnTo>
                      <a:pt x="111" y="111"/>
                    </a:lnTo>
                    <a:lnTo>
                      <a:pt x="37" y="74"/>
                    </a:lnTo>
                    <a:lnTo>
                      <a:pt x="0" y="111"/>
                    </a:lnTo>
                    <a:lnTo>
                      <a:pt x="74" y="185"/>
                    </a:lnTo>
                    <a:lnTo>
                      <a:pt x="0" y="259"/>
                    </a:lnTo>
                    <a:lnTo>
                      <a:pt x="37" y="296"/>
                    </a:lnTo>
                    <a:lnTo>
                      <a:pt x="111" y="259"/>
                    </a:lnTo>
                    <a:lnTo>
                      <a:pt x="111" y="333"/>
                    </a:lnTo>
                    <a:lnTo>
                      <a:pt x="185" y="333"/>
                    </a:lnTo>
                    <a:lnTo>
                      <a:pt x="185" y="259"/>
                    </a:lnTo>
                    <a:lnTo>
                      <a:pt x="259" y="296"/>
                    </a:lnTo>
                    <a:lnTo>
                      <a:pt x="333" y="259"/>
                    </a:lnTo>
                    <a:lnTo>
                      <a:pt x="222" y="185"/>
                    </a:lnTo>
                    <a:lnTo>
                      <a:pt x="333" y="111"/>
                    </a:lnTo>
                    <a:lnTo>
                      <a:pt x="259" y="74"/>
                    </a:lnTo>
                    <a:lnTo>
                      <a:pt x="185" y="111"/>
                    </a:lnTo>
                    <a:lnTo>
                      <a:pt x="18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13;p42">
                <a:extLst>
                  <a:ext uri="{FF2B5EF4-FFF2-40B4-BE49-F238E27FC236}">
                    <a16:creationId xmlns:a16="http://schemas.microsoft.com/office/drawing/2014/main" id="{7CA797B7-16C8-6752-5E0C-D26C1A42FEF6}"/>
                  </a:ext>
                </a:extLst>
              </p:cNvPr>
              <p:cNvSpPr/>
              <p:nvPr/>
            </p:nvSpPr>
            <p:spPr>
              <a:xfrm>
                <a:off x="1985784" y="3305009"/>
                <a:ext cx="20079" cy="20025"/>
              </a:xfrm>
              <a:custGeom>
                <a:avLst/>
                <a:gdLst/>
                <a:ahLst/>
                <a:cxnLst/>
                <a:rect l="l" t="t" r="r" b="b"/>
                <a:pathLst>
                  <a:path w="371" h="370" extrusionOk="0">
                    <a:moveTo>
                      <a:pt x="148" y="0"/>
                    </a:moveTo>
                    <a:lnTo>
                      <a:pt x="148" y="111"/>
                    </a:lnTo>
                    <a:lnTo>
                      <a:pt x="37" y="74"/>
                    </a:lnTo>
                    <a:lnTo>
                      <a:pt x="0" y="148"/>
                    </a:lnTo>
                    <a:lnTo>
                      <a:pt x="111" y="185"/>
                    </a:lnTo>
                    <a:lnTo>
                      <a:pt x="0" y="259"/>
                    </a:lnTo>
                    <a:lnTo>
                      <a:pt x="37" y="333"/>
                    </a:lnTo>
                    <a:lnTo>
                      <a:pt x="148" y="296"/>
                    </a:lnTo>
                    <a:lnTo>
                      <a:pt x="148" y="370"/>
                    </a:lnTo>
                    <a:lnTo>
                      <a:pt x="222" y="370"/>
                    </a:lnTo>
                    <a:lnTo>
                      <a:pt x="222" y="296"/>
                    </a:lnTo>
                    <a:lnTo>
                      <a:pt x="333" y="333"/>
                    </a:lnTo>
                    <a:lnTo>
                      <a:pt x="370" y="259"/>
                    </a:lnTo>
                    <a:lnTo>
                      <a:pt x="296" y="185"/>
                    </a:lnTo>
                    <a:lnTo>
                      <a:pt x="370" y="148"/>
                    </a:lnTo>
                    <a:lnTo>
                      <a:pt x="333" y="74"/>
                    </a:lnTo>
                    <a:lnTo>
                      <a:pt x="222" y="111"/>
                    </a:lnTo>
                    <a:lnTo>
                      <a:pt x="2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4;p42">
                <a:extLst>
                  <a:ext uri="{FF2B5EF4-FFF2-40B4-BE49-F238E27FC236}">
                    <a16:creationId xmlns:a16="http://schemas.microsoft.com/office/drawing/2014/main" id="{834B35FA-92C9-22A7-75C1-3FA9FFBC0CA5}"/>
                  </a:ext>
                </a:extLst>
              </p:cNvPr>
              <p:cNvSpPr/>
              <p:nvPr/>
            </p:nvSpPr>
            <p:spPr>
              <a:xfrm>
                <a:off x="2013766" y="3305009"/>
                <a:ext cx="20079" cy="20025"/>
              </a:xfrm>
              <a:custGeom>
                <a:avLst/>
                <a:gdLst/>
                <a:ahLst/>
                <a:cxnLst/>
                <a:rect l="l" t="t" r="r" b="b"/>
                <a:pathLst>
                  <a:path w="371" h="370" extrusionOk="0">
                    <a:moveTo>
                      <a:pt x="149" y="0"/>
                    </a:moveTo>
                    <a:lnTo>
                      <a:pt x="149" y="111"/>
                    </a:lnTo>
                    <a:lnTo>
                      <a:pt x="38" y="74"/>
                    </a:lnTo>
                    <a:lnTo>
                      <a:pt x="1" y="148"/>
                    </a:lnTo>
                    <a:lnTo>
                      <a:pt x="75" y="185"/>
                    </a:lnTo>
                    <a:lnTo>
                      <a:pt x="1" y="259"/>
                    </a:lnTo>
                    <a:lnTo>
                      <a:pt x="38" y="333"/>
                    </a:lnTo>
                    <a:lnTo>
                      <a:pt x="149" y="296"/>
                    </a:lnTo>
                    <a:lnTo>
                      <a:pt x="149" y="370"/>
                    </a:lnTo>
                    <a:lnTo>
                      <a:pt x="223" y="370"/>
                    </a:lnTo>
                    <a:lnTo>
                      <a:pt x="223" y="296"/>
                    </a:lnTo>
                    <a:lnTo>
                      <a:pt x="334" y="333"/>
                    </a:lnTo>
                    <a:lnTo>
                      <a:pt x="371" y="259"/>
                    </a:lnTo>
                    <a:lnTo>
                      <a:pt x="260" y="185"/>
                    </a:lnTo>
                    <a:lnTo>
                      <a:pt x="371" y="148"/>
                    </a:lnTo>
                    <a:lnTo>
                      <a:pt x="334" y="74"/>
                    </a:lnTo>
                    <a:lnTo>
                      <a:pt x="223" y="111"/>
                    </a:lnTo>
                    <a:lnTo>
                      <a:pt x="2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15;p42">
                <a:extLst>
                  <a:ext uri="{FF2B5EF4-FFF2-40B4-BE49-F238E27FC236}">
                    <a16:creationId xmlns:a16="http://schemas.microsoft.com/office/drawing/2014/main" id="{5DD50D55-7BF2-206C-2E69-B5E9445E7B5B}"/>
                  </a:ext>
                </a:extLst>
              </p:cNvPr>
              <p:cNvSpPr/>
              <p:nvPr/>
            </p:nvSpPr>
            <p:spPr>
              <a:xfrm>
                <a:off x="2043804" y="3305009"/>
                <a:ext cx="16074" cy="20025"/>
              </a:xfrm>
              <a:custGeom>
                <a:avLst/>
                <a:gdLst/>
                <a:ahLst/>
                <a:cxnLst/>
                <a:rect l="l" t="t" r="r" b="b"/>
                <a:pathLst>
                  <a:path w="297" h="370" extrusionOk="0">
                    <a:moveTo>
                      <a:pt x="148" y="0"/>
                    </a:moveTo>
                    <a:lnTo>
                      <a:pt x="148" y="111"/>
                    </a:lnTo>
                    <a:lnTo>
                      <a:pt x="38" y="74"/>
                    </a:lnTo>
                    <a:lnTo>
                      <a:pt x="1" y="148"/>
                    </a:lnTo>
                    <a:lnTo>
                      <a:pt x="74" y="185"/>
                    </a:lnTo>
                    <a:lnTo>
                      <a:pt x="1" y="259"/>
                    </a:lnTo>
                    <a:lnTo>
                      <a:pt x="38" y="333"/>
                    </a:lnTo>
                    <a:lnTo>
                      <a:pt x="148" y="296"/>
                    </a:lnTo>
                    <a:lnTo>
                      <a:pt x="148" y="370"/>
                    </a:lnTo>
                    <a:lnTo>
                      <a:pt x="185" y="370"/>
                    </a:lnTo>
                    <a:lnTo>
                      <a:pt x="185" y="296"/>
                    </a:lnTo>
                    <a:lnTo>
                      <a:pt x="259" y="333"/>
                    </a:lnTo>
                    <a:lnTo>
                      <a:pt x="296" y="259"/>
                    </a:lnTo>
                    <a:lnTo>
                      <a:pt x="222" y="185"/>
                    </a:lnTo>
                    <a:lnTo>
                      <a:pt x="296" y="148"/>
                    </a:lnTo>
                    <a:lnTo>
                      <a:pt x="259" y="74"/>
                    </a:lnTo>
                    <a:lnTo>
                      <a:pt x="185" y="111"/>
                    </a:lnTo>
                    <a:lnTo>
                      <a:pt x="2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16;p42">
                <a:extLst>
                  <a:ext uri="{FF2B5EF4-FFF2-40B4-BE49-F238E27FC236}">
                    <a16:creationId xmlns:a16="http://schemas.microsoft.com/office/drawing/2014/main" id="{F2D043DB-E0FF-B1C4-BE0A-8F5920273EB7}"/>
                  </a:ext>
                </a:extLst>
              </p:cNvPr>
              <p:cNvSpPr/>
              <p:nvPr/>
            </p:nvSpPr>
            <p:spPr>
              <a:xfrm>
                <a:off x="2071839" y="3305009"/>
                <a:ext cx="18023" cy="20025"/>
              </a:xfrm>
              <a:custGeom>
                <a:avLst/>
                <a:gdLst/>
                <a:ahLst/>
                <a:cxnLst/>
                <a:rect l="l" t="t" r="r" b="b"/>
                <a:pathLst>
                  <a:path w="333" h="370" extrusionOk="0">
                    <a:moveTo>
                      <a:pt x="111" y="0"/>
                    </a:moveTo>
                    <a:lnTo>
                      <a:pt x="111" y="111"/>
                    </a:lnTo>
                    <a:lnTo>
                      <a:pt x="37" y="74"/>
                    </a:lnTo>
                    <a:lnTo>
                      <a:pt x="0" y="148"/>
                    </a:lnTo>
                    <a:lnTo>
                      <a:pt x="74" y="185"/>
                    </a:lnTo>
                    <a:lnTo>
                      <a:pt x="0" y="259"/>
                    </a:lnTo>
                    <a:lnTo>
                      <a:pt x="37" y="333"/>
                    </a:lnTo>
                    <a:lnTo>
                      <a:pt x="111" y="296"/>
                    </a:lnTo>
                    <a:lnTo>
                      <a:pt x="111" y="370"/>
                    </a:lnTo>
                    <a:lnTo>
                      <a:pt x="222" y="370"/>
                    </a:lnTo>
                    <a:lnTo>
                      <a:pt x="222" y="296"/>
                    </a:lnTo>
                    <a:lnTo>
                      <a:pt x="296" y="333"/>
                    </a:lnTo>
                    <a:lnTo>
                      <a:pt x="333" y="259"/>
                    </a:lnTo>
                    <a:lnTo>
                      <a:pt x="259" y="185"/>
                    </a:lnTo>
                    <a:lnTo>
                      <a:pt x="333" y="148"/>
                    </a:lnTo>
                    <a:lnTo>
                      <a:pt x="296" y="74"/>
                    </a:lnTo>
                    <a:lnTo>
                      <a:pt x="222" y="111"/>
                    </a:lnTo>
                    <a:lnTo>
                      <a:pt x="2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17;p42">
                <a:extLst>
                  <a:ext uri="{FF2B5EF4-FFF2-40B4-BE49-F238E27FC236}">
                    <a16:creationId xmlns:a16="http://schemas.microsoft.com/office/drawing/2014/main" id="{1D004B06-D658-E584-4A43-F7E46B0ABC84}"/>
                  </a:ext>
                </a:extLst>
              </p:cNvPr>
              <p:cNvSpPr/>
              <p:nvPr/>
            </p:nvSpPr>
            <p:spPr>
              <a:xfrm>
                <a:off x="2097818" y="3305009"/>
                <a:ext cx="20079" cy="20025"/>
              </a:xfrm>
              <a:custGeom>
                <a:avLst/>
                <a:gdLst/>
                <a:ahLst/>
                <a:cxnLst/>
                <a:rect l="l" t="t" r="r" b="b"/>
                <a:pathLst>
                  <a:path w="371" h="370" extrusionOk="0">
                    <a:moveTo>
                      <a:pt x="149" y="0"/>
                    </a:moveTo>
                    <a:lnTo>
                      <a:pt x="149" y="111"/>
                    </a:lnTo>
                    <a:lnTo>
                      <a:pt x="75" y="74"/>
                    </a:lnTo>
                    <a:lnTo>
                      <a:pt x="1" y="148"/>
                    </a:lnTo>
                    <a:lnTo>
                      <a:pt x="112" y="185"/>
                    </a:lnTo>
                    <a:lnTo>
                      <a:pt x="1" y="259"/>
                    </a:lnTo>
                    <a:lnTo>
                      <a:pt x="75" y="333"/>
                    </a:lnTo>
                    <a:lnTo>
                      <a:pt x="149" y="296"/>
                    </a:lnTo>
                    <a:lnTo>
                      <a:pt x="149" y="370"/>
                    </a:lnTo>
                    <a:lnTo>
                      <a:pt x="260" y="370"/>
                    </a:lnTo>
                    <a:lnTo>
                      <a:pt x="260" y="296"/>
                    </a:lnTo>
                    <a:lnTo>
                      <a:pt x="333" y="333"/>
                    </a:lnTo>
                    <a:lnTo>
                      <a:pt x="370" y="259"/>
                    </a:lnTo>
                    <a:lnTo>
                      <a:pt x="297" y="185"/>
                    </a:lnTo>
                    <a:lnTo>
                      <a:pt x="370" y="148"/>
                    </a:lnTo>
                    <a:lnTo>
                      <a:pt x="333" y="74"/>
                    </a:lnTo>
                    <a:lnTo>
                      <a:pt x="260" y="111"/>
                    </a:lnTo>
                    <a:lnTo>
                      <a:pt x="2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18;p42">
                <a:extLst>
                  <a:ext uri="{FF2B5EF4-FFF2-40B4-BE49-F238E27FC236}">
                    <a16:creationId xmlns:a16="http://schemas.microsoft.com/office/drawing/2014/main" id="{F365ED06-D7C7-6780-A321-2BEFF0BB19A4}"/>
                  </a:ext>
                </a:extLst>
              </p:cNvPr>
              <p:cNvSpPr/>
              <p:nvPr/>
            </p:nvSpPr>
            <p:spPr>
              <a:xfrm>
                <a:off x="2125853" y="3305009"/>
                <a:ext cx="20079" cy="20025"/>
              </a:xfrm>
              <a:custGeom>
                <a:avLst/>
                <a:gdLst/>
                <a:ahLst/>
                <a:cxnLst/>
                <a:rect l="l" t="t" r="r" b="b"/>
                <a:pathLst>
                  <a:path w="371" h="370" extrusionOk="0">
                    <a:moveTo>
                      <a:pt x="148" y="0"/>
                    </a:moveTo>
                    <a:lnTo>
                      <a:pt x="148" y="111"/>
                    </a:lnTo>
                    <a:lnTo>
                      <a:pt x="37" y="74"/>
                    </a:lnTo>
                    <a:lnTo>
                      <a:pt x="0" y="148"/>
                    </a:lnTo>
                    <a:lnTo>
                      <a:pt x="111" y="185"/>
                    </a:lnTo>
                    <a:lnTo>
                      <a:pt x="0" y="259"/>
                    </a:lnTo>
                    <a:lnTo>
                      <a:pt x="37" y="333"/>
                    </a:lnTo>
                    <a:lnTo>
                      <a:pt x="148" y="296"/>
                    </a:lnTo>
                    <a:lnTo>
                      <a:pt x="148" y="370"/>
                    </a:lnTo>
                    <a:lnTo>
                      <a:pt x="222" y="370"/>
                    </a:lnTo>
                    <a:lnTo>
                      <a:pt x="222" y="296"/>
                    </a:lnTo>
                    <a:lnTo>
                      <a:pt x="333" y="333"/>
                    </a:lnTo>
                    <a:lnTo>
                      <a:pt x="370" y="259"/>
                    </a:lnTo>
                    <a:lnTo>
                      <a:pt x="259" y="185"/>
                    </a:lnTo>
                    <a:lnTo>
                      <a:pt x="370" y="148"/>
                    </a:lnTo>
                    <a:lnTo>
                      <a:pt x="333" y="74"/>
                    </a:lnTo>
                    <a:lnTo>
                      <a:pt x="222" y="111"/>
                    </a:lnTo>
                    <a:lnTo>
                      <a:pt x="2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19;p42">
                <a:extLst>
                  <a:ext uri="{FF2B5EF4-FFF2-40B4-BE49-F238E27FC236}">
                    <a16:creationId xmlns:a16="http://schemas.microsoft.com/office/drawing/2014/main" id="{80E97D35-C83B-A844-ECBB-DA1486DCC719}"/>
                  </a:ext>
                </a:extLst>
              </p:cNvPr>
              <p:cNvSpPr/>
              <p:nvPr/>
            </p:nvSpPr>
            <p:spPr>
              <a:xfrm>
                <a:off x="1825690" y="2900768"/>
                <a:ext cx="16074" cy="152138"/>
              </a:xfrm>
              <a:custGeom>
                <a:avLst/>
                <a:gdLst/>
                <a:ahLst/>
                <a:cxnLst/>
                <a:rect l="l" t="t" r="r" b="b"/>
                <a:pathLst>
                  <a:path w="297" h="2811" extrusionOk="0">
                    <a:moveTo>
                      <a:pt x="112" y="1"/>
                    </a:moveTo>
                    <a:lnTo>
                      <a:pt x="112" y="2293"/>
                    </a:lnTo>
                    <a:cubicBezTo>
                      <a:pt x="112" y="2293"/>
                      <a:pt x="112" y="2552"/>
                      <a:pt x="1" y="2811"/>
                    </a:cubicBezTo>
                    <a:lnTo>
                      <a:pt x="186" y="2811"/>
                    </a:lnTo>
                    <a:cubicBezTo>
                      <a:pt x="297" y="2552"/>
                      <a:pt x="297" y="2293"/>
                      <a:pt x="297" y="2293"/>
                    </a:cubicBezTo>
                    <a:lnTo>
                      <a:pt x="2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20;p42">
                <a:extLst>
                  <a:ext uri="{FF2B5EF4-FFF2-40B4-BE49-F238E27FC236}">
                    <a16:creationId xmlns:a16="http://schemas.microsoft.com/office/drawing/2014/main" id="{6BAC6417-39AA-6BFE-4DCE-596989872621}"/>
                  </a:ext>
                </a:extLst>
              </p:cNvPr>
              <p:cNvSpPr/>
              <p:nvPr/>
            </p:nvSpPr>
            <p:spPr>
              <a:xfrm>
                <a:off x="1733682" y="2978813"/>
                <a:ext cx="68086" cy="112142"/>
              </a:xfrm>
              <a:custGeom>
                <a:avLst/>
                <a:gdLst/>
                <a:ahLst/>
                <a:cxnLst/>
                <a:rect l="l" t="t" r="r" b="b"/>
                <a:pathLst>
                  <a:path w="1258" h="2072" extrusionOk="0">
                    <a:moveTo>
                      <a:pt x="1220" y="1886"/>
                    </a:moveTo>
                    <a:lnTo>
                      <a:pt x="1220" y="1898"/>
                    </a:lnTo>
                    <a:lnTo>
                      <a:pt x="1220" y="1898"/>
                    </a:lnTo>
                    <a:cubicBezTo>
                      <a:pt x="1232" y="1894"/>
                      <a:pt x="1244" y="1891"/>
                      <a:pt x="1257" y="1886"/>
                    </a:cubicBezTo>
                    <a:close/>
                    <a:moveTo>
                      <a:pt x="0" y="1"/>
                    </a:moveTo>
                    <a:lnTo>
                      <a:pt x="0" y="297"/>
                    </a:lnTo>
                    <a:lnTo>
                      <a:pt x="0" y="408"/>
                    </a:lnTo>
                    <a:cubicBezTo>
                      <a:pt x="0" y="851"/>
                      <a:pt x="0" y="1517"/>
                      <a:pt x="296" y="1849"/>
                    </a:cubicBezTo>
                    <a:cubicBezTo>
                      <a:pt x="444" y="1960"/>
                      <a:pt x="666" y="2071"/>
                      <a:pt x="961" y="2071"/>
                    </a:cubicBezTo>
                    <a:cubicBezTo>
                      <a:pt x="1035" y="2071"/>
                      <a:pt x="1146" y="2071"/>
                      <a:pt x="1220" y="2034"/>
                    </a:cubicBezTo>
                    <a:lnTo>
                      <a:pt x="1220" y="1898"/>
                    </a:lnTo>
                    <a:lnTo>
                      <a:pt x="1220" y="1898"/>
                    </a:lnTo>
                    <a:cubicBezTo>
                      <a:pt x="1129" y="1923"/>
                      <a:pt x="1059" y="1923"/>
                      <a:pt x="961" y="1923"/>
                    </a:cubicBezTo>
                    <a:cubicBezTo>
                      <a:pt x="740" y="1923"/>
                      <a:pt x="555" y="1886"/>
                      <a:pt x="407" y="1738"/>
                    </a:cubicBezTo>
                    <a:cubicBezTo>
                      <a:pt x="185" y="1517"/>
                      <a:pt x="111" y="1110"/>
                      <a:pt x="111" y="740"/>
                    </a:cubicBezTo>
                    <a:lnTo>
                      <a:pt x="111" y="740"/>
                    </a:lnTo>
                    <a:lnTo>
                      <a:pt x="296" y="777"/>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21;p42">
                <a:extLst>
                  <a:ext uri="{FF2B5EF4-FFF2-40B4-BE49-F238E27FC236}">
                    <a16:creationId xmlns:a16="http://schemas.microsoft.com/office/drawing/2014/main" id="{A9696F7F-8B44-195A-678A-920437173B00}"/>
                  </a:ext>
                </a:extLst>
              </p:cNvPr>
              <p:cNvSpPr/>
              <p:nvPr/>
            </p:nvSpPr>
            <p:spPr>
              <a:xfrm>
                <a:off x="1823687" y="2886805"/>
                <a:ext cx="24085" cy="26033"/>
              </a:xfrm>
              <a:custGeom>
                <a:avLst/>
                <a:gdLst/>
                <a:ahLst/>
                <a:cxnLst/>
                <a:rect l="l" t="t" r="r" b="b"/>
                <a:pathLst>
                  <a:path w="445" h="481" extrusionOk="0">
                    <a:moveTo>
                      <a:pt x="223" y="0"/>
                    </a:moveTo>
                    <a:cubicBezTo>
                      <a:pt x="112" y="0"/>
                      <a:pt x="1" y="111"/>
                      <a:pt x="1" y="259"/>
                    </a:cubicBezTo>
                    <a:cubicBezTo>
                      <a:pt x="1" y="370"/>
                      <a:pt x="112" y="481"/>
                      <a:pt x="223" y="481"/>
                    </a:cubicBezTo>
                    <a:cubicBezTo>
                      <a:pt x="334" y="481"/>
                      <a:pt x="444" y="370"/>
                      <a:pt x="444" y="259"/>
                    </a:cubicBezTo>
                    <a:cubicBezTo>
                      <a:pt x="444" y="111"/>
                      <a:pt x="334" y="0"/>
                      <a:pt x="2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22;p42">
                <a:extLst>
                  <a:ext uri="{FF2B5EF4-FFF2-40B4-BE49-F238E27FC236}">
                    <a16:creationId xmlns:a16="http://schemas.microsoft.com/office/drawing/2014/main" id="{241B209E-2609-D1A1-7058-0B3EDE5BBCD6}"/>
                  </a:ext>
                </a:extLst>
              </p:cNvPr>
              <p:cNvSpPr/>
              <p:nvPr/>
            </p:nvSpPr>
            <p:spPr>
              <a:xfrm>
                <a:off x="1831697" y="2640656"/>
                <a:ext cx="10067" cy="250208"/>
              </a:xfrm>
              <a:custGeom>
                <a:avLst/>
                <a:gdLst/>
                <a:ahLst/>
                <a:cxnLst/>
                <a:rect l="l" t="t" r="r" b="b"/>
                <a:pathLst>
                  <a:path w="186" h="4623" extrusionOk="0">
                    <a:moveTo>
                      <a:pt x="1" y="1"/>
                    </a:moveTo>
                    <a:lnTo>
                      <a:pt x="1" y="4622"/>
                    </a:lnTo>
                    <a:lnTo>
                      <a:pt x="186" y="4622"/>
                    </a:lnTo>
                    <a:lnTo>
                      <a:pt x="1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823;p42">
                <a:extLst>
                  <a:ext uri="{FF2B5EF4-FFF2-40B4-BE49-F238E27FC236}">
                    <a16:creationId xmlns:a16="http://schemas.microsoft.com/office/drawing/2014/main" id="{34786723-6256-F42B-E27F-B177999DBFB4}"/>
                  </a:ext>
                </a:extLst>
              </p:cNvPr>
              <p:cNvSpPr/>
              <p:nvPr/>
            </p:nvSpPr>
            <p:spPr>
              <a:xfrm>
                <a:off x="1681616" y="2679786"/>
                <a:ext cx="180174" cy="174274"/>
              </a:xfrm>
              <a:custGeom>
                <a:avLst/>
                <a:gdLst/>
                <a:ahLst/>
                <a:cxnLst/>
                <a:rect l="l" t="t" r="r" b="b"/>
                <a:pathLst>
                  <a:path w="3329" h="3220" extrusionOk="0">
                    <a:moveTo>
                      <a:pt x="114" y="0"/>
                    </a:moveTo>
                    <a:cubicBezTo>
                      <a:pt x="77" y="0"/>
                      <a:pt x="40" y="15"/>
                      <a:pt x="1" y="54"/>
                    </a:cubicBezTo>
                    <a:cubicBezTo>
                      <a:pt x="75" y="202"/>
                      <a:pt x="223" y="794"/>
                      <a:pt x="371" y="1274"/>
                    </a:cubicBezTo>
                    <a:cubicBezTo>
                      <a:pt x="445" y="1570"/>
                      <a:pt x="629" y="1866"/>
                      <a:pt x="777" y="2198"/>
                    </a:cubicBezTo>
                    <a:cubicBezTo>
                      <a:pt x="851" y="2420"/>
                      <a:pt x="1184" y="2790"/>
                      <a:pt x="1332" y="2864"/>
                    </a:cubicBezTo>
                    <a:cubicBezTo>
                      <a:pt x="1395" y="2959"/>
                      <a:pt x="1651" y="3219"/>
                      <a:pt x="1791" y="3219"/>
                    </a:cubicBezTo>
                    <a:cubicBezTo>
                      <a:pt x="1814" y="3219"/>
                      <a:pt x="1834" y="3212"/>
                      <a:pt x="1849" y="3197"/>
                    </a:cubicBezTo>
                    <a:cubicBezTo>
                      <a:pt x="1923" y="2975"/>
                      <a:pt x="1480" y="2605"/>
                      <a:pt x="1369" y="2420"/>
                    </a:cubicBezTo>
                    <a:lnTo>
                      <a:pt x="1369" y="2420"/>
                    </a:lnTo>
                    <a:cubicBezTo>
                      <a:pt x="1480" y="2494"/>
                      <a:pt x="1665" y="2753"/>
                      <a:pt x="1849" y="2938"/>
                    </a:cubicBezTo>
                    <a:cubicBezTo>
                      <a:pt x="2043" y="3099"/>
                      <a:pt x="2236" y="3204"/>
                      <a:pt x="2380" y="3204"/>
                    </a:cubicBezTo>
                    <a:cubicBezTo>
                      <a:pt x="2401" y="3204"/>
                      <a:pt x="2422" y="3201"/>
                      <a:pt x="2441" y="3197"/>
                    </a:cubicBezTo>
                    <a:cubicBezTo>
                      <a:pt x="2663" y="3049"/>
                      <a:pt x="2330" y="2864"/>
                      <a:pt x="2145" y="2679"/>
                    </a:cubicBezTo>
                    <a:cubicBezTo>
                      <a:pt x="2034" y="2605"/>
                      <a:pt x="1923" y="2457"/>
                      <a:pt x="1886" y="2420"/>
                    </a:cubicBezTo>
                    <a:lnTo>
                      <a:pt x="1886" y="2420"/>
                    </a:lnTo>
                    <a:cubicBezTo>
                      <a:pt x="2038" y="2542"/>
                      <a:pt x="2590" y="3013"/>
                      <a:pt x="2904" y="3013"/>
                    </a:cubicBezTo>
                    <a:cubicBezTo>
                      <a:pt x="2973" y="3013"/>
                      <a:pt x="3030" y="2991"/>
                      <a:pt x="3069" y="2938"/>
                    </a:cubicBezTo>
                    <a:cubicBezTo>
                      <a:pt x="3143" y="2605"/>
                      <a:pt x="2626" y="2457"/>
                      <a:pt x="2441" y="2309"/>
                    </a:cubicBezTo>
                    <a:cubicBezTo>
                      <a:pt x="2422" y="2290"/>
                      <a:pt x="2333" y="2221"/>
                      <a:pt x="2246" y="2159"/>
                    </a:cubicBezTo>
                    <a:lnTo>
                      <a:pt x="2246" y="2159"/>
                    </a:lnTo>
                    <a:cubicBezTo>
                      <a:pt x="2339" y="2195"/>
                      <a:pt x="2441" y="2212"/>
                      <a:pt x="2521" y="2212"/>
                    </a:cubicBezTo>
                    <a:cubicBezTo>
                      <a:pt x="2563" y="2212"/>
                      <a:pt x="2600" y="2207"/>
                      <a:pt x="2626" y="2198"/>
                    </a:cubicBezTo>
                    <a:cubicBezTo>
                      <a:pt x="2885" y="2125"/>
                      <a:pt x="3328" y="1829"/>
                      <a:pt x="3032" y="1681"/>
                    </a:cubicBezTo>
                    <a:cubicBezTo>
                      <a:pt x="3027" y="1678"/>
                      <a:pt x="3019" y="1677"/>
                      <a:pt x="3010" y="1677"/>
                    </a:cubicBezTo>
                    <a:cubicBezTo>
                      <a:pt x="2931" y="1677"/>
                      <a:pt x="2736" y="1769"/>
                      <a:pt x="2543" y="1769"/>
                    </a:cubicBezTo>
                    <a:cubicBezTo>
                      <a:pt x="2469" y="1769"/>
                      <a:pt x="2396" y="1756"/>
                      <a:pt x="2330" y="1718"/>
                    </a:cubicBezTo>
                    <a:cubicBezTo>
                      <a:pt x="2108" y="1644"/>
                      <a:pt x="1849" y="1496"/>
                      <a:pt x="1960" y="1274"/>
                    </a:cubicBezTo>
                    <a:cubicBezTo>
                      <a:pt x="1991" y="1222"/>
                      <a:pt x="2034" y="1202"/>
                      <a:pt x="2082" y="1202"/>
                    </a:cubicBezTo>
                    <a:cubicBezTo>
                      <a:pt x="2202" y="1202"/>
                      <a:pt x="2351" y="1332"/>
                      <a:pt x="2404" y="1385"/>
                    </a:cubicBezTo>
                    <a:cubicBezTo>
                      <a:pt x="2589" y="1533"/>
                      <a:pt x="2774" y="1570"/>
                      <a:pt x="2848" y="1644"/>
                    </a:cubicBezTo>
                    <a:cubicBezTo>
                      <a:pt x="2868" y="1654"/>
                      <a:pt x="2886" y="1659"/>
                      <a:pt x="2903" y="1659"/>
                    </a:cubicBezTo>
                    <a:cubicBezTo>
                      <a:pt x="3011" y="1659"/>
                      <a:pt x="3044" y="1471"/>
                      <a:pt x="2885" y="1311"/>
                    </a:cubicBezTo>
                    <a:cubicBezTo>
                      <a:pt x="2774" y="1163"/>
                      <a:pt x="2589" y="978"/>
                      <a:pt x="2330" y="794"/>
                    </a:cubicBezTo>
                    <a:cubicBezTo>
                      <a:pt x="2145" y="720"/>
                      <a:pt x="1923" y="646"/>
                      <a:pt x="1738" y="572"/>
                    </a:cubicBezTo>
                    <a:cubicBezTo>
                      <a:pt x="1369" y="424"/>
                      <a:pt x="925" y="387"/>
                      <a:pt x="555" y="91"/>
                    </a:cubicBezTo>
                    <a:cubicBezTo>
                      <a:pt x="523" y="156"/>
                      <a:pt x="488" y="180"/>
                      <a:pt x="452" y="180"/>
                    </a:cubicBezTo>
                    <a:cubicBezTo>
                      <a:pt x="353" y="180"/>
                      <a:pt x="240" y="0"/>
                      <a:pt x="114"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824;p42">
                <a:extLst>
                  <a:ext uri="{FF2B5EF4-FFF2-40B4-BE49-F238E27FC236}">
                    <a16:creationId xmlns:a16="http://schemas.microsoft.com/office/drawing/2014/main" id="{5BBB6AB6-15DA-9F14-20F4-9271DE1CCE8C}"/>
                  </a:ext>
                </a:extLst>
              </p:cNvPr>
              <p:cNvSpPr/>
              <p:nvPr/>
            </p:nvSpPr>
            <p:spPr>
              <a:xfrm>
                <a:off x="1831697" y="2736723"/>
                <a:ext cx="10067" cy="30038"/>
              </a:xfrm>
              <a:custGeom>
                <a:avLst/>
                <a:gdLst/>
                <a:ahLst/>
                <a:cxnLst/>
                <a:rect l="l" t="t" r="r" b="b"/>
                <a:pathLst>
                  <a:path w="186" h="555" extrusionOk="0">
                    <a:moveTo>
                      <a:pt x="1" y="0"/>
                    </a:moveTo>
                    <a:lnTo>
                      <a:pt x="1" y="555"/>
                    </a:lnTo>
                    <a:lnTo>
                      <a:pt x="186" y="555"/>
                    </a:lnTo>
                    <a:lnTo>
                      <a:pt x="186" y="0"/>
                    </a:ln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825;p42">
                <a:extLst>
                  <a:ext uri="{FF2B5EF4-FFF2-40B4-BE49-F238E27FC236}">
                    <a16:creationId xmlns:a16="http://schemas.microsoft.com/office/drawing/2014/main" id="{56146EC0-53E1-DCE7-11AD-55C4DF2D1D32}"/>
                  </a:ext>
                </a:extLst>
              </p:cNvPr>
              <p:cNvSpPr/>
              <p:nvPr/>
            </p:nvSpPr>
            <p:spPr>
              <a:xfrm>
                <a:off x="1547554" y="2210057"/>
                <a:ext cx="443804" cy="540738"/>
              </a:xfrm>
              <a:custGeom>
                <a:avLst/>
                <a:gdLst/>
                <a:ahLst/>
                <a:cxnLst/>
                <a:rect l="l" t="t" r="r" b="b"/>
                <a:pathLst>
                  <a:path w="8200" h="9991" extrusionOk="0">
                    <a:moveTo>
                      <a:pt x="6945" y="1"/>
                    </a:moveTo>
                    <a:cubicBezTo>
                      <a:pt x="6935" y="1"/>
                      <a:pt x="6924" y="3"/>
                      <a:pt x="6914" y="8"/>
                    </a:cubicBezTo>
                    <a:cubicBezTo>
                      <a:pt x="5805" y="526"/>
                      <a:pt x="1775" y="2485"/>
                      <a:pt x="1073" y="3594"/>
                    </a:cubicBezTo>
                    <a:cubicBezTo>
                      <a:pt x="1" y="5258"/>
                      <a:pt x="2700" y="9990"/>
                      <a:pt x="2700" y="9990"/>
                    </a:cubicBezTo>
                    <a:lnTo>
                      <a:pt x="4326" y="9103"/>
                    </a:lnTo>
                    <a:cubicBezTo>
                      <a:pt x="4326" y="9103"/>
                      <a:pt x="3439" y="5443"/>
                      <a:pt x="3439" y="5110"/>
                    </a:cubicBezTo>
                    <a:cubicBezTo>
                      <a:pt x="3476" y="4740"/>
                      <a:pt x="7876" y="4334"/>
                      <a:pt x="7876" y="4334"/>
                    </a:cubicBezTo>
                    <a:cubicBezTo>
                      <a:pt x="8199" y="3182"/>
                      <a:pt x="7333" y="1"/>
                      <a:pt x="6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 name="Google Shape;826;p42">
              <a:extLst>
                <a:ext uri="{FF2B5EF4-FFF2-40B4-BE49-F238E27FC236}">
                  <a16:creationId xmlns:a16="http://schemas.microsoft.com/office/drawing/2014/main" id="{BDD9B8BD-1EB8-7C39-EC71-9725A9099385}"/>
                </a:ext>
              </a:extLst>
            </p:cNvPr>
            <p:cNvSpPr/>
            <p:nvPr/>
          </p:nvSpPr>
          <p:spPr>
            <a:xfrm>
              <a:off x="2575325" y="2766438"/>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43114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2474-07BB-4EDE-9286-FCBF1F133ED4}"/>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513107E0-AF55-2A43-957A-B7A5D817F46D}"/>
              </a:ext>
            </a:extLst>
          </p:cNvPr>
          <p:cNvSpPr>
            <a:spLocks noGrp="1"/>
          </p:cNvSpPr>
          <p:nvPr>
            <p:ph type="title"/>
          </p:nvPr>
        </p:nvSpPr>
        <p:spPr>
          <a:xfrm>
            <a:off x="615134" y="334423"/>
            <a:ext cx="7715700" cy="572700"/>
          </a:xfrm>
        </p:spPr>
        <p:txBody>
          <a:bodyPr/>
          <a:lstStyle/>
          <a:p>
            <a:r>
              <a:rPr lang="ar-YE" sz="3600" dirty="0">
                <a:solidFill>
                  <a:schemeClr val="dk2"/>
                </a:solidFill>
              </a:rPr>
              <a:t>القسم الرابع: السياسات الأمنية</a:t>
            </a:r>
            <a:endParaRPr lang="en-US" sz="3600" dirty="0">
              <a:solidFill>
                <a:schemeClr val="dk2"/>
              </a:solidFill>
            </a:endParaRPr>
          </a:p>
        </p:txBody>
      </p:sp>
      <p:sp>
        <p:nvSpPr>
          <p:cNvPr id="3" name="عنوان فرعي 2">
            <a:extLst>
              <a:ext uri="{FF2B5EF4-FFF2-40B4-BE49-F238E27FC236}">
                <a16:creationId xmlns:a16="http://schemas.microsoft.com/office/drawing/2014/main" id="{5C7BDECC-3171-7BCA-AA0C-57A28C384831}"/>
              </a:ext>
            </a:extLst>
          </p:cNvPr>
          <p:cNvSpPr>
            <a:spLocks noGrp="1"/>
          </p:cNvSpPr>
          <p:nvPr>
            <p:ph type="subTitle" idx="1"/>
          </p:nvPr>
        </p:nvSpPr>
        <p:spPr>
          <a:xfrm>
            <a:off x="1430416" y="1281240"/>
            <a:ext cx="6833385" cy="3234016"/>
          </a:xfrm>
        </p:spPr>
        <p:txBody>
          <a:bodyPr/>
          <a:lstStyle/>
          <a:p>
            <a:pPr marL="114300" indent="0" algn="r">
              <a:buNone/>
            </a:pPr>
            <a:r>
              <a:rPr lang="ar-YE" sz="1600" b="0" i="0" dirty="0">
                <a:solidFill>
                  <a:schemeClr val="tx1"/>
                </a:solidFill>
                <a:effectLst/>
                <a:latin typeface="Times New Roman" panose="02020603050405020304" pitchFamily="18" charset="0"/>
                <a:cs typeface="+mj-cs"/>
              </a:rPr>
              <a:t>7. هل تقوم بتحديث برامجك وأنظمة التشغيل بشكل منتظم؟</a:t>
            </a:r>
            <a:br>
              <a:rPr lang="ar-YE" sz="1600" dirty="0">
                <a:solidFill>
                  <a:schemeClr val="tx1"/>
                </a:solidFill>
                <a:cs typeface="+mj-cs"/>
              </a:rPr>
            </a:br>
            <a:br>
              <a:rPr lang="ar-YE" sz="1600" dirty="0">
                <a:solidFill>
                  <a:schemeClr val="tx1"/>
                </a:solidFill>
                <a:cs typeface="+mj-cs"/>
              </a:rPr>
            </a:br>
            <a:r>
              <a:rPr lang="ar-YE" sz="1600" b="0" i="0" dirty="0">
                <a:solidFill>
                  <a:schemeClr val="tx1"/>
                </a:solidFill>
                <a:effectLst/>
                <a:latin typeface="Times New Roman" panose="02020603050405020304" pitchFamily="18" charset="0"/>
                <a:cs typeface="+mj-cs"/>
              </a:rPr>
              <a:t>نعم</a:t>
            </a:r>
            <a:br>
              <a:rPr lang="ar-YE" sz="1600" dirty="0">
                <a:solidFill>
                  <a:schemeClr val="tx1"/>
                </a:solidFill>
                <a:cs typeface="+mj-cs"/>
              </a:rPr>
            </a:br>
            <a:br>
              <a:rPr lang="ar-YE" sz="1600" dirty="0">
                <a:solidFill>
                  <a:schemeClr val="tx1"/>
                </a:solidFill>
                <a:cs typeface="+mj-cs"/>
              </a:rPr>
            </a:br>
            <a:r>
              <a:rPr lang="ar-YE" sz="1600" b="0" i="0" dirty="0">
                <a:solidFill>
                  <a:schemeClr val="tx1"/>
                </a:solidFill>
                <a:effectLst/>
                <a:latin typeface="Times New Roman" panose="02020603050405020304" pitchFamily="18" charset="0"/>
                <a:cs typeface="+mj-cs"/>
              </a:rPr>
              <a:t>لا</a:t>
            </a:r>
            <a:br>
              <a:rPr lang="ar-YE" sz="1600" dirty="0">
                <a:solidFill>
                  <a:schemeClr val="tx1"/>
                </a:solidFill>
                <a:cs typeface="+mj-cs"/>
              </a:rPr>
            </a:br>
            <a:br>
              <a:rPr lang="ar-YE" sz="1600" dirty="0">
                <a:solidFill>
                  <a:schemeClr val="tx1"/>
                </a:solidFill>
                <a:cs typeface="+mj-cs"/>
              </a:rPr>
            </a:br>
            <a:br>
              <a:rPr lang="ar-YE" sz="1600" dirty="0">
                <a:solidFill>
                  <a:schemeClr val="tx1"/>
                </a:solidFill>
                <a:cs typeface="+mj-cs"/>
              </a:rPr>
            </a:br>
            <a:br>
              <a:rPr lang="ar-YE" sz="1600" dirty="0">
                <a:solidFill>
                  <a:schemeClr val="tx1"/>
                </a:solidFill>
                <a:cs typeface="+mj-cs"/>
              </a:rPr>
            </a:br>
            <a:r>
              <a:rPr lang="ar-YE" sz="1600" dirty="0">
                <a:solidFill>
                  <a:schemeClr val="tx1"/>
                </a:solidFill>
                <a:cs typeface="+mj-cs"/>
              </a:rPr>
              <a:t>هل تستخدم شبكات واي </a:t>
            </a:r>
            <a:r>
              <a:rPr lang="ar-YE" sz="1600" dirty="0" err="1">
                <a:solidFill>
                  <a:schemeClr val="tx1"/>
                </a:solidFill>
                <a:cs typeface="+mj-cs"/>
              </a:rPr>
              <a:t>فاي</a:t>
            </a:r>
            <a:r>
              <a:rPr lang="ar-YE" sz="1600" dirty="0">
                <a:solidFill>
                  <a:schemeClr val="tx1"/>
                </a:solidFill>
                <a:cs typeface="+mj-cs"/>
              </a:rPr>
              <a:t> </a:t>
            </a:r>
            <a:r>
              <a:rPr lang="ar-YE" sz="1600" b="0" i="0" dirty="0">
                <a:solidFill>
                  <a:schemeClr val="tx1"/>
                </a:solidFill>
                <a:effectLst/>
                <a:latin typeface="Times New Roman" panose="02020603050405020304" pitchFamily="18" charset="0"/>
                <a:cs typeface="+mj-cs"/>
              </a:rPr>
              <a:t>عامة (مثل المقاهي) للوصول إلى بيانات العمل؟</a:t>
            </a:r>
            <a:br>
              <a:rPr lang="ar-YE" sz="1600" dirty="0">
                <a:solidFill>
                  <a:schemeClr val="tx1"/>
                </a:solidFill>
                <a:cs typeface="+mj-cs"/>
              </a:rPr>
            </a:br>
            <a:br>
              <a:rPr lang="ar-YE" sz="1600" dirty="0">
                <a:solidFill>
                  <a:schemeClr val="tx1"/>
                </a:solidFill>
                <a:cs typeface="+mj-cs"/>
              </a:rPr>
            </a:br>
            <a:r>
              <a:rPr lang="ar-YE" sz="1600" b="0" i="0" dirty="0">
                <a:solidFill>
                  <a:schemeClr val="tx1"/>
                </a:solidFill>
                <a:effectLst/>
                <a:latin typeface="Times New Roman" panose="02020603050405020304" pitchFamily="18" charset="0"/>
                <a:cs typeface="+mj-cs"/>
              </a:rPr>
              <a:t>نعم</a:t>
            </a:r>
            <a:br>
              <a:rPr lang="ar-YE" sz="1600" dirty="0">
                <a:solidFill>
                  <a:schemeClr val="tx1"/>
                </a:solidFill>
                <a:cs typeface="+mj-cs"/>
              </a:rPr>
            </a:br>
            <a:br>
              <a:rPr lang="ar-YE" sz="1600" dirty="0">
                <a:solidFill>
                  <a:schemeClr val="tx1"/>
                </a:solidFill>
                <a:cs typeface="+mj-cs"/>
              </a:rPr>
            </a:br>
            <a:r>
              <a:rPr lang="ar-YE" sz="1600" b="0" i="0" dirty="0">
                <a:solidFill>
                  <a:schemeClr val="tx1"/>
                </a:solidFill>
                <a:effectLst/>
                <a:latin typeface="Times New Roman" panose="02020603050405020304" pitchFamily="18" charset="0"/>
                <a:cs typeface="+mj-cs"/>
              </a:rPr>
              <a:t>لا</a:t>
            </a:r>
            <a:endParaRPr lang="en-US" sz="700" dirty="0">
              <a:solidFill>
                <a:schemeClr val="tx1"/>
              </a:solidFill>
              <a:latin typeface="+mn-lt"/>
              <a:cs typeface="+mj-cs"/>
            </a:endParaRPr>
          </a:p>
        </p:txBody>
      </p:sp>
      <p:grpSp>
        <p:nvGrpSpPr>
          <p:cNvPr id="94" name="Google Shape;1232;p54">
            <a:extLst>
              <a:ext uri="{FF2B5EF4-FFF2-40B4-BE49-F238E27FC236}">
                <a16:creationId xmlns:a16="http://schemas.microsoft.com/office/drawing/2014/main" id="{BEA60ED8-3373-7C10-1866-9D187EA8D572}"/>
              </a:ext>
            </a:extLst>
          </p:cNvPr>
          <p:cNvGrpSpPr/>
          <p:nvPr/>
        </p:nvGrpSpPr>
        <p:grpSpPr>
          <a:xfrm>
            <a:off x="474116" y="2713785"/>
            <a:ext cx="1912599" cy="2175588"/>
            <a:chOff x="2690250" y="2910175"/>
            <a:chExt cx="961250" cy="1093425"/>
          </a:xfrm>
        </p:grpSpPr>
        <p:sp>
          <p:nvSpPr>
            <p:cNvPr id="95" name="Google Shape;1233;p54">
              <a:extLst>
                <a:ext uri="{FF2B5EF4-FFF2-40B4-BE49-F238E27FC236}">
                  <a16:creationId xmlns:a16="http://schemas.microsoft.com/office/drawing/2014/main" id="{C344A915-6D79-7E84-23E4-10069959E370}"/>
                </a:ext>
              </a:extLst>
            </p:cNvPr>
            <p:cNvSpPr/>
            <p:nvPr/>
          </p:nvSpPr>
          <p:spPr>
            <a:xfrm>
              <a:off x="2862150" y="3033100"/>
              <a:ext cx="616525" cy="383600"/>
            </a:xfrm>
            <a:custGeom>
              <a:avLst/>
              <a:gdLst/>
              <a:ahLst/>
              <a:cxnLst/>
              <a:rect l="l" t="t" r="r" b="b"/>
              <a:pathLst>
                <a:path w="24661" h="15344" extrusionOk="0">
                  <a:moveTo>
                    <a:pt x="999" y="0"/>
                  </a:moveTo>
                  <a:cubicBezTo>
                    <a:pt x="444" y="0"/>
                    <a:pt x="1" y="444"/>
                    <a:pt x="1" y="962"/>
                  </a:cubicBezTo>
                  <a:lnTo>
                    <a:pt x="1" y="14382"/>
                  </a:lnTo>
                  <a:cubicBezTo>
                    <a:pt x="1" y="14937"/>
                    <a:pt x="481" y="15343"/>
                    <a:pt x="999" y="15343"/>
                  </a:cubicBezTo>
                  <a:lnTo>
                    <a:pt x="23662" y="15343"/>
                  </a:lnTo>
                  <a:cubicBezTo>
                    <a:pt x="24216" y="15343"/>
                    <a:pt x="24660" y="14863"/>
                    <a:pt x="24660" y="14382"/>
                  </a:cubicBezTo>
                  <a:lnTo>
                    <a:pt x="24660" y="962"/>
                  </a:lnTo>
                  <a:cubicBezTo>
                    <a:pt x="24660" y="407"/>
                    <a:pt x="24179" y="0"/>
                    <a:pt x="236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234;p54">
              <a:extLst>
                <a:ext uri="{FF2B5EF4-FFF2-40B4-BE49-F238E27FC236}">
                  <a16:creationId xmlns:a16="http://schemas.microsoft.com/office/drawing/2014/main" id="{0EA6BA95-8D85-1885-3BF1-51D7B0958623}"/>
                </a:ext>
              </a:extLst>
            </p:cNvPr>
            <p:cNvSpPr/>
            <p:nvPr/>
          </p:nvSpPr>
          <p:spPr>
            <a:xfrm>
              <a:off x="2898200" y="3058975"/>
              <a:ext cx="543500" cy="300425"/>
            </a:xfrm>
            <a:custGeom>
              <a:avLst/>
              <a:gdLst/>
              <a:ahLst/>
              <a:cxnLst/>
              <a:rect l="l" t="t" r="r" b="b"/>
              <a:pathLst>
                <a:path w="21740" h="12017" extrusionOk="0">
                  <a:moveTo>
                    <a:pt x="0" y="1"/>
                  </a:moveTo>
                  <a:lnTo>
                    <a:pt x="0" y="12016"/>
                  </a:lnTo>
                  <a:lnTo>
                    <a:pt x="21739" y="12016"/>
                  </a:lnTo>
                  <a:lnTo>
                    <a:pt x="2173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235;p54">
              <a:extLst>
                <a:ext uri="{FF2B5EF4-FFF2-40B4-BE49-F238E27FC236}">
                  <a16:creationId xmlns:a16="http://schemas.microsoft.com/office/drawing/2014/main" id="{16B346BD-882F-112D-5439-6B6F88CC129E}"/>
                </a:ext>
              </a:extLst>
            </p:cNvPr>
            <p:cNvSpPr/>
            <p:nvPr/>
          </p:nvSpPr>
          <p:spPr>
            <a:xfrm>
              <a:off x="2941650" y="3108900"/>
              <a:ext cx="469550" cy="77650"/>
            </a:xfrm>
            <a:custGeom>
              <a:avLst/>
              <a:gdLst/>
              <a:ahLst/>
              <a:cxnLst/>
              <a:rect l="l" t="t" r="r" b="b"/>
              <a:pathLst>
                <a:path w="18782" h="3106" extrusionOk="0">
                  <a:moveTo>
                    <a:pt x="0" y="0"/>
                  </a:moveTo>
                  <a:lnTo>
                    <a:pt x="0" y="3106"/>
                  </a:lnTo>
                  <a:lnTo>
                    <a:pt x="18781" y="3106"/>
                  </a:lnTo>
                  <a:lnTo>
                    <a:pt x="18781" y="0"/>
                  </a:lnTo>
                  <a:close/>
                </a:path>
              </a:pathLst>
            </a:custGeom>
            <a:solidFill>
              <a:srgbClr val="E9F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236;p54">
              <a:extLst>
                <a:ext uri="{FF2B5EF4-FFF2-40B4-BE49-F238E27FC236}">
                  <a16:creationId xmlns:a16="http://schemas.microsoft.com/office/drawing/2014/main" id="{822D72B3-7351-99EA-3438-2CFE89D96232}"/>
                </a:ext>
              </a:extLst>
            </p:cNvPr>
            <p:cNvSpPr/>
            <p:nvPr/>
          </p:nvSpPr>
          <p:spPr>
            <a:xfrm>
              <a:off x="2941650" y="3228125"/>
              <a:ext cx="469550" cy="77650"/>
            </a:xfrm>
            <a:custGeom>
              <a:avLst/>
              <a:gdLst/>
              <a:ahLst/>
              <a:cxnLst/>
              <a:rect l="l" t="t" r="r" b="b"/>
              <a:pathLst>
                <a:path w="18782" h="3106" extrusionOk="0">
                  <a:moveTo>
                    <a:pt x="0" y="0"/>
                  </a:moveTo>
                  <a:lnTo>
                    <a:pt x="0" y="3106"/>
                  </a:lnTo>
                  <a:lnTo>
                    <a:pt x="18781" y="3106"/>
                  </a:lnTo>
                  <a:lnTo>
                    <a:pt x="18781" y="0"/>
                  </a:lnTo>
                  <a:close/>
                </a:path>
              </a:pathLst>
            </a:custGeom>
            <a:solidFill>
              <a:srgbClr val="E9F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237;p54">
              <a:extLst>
                <a:ext uri="{FF2B5EF4-FFF2-40B4-BE49-F238E27FC236}">
                  <a16:creationId xmlns:a16="http://schemas.microsoft.com/office/drawing/2014/main" id="{9E9A7C01-FB84-6B27-2E3E-E8CEF94411A2}"/>
                </a:ext>
              </a:extLst>
            </p:cNvPr>
            <p:cNvSpPr/>
            <p:nvPr/>
          </p:nvSpPr>
          <p:spPr>
            <a:xfrm>
              <a:off x="2975825" y="3133850"/>
              <a:ext cx="21300" cy="27750"/>
            </a:xfrm>
            <a:custGeom>
              <a:avLst/>
              <a:gdLst/>
              <a:ahLst/>
              <a:cxnLst/>
              <a:rect l="l" t="t" r="r" b="b"/>
              <a:pathLst>
                <a:path w="852" h="1110" extrusionOk="0">
                  <a:moveTo>
                    <a:pt x="1" y="0"/>
                  </a:moveTo>
                  <a:lnTo>
                    <a:pt x="1" y="1109"/>
                  </a:lnTo>
                  <a:lnTo>
                    <a:pt x="851" y="1109"/>
                  </a:lnTo>
                  <a:lnTo>
                    <a:pt x="851" y="814"/>
                  </a:lnTo>
                  <a:lnTo>
                    <a:pt x="334" y="814"/>
                  </a:lnTo>
                  <a:lnTo>
                    <a:pt x="3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238;p54">
              <a:extLst>
                <a:ext uri="{FF2B5EF4-FFF2-40B4-BE49-F238E27FC236}">
                  <a16:creationId xmlns:a16="http://schemas.microsoft.com/office/drawing/2014/main" id="{23466BD8-2F87-710D-E51C-A5F0B0739A9D}"/>
                </a:ext>
              </a:extLst>
            </p:cNvPr>
            <p:cNvSpPr/>
            <p:nvPr/>
          </p:nvSpPr>
          <p:spPr>
            <a:xfrm>
              <a:off x="2999875" y="3133850"/>
              <a:ext cx="30525" cy="26825"/>
            </a:xfrm>
            <a:custGeom>
              <a:avLst/>
              <a:gdLst/>
              <a:ahLst/>
              <a:cxnLst/>
              <a:rect l="l" t="t" r="r" b="b"/>
              <a:pathLst>
                <a:path w="1221" h="1073" extrusionOk="0">
                  <a:moveTo>
                    <a:pt x="592" y="222"/>
                  </a:moveTo>
                  <a:cubicBezTo>
                    <a:pt x="740" y="222"/>
                    <a:pt x="814" y="296"/>
                    <a:pt x="814" y="481"/>
                  </a:cubicBezTo>
                  <a:lnTo>
                    <a:pt x="814" y="592"/>
                  </a:lnTo>
                  <a:cubicBezTo>
                    <a:pt x="814" y="740"/>
                    <a:pt x="740" y="851"/>
                    <a:pt x="592" y="851"/>
                  </a:cubicBezTo>
                  <a:cubicBezTo>
                    <a:pt x="444" y="851"/>
                    <a:pt x="370" y="777"/>
                    <a:pt x="370" y="592"/>
                  </a:cubicBezTo>
                  <a:lnTo>
                    <a:pt x="370" y="481"/>
                  </a:lnTo>
                  <a:cubicBezTo>
                    <a:pt x="370" y="370"/>
                    <a:pt x="444" y="222"/>
                    <a:pt x="592" y="222"/>
                  </a:cubicBezTo>
                  <a:close/>
                  <a:moveTo>
                    <a:pt x="592" y="0"/>
                  </a:moveTo>
                  <a:cubicBezTo>
                    <a:pt x="222" y="0"/>
                    <a:pt x="0" y="185"/>
                    <a:pt x="0" y="555"/>
                  </a:cubicBezTo>
                  <a:cubicBezTo>
                    <a:pt x="0" y="888"/>
                    <a:pt x="222" y="1072"/>
                    <a:pt x="592" y="1072"/>
                  </a:cubicBezTo>
                  <a:cubicBezTo>
                    <a:pt x="961" y="1072"/>
                    <a:pt x="1220" y="888"/>
                    <a:pt x="1220" y="555"/>
                  </a:cubicBezTo>
                  <a:cubicBezTo>
                    <a:pt x="1220" y="185"/>
                    <a:pt x="961" y="0"/>
                    <a:pt x="5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239;p54">
              <a:extLst>
                <a:ext uri="{FF2B5EF4-FFF2-40B4-BE49-F238E27FC236}">
                  <a16:creationId xmlns:a16="http://schemas.microsoft.com/office/drawing/2014/main" id="{035EFA82-DF6D-8F3C-09C3-5AB474C071EB}"/>
                </a:ext>
              </a:extLst>
            </p:cNvPr>
            <p:cNvSpPr/>
            <p:nvPr/>
          </p:nvSpPr>
          <p:spPr>
            <a:xfrm>
              <a:off x="3033150" y="3133850"/>
              <a:ext cx="30525" cy="26825"/>
            </a:xfrm>
            <a:custGeom>
              <a:avLst/>
              <a:gdLst/>
              <a:ahLst/>
              <a:cxnLst/>
              <a:rect l="l" t="t" r="r" b="b"/>
              <a:pathLst>
                <a:path w="1221" h="1073" extrusionOk="0">
                  <a:moveTo>
                    <a:pt x="629" y="0"/>
                  </a:moveTo>
                  <a:cubicBezTo>
                    <a:pt x="222" y="0"/>
                    <a:pt x="0" y="185"/>
                    <a:pt x="0" y="555"/>
                  </a:cubicBezTo>
                  <a:cubicBezTo>
                    <a:pt x="0" y="888"/>
                    <a:pt x="185" y="1072"/>
                    <a:pt x="555" y="1072"/>
                  </a:cubicBezTo>
                  <a:cubicBezTo>
                    <a:pt x="740" y="1072"/>
                    <a:pt x="850" y="1035"/>
                    <a:pt x="961" y="961"/>
                  </a:cubicBezTo>
                  <a:lnTo>
                    <a:pt x="1035" y="1035"/>
                  </a:lnTo>
                  <a:lnTo>
                    <a:pt x="1220" y="1035"/>
                  </a:lnTo>
                  <a:lnTo>
                    <a:pt x="1220" y="444"/>
                  </a:lnTo>
                  <a:lnTo>
                    <a:pt x="592" y="444"/>
                  </a:lnTo>
                  <a:lnTo>
                    <a:pt x="592" y="666"/>
                  </a:lnTo>
                  <a:lnTo>
                    <a:pt x="850" y="666"/>
                  </a:lnTo>
                  <a:cubicBezTo>
                    <a:pt x="850" y="777"/>
                    <a:pt x="740" y="814"/>
                    <a:pt x="592" y="814"/>
                  </a:cubicBezTo>
                  <a:cubicBezTo>
                    <a:pt x="407" y="814"/>
                    <a:pt x="370" y="703"/>
                    <a:pt x="370" y="518"/>
                  </a:cubicBezTo>
                  <a:lnTo>
                    <a:pt x="370" y="444"/>
                  </a:lnTo>
                  <a:cubicBezTo>
                    <a:pt x="370" y="370"/>
                    <a:pt x="481" y="259"/>
                    <a:pt x="629" y="259"/>
                  </a:cubicBezTo>
                  <a:cubicBezTo>
                    <a:pt x="703" y="259"/>
                    <a:pt x="850" y="296"/>
                    <a:pt x="850" y="407"/>
                  </a:cubicBezTo>
                  <a:lnTo>
                    <a:pt x="1183" y="407"/>
                  </a:lnTo>
                  <a:cubicBezTo>
                    <a:pt x="1183" y="111"/>
                    <a:pt x="924" y="0"/>
                    <a:pt x="6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240;p54">
              <a:extLst>
                <a:ext uri="{FF2B5EF4-FFF2-40B4-BE49-F238E27FC236}">
                  <a16:creationId xmlns:a16="http://schemas.microsoft.com/office/drawing/2014/main" id="{938CFF7B-B151-052C-F04E-E6C5170E246B}"/>
                </a:ext>
              </a:extLst>
            </p:cNvPr>
            <p:cNvSpPr/>
            <p:nvPr/>
          </p:nvSpPr>
          <p:spPr>
            <a:xfrm>
              <a:off x="3068275" y="3133850"/>
              <a:ext cx="9250" cy="27750"/>
            </a:xfrm>
            <a:custGeom>
              <a:avLst/>
              <a:gdLst/>
              <a:ahLst/>
              <a:cxnLst/>
              <a:rect l="l" t="t" r="r" b="b"/>
              <a:pathLst>
                <a:path w="370" h="1110" extrusionOk="0">
                  <a:moveTo>
                    <a:pt x="0" y="0"/>
                  </a:moveTo>
                  <a:lnTo>
                    <a:pt x="0" y="1109"/>
                  </a:lnTo>
                  <a:lnTo>
                    <a:pt x="370" y="1109"/>
                  </a:lnTo>
                  <a:lnTo>
                    <a:pt x="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241;p54">
              <a:extLst>
                <a:ext uri="{FF2B5EF4-FFF2-40B4-BE49-F238E27FC236}">
                  <a16:creationId xmlns:a16="http://schemas.microsoft.com/office/drawing/2014/main" id="{08864116-70A0-7CC8-05C5-D962A391F60C}"/>
                </a:ext>
              </a:extLst>
            </p:cNvPr>
            <p:cNvSpPr/>
            <p:nvPr/>
          </p:nvSpPr>
          <p:spPr>
            <a:xfrm>
              <a:off x="3083050" y="3133850"/>
              <a:ext cx="27750" cy="27750"/>
            </a:xfrm>
            <a:custGeom>
              <a:avLst/>
              <a:gdLst/>
              <a:ahLst/>
              <a:cxnLst/>
              <a:rect l="l" t="t" r="r" b="b"/>
              <a:pathLst>
                <a:path w="1110" h="1110" extrusionOk="0">
                  <a:moveTo>
                    <a:pt x="1" y="0"/>
                  </a:moveTo>
                  <a:lnTo>
                    <a:pt x="1" y="1109"/>
                  </a:lnTo>
                  <a:lnTo>
                    <a:pt x="333" y="1109"/>
                  </a:lnTo>
                  <a:lnTo>
                    <a:pt x="333" y="592"/>
                  </a:lnTo>
                  <a:lnTo>
                    <a:pt x="777" y="1109"/>
                  </a:lnTo>
                  <a:lnTo>
                    <a:pt x="1110" y="1109"/>
                  </a:lnTo>
                  <a:lnTo>
                    <a:pt x="1110" y="0"/>
                  </a:lnTo>
                  <a:lnTo>
                    <a:pt x="777" y="0"/>
                  </a:lnTo>
                  <a:lnTo>
                    <a:pt x="777" y="555"/>
                  </a:lnTo>
                  <a:lnTo>
                    <a:pt x="33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242;p54">
              <a:extLst>
                <a:ext uri="{FF2B5EF4-FFF2-40B4-BE49-F238E27FC236}">
                  <a16:creationId xmlns:a16="http://schemas.microsoft.com/office/drawing/2014/main" id="{36C137FA-1386-4130-869C-F3838745931A}"/>
                </a:ext>
              </a:extLst>
            </p:cNvPr>
            <p:cNvSpPr/>
            <p:nvPr/>
          </p:nvSpPr>
          <p:spPr>
            <a:xfrm>
              <a:off x="3130200" y="3141250"/>
              <a:ext cx="15725" cy="13875"/>
            </a:xfrm>
            <a:custGeom>
              <a:avLst/>
              <a:gdLst/>
              <a:ahLst/>
              <a:cxnLst/>
              <a:rect l="l" t="t" r="r" b="b"/>
              <a:pathLst>
                <a:path w="629" h="555" extrusionOk="0">
                  <a:moveTo>
                    <a:pt x="259" y="0"/>
                  </a:moveTo>
                  <a:lnTo>
                    <a:pt x="296" y="185"/>
                  </a:lnTo>
                  <a:lnTo>
                    <a:pt x="296" y="185"/>
                  </a:lnTo>
                  <a:lnTo>
                    <a:pt x="111" y="111"/>
                  </a:lnTo>
                  <a:lnTo>
                    <a:pt x="0" y="185"/>
                  </a:lnTo>
                  <a:lnTo>
                    <a:pt x="185" y="296"/>
                  </a:lnTo>
                  <a:lnTo>
                    <a:pt x="0" y="370"/>
                  </a:lnTo>
                  <a:lnTo>
                    <a:pt x="111" y="518"/>
                  </a:lnTo>
                  <a:lnTo>
                    <a:pt x="296" y="370"/>
                  </a:lnTo>
                  <a:lnTo>
                    <a:pt x="259" y="555"/>
                  </a:lnTo>
                  <a:lnTo>
                    <a:pt x="370" y="555"/>
                  </a:lnTo>
                  <a:lnTo>
                    <a:pt x="370" y="370"/>
                  </a:lnTo>
                  <a:lnTo>
                    <a:pt x="518" y="518"/>
                  </a:lnTo>
                  <a:lnTo>
                    <a:pt x="629" y="370"/>
                  </a:lnTo>
                  <a:lnTo>
                    <a:pt x="444" y="296"/>
                  </a:lnTo>
                  <a:lnTo>
                    <a:pt x="629" y="185"/>
                  </a:lnTo>
                  <a:lnTo>
                    <a:pt x="518" y="111"/>
                  </a:lnTo>
                  <a:lnTo>
                    <a:pt x="370" y="185"/>
                  </a:lnTo>
                  <a:lnTo>
                    <a:pt x="37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243;p54">
              <a:extLst>
                <a:ext uri="{FF2B5EF4-FFF2-40B4-BE49-F238E27FC236}">
                  <a16:creationId xmlns:a16="http://schemas.microsoft.com/office/drawing/2014/main" id="{4D6D3061-A5E8-F9BE-AB01-95397F6D15CE}"/>
                </a:ext>
              </a:extLst>
            </p:cNvPr>
            <p:cNvSpPr/>
            <p:nvPr/>
          </p:nvSpPr>
          <p:spPr>
            <a:xfrm>
              <a:off x="3153300" y="3141250"/>
              <a:ext cx="13875" cy="13875"/>
            </a:xfrm>
            <a:custGeom>
              <a:avLst/>
              <a:gdLst/>
              <a:ahLst/>
              <a:cxnLst/>
              <a:rect l="l" t="t" r="r" b="b"/>
              <a:pathLst>
                <a:path w="555" h="555" extrusionOk="0">
                  <a:moveTo>
                    <a:pt x="185" y="0"/>
                  </a:moveTo>
                  <a:lnTo>
                    <a:pt x="259" y="185"/>
                  </a:lnTo>
                  <a:lnTo>
                    <a:pt x="74" y="111"/>
                  </a:lnTo>
                  <a:lnTo>
                    <a:pt x="0" y="185"/>
                  </a:lnTo>
                  <a:lnTo>
                    <a:pt x="185" y="296"/>
                  </a:lnTo>
                  <a:lnTo>
                    <a:pt x="0" y="370"/>
                  </a:lnTo>
                  <a:lnTo>
                    <a:pt x="74" y="518"/>
                  </a:lnTo>
                  <a:lnTo>
                    <a:pt x="259" y="370"/>
                  </a:lnTo>
                  <a:lnTo>
                    <a:pt x="185" y="555"/>
                  </a:lnTo>
                  <a:lnTo>
                    <a:pt x="370" y="555"/>
                  </a:lnTo>
                  <a:lnTo>
                    <a:pt x="333" y="370"/>
                  </a:lnTo>
                  <a:lnTo>
                    <a:pt x="518" y="518"/>
                  </a:lnTo>
                  <a:lnTo>
                    <a:pt x="555" y="370"/>
                  </a:lnTo>
                  <a:lnTo>
                    <a:pt x="370" y="296"/>
                  </a:lnTo>
                  <a:lnTo>
                    <a:pt x="555" y="185"/>
                  </a:lnTo>
                  <a:lnTo>
                    <a:pt x="518" y="111"/>
                  </a:lnTo>
                  <a:lnTo>
                    <a:pt x="333" y="185"/>
                  </a:lnTo>
                  <a:lnTo>
                    <a:pt x="37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244;p54">
              <a:extLst>
                <a:ext uri="{FF2B5EF4-FFF2-40B4-BE49-F238E27FC236}">
                  <a16:creationId xmlns:a16="http://schemas.microsoft.com/office/drawing/2014/main" id="{20374E66-7C91-0750-ABF6-761866F3C942}"/>
                </a:ext>
              </a:extLst>
            </p:cNvPr>
            <p:cNvSpPr/>
            <p:nvPr/>
          </p:nvSpPr>
          <p:spPr>
            <a:xfrm>
              <a:off x="3175475" y="3141250"/>
              <a:ext cx="14825" cy="13875"/>
            </a:xfrm>
            <a:custGeom>
              <a:avLst/>
              <a:gdLst/>
              <a:ahLst/>
              <a:cxnLst/>
              <a:rect l="l" t="t" r="r" b="b"/>
              <a:pathLst>
                <a:path w="593" h="555" extrusionOk="0">
                  <a:moveTo>
                    <a:pt x="222" y="0"/>
                  </a:moveTo>
                  <a:lnTo>
                    <a:pt x="222" y="185"/>
                  </a:lnTo>
                  <a:lnTo>
                    <a:pt x="112" y="111"/>
                  </a:lnTo>
                  <a:lnTo>
                    <a:pt x="1" y="185"/>
                  </a:lnTo>
                  <a:lnTo>
                    <a:pt x="185" y="296"/>
                  </a:lnTo>
                  <a:lnTo>
                    <a:pt x="1" y="370"/>
                  </a:lnTo>
                  <a:lnTo>
                    <a:pt x="112" y="518"/>
                  </a:lnTo>
                  <a:lnTo>
                    <a:pt x="222" y="370"/>
                  </a:lnTo>
                  <a:lnTo>
                    <a:pt x="222" y="555"/>
                  </a:lnTo>
                  <a:lnTo>
                    <a:pt x="370" y="555"/>
                  </a:lnTo>
                  <a:lnTo>
                    <a:pt x="333" y="370"/>
                  </a:lnTo>
                  <a:lnTo>
                    <a:pt x="518" y="518"/>
                  </a:lnTo>
                  <a:lnTo>
                    <a:pt x="592" y="370"/>
                  </a:lnTo>
                  <a:lnTo>
                    <a:pt x="407" y="296"/>
                  </a:lnTo>
                  <a:lnTo>
                    <a:pt x="592" y="185"/>
                  </a:lnTo>
                  <a:lnTo>
                    <a:pt x="518" y="111"/>
                  </a:lnTo>
                  <a:lnTo>
                    <a:pt x="333" y="185"/>
                  </a:lnTo>
                  <a:lnTo>
                    <a:pt x="333" y="185"/>
                  </a:lnTo>
                  <a:lnTo>
                    <a:pt x="37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245;p54">
              <a:extLst>
                <a:ext uri="{FF2B5EF4-FFF2-40B4-BE49-F238E27FC236}">
                  <a16:creationId xmlns:a16="http://schemas.microsoft.com/office/drawing/2014/main" id="{4AFAE2A3-2A3A-3BDB-2636-DE558E2B6D08}"/>
                </a:ext>
              </a:extLst>
            </p:cNvPr>
            <p:cNvSpPr/>
            <p:nvPr/>
          </p:nvSpPr>
          <p:spPr>
            <a:xfrm>
              <a:off x="3197650" y="3141250"/>
              <a:ext cx="14825" cy="13875"/>
            </a:xfrm>
            <a:custGeom>
              <a:avLst/>
              <a:gdLst/>
              <a:ahLst/>
              <a:cxnLst/>
              <a:rect l="l" t="t" r="r" b="b"/>
              <a:pathLst>
                <a:path w="593" h="555" extrusionOk="0">
                  <a:moveTo>
                    <a:pt x="223" y="0"/>
                  </a:moveTo>
                  <a:lnTo>
                    <a:pt x="223" y="185"/>
                  </a:lnTo>
                  <a:lnTo>
                    <a:pt x="75" y="111"/>
                  </a:lnTo>
                  <a:lnTo>
                    <a:pt x="1" y="185"/>
                  </a:lnTo>
                  <a:lnTo>
                    <a:pt x="186" y="296"/>
                  </a:lnTo>
                  <a:lnTo>
                    <a:pt x="1" y="370"/>
                  </a:lnTo>
                  <a:lnTo>
                    <a:pt x="75" y="518"/>
                  </a:lnTo>
                  <a:lnTo>
                    <a:pt x="223" y="370"/>
                  </a:lnTo>
                  <a:lnTo>
                    <a:pt x="223" y="555"/>
                  </a:lnTo>
                  <a:lnTo>
                    <a:pt x="371" y="555"/>
                  </a:lnTo>
                  <a:lnTo>
                    <a:pt x="371" y="370"/>
                  </a:lnTo>
                  <a:lnTo>
                    <a:pt x="519" y="518"/>
                  </a:lnTo>
                  <a:lnTo>
                    <a:pt x="592" y="370"/>
                  </a:lnTo>
                  <a:lnTo>
                    <a:pt x="408" y="296"/>
                  </a:lnTo>
                  <a:lnTo>
                    <a:pt x="592" y="185"/>
                  </a:lnTo>
                  <a:lnTo>
                    <a:pt x="519" y="111"/>
                  </a:lnTo>
                  <a:lnTo>
                    <a:pt x="371" y="185"/>
                  </a:lnTo>
                  <a:lnTo>
                    <a:pt x="37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246;p54">
              <a:extLst>
                <a:ext uri="{FF2B5EF4-FFF2-40B4-BE49-F238E27FC236}">
                  <a16:creationId xmlns:a16="http://schemas.microsoft.com/office/drawing/2014/main" id="{8921D17A-3295-C650-7278-C4BA370F6013}"/>
                </a:ext>
              </a:extLst>
            </p:cNvPr>
            <p:cNvSpPr/>
            <p:nvPr/>
          </p:nvSpPr>
          <p:spPr>
            <a:xfrm>
              <a:off x="3219850" y="3141250"/>
              <a:ext cx="14800" cy="13875"/>
            </a:xfrm>
            <a:custGeom>
              <a:avLst/>
              <a:gdLst/>
              <a:ahLst/>
              <a:cxnLst/>
              <a:rect l="l" t="t" r="r" b="b"/>
              <a:pathLst>
                <a:path w="592" h="555" extrusionOk="0">
                  <a:moveTo>
                    <a:pt x="222" y="0"/>
                  </a:moveTo>
                  <a:lnTo>
                    <a:pt x="259" y="185"/>
                  </a:lnTo>
                  <a:lnTo>
                    <a:pt x="74" y="111"/>
                  </a:lnTo>
                  <a:lnTo>
                    <a:pt x="0" y="185"/>
                  </a:lnTo>
                  <a:lnTo>
                    <a:pt x="185" y="296"/>
                  </a:lnTo>
                  <a:lnTo>
                    <a:pt x="0" y="370"/>
                  </a:lnTo>
                  <a:lnTo>
                    <a:pt x="74" y="518"/>
                  </a:lnTo>
                  <a:lnTo>
                    <a:pt x="259" y="370"/>
                  </a:lnTo>
                  <a:lnTo>
                    <a:pt x="222" y="555"/>
                  </a:lnTo>
                  <a:lnTo>
                    <a:pt x="370" y="555"/>
                  </a:lnTo>
                  <a:lnTo>
                    <a:pt x="370" y="370"/>
                  </a:lnTo>
                  <a:lnTo>
                    <a:pt x="481" y="518"/>
                  </a:lnTo>
                  <a:lnTo>
                    <a:pt x="592" y="370"/>
                  </a:lnTo>
                  <a:lnTo>
                    <a:pt x="407" y="296"/>
                  </a:lnTo>
                  <a:lnTo>
                    <a:pt x="592" y="185"/>
                  </a:lnTo>
                  <a:lnTo>
                    <a:pt x="481" y="111"/>
                  </a:lnTo>
                  <a:lnTo>
                    <a:pt x="370" y="185"/>
                  </a:lnTo>
                  <a:lnTo>
                    <a:pt x="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247;p54">
              <a:extLst>
                <a:ext uri="{FF2B5EF4-FFF2-40B4-BE49-F238E27FC236}">
                  <a16:creationId xmlns:a16="http://schemas.microsoft.com/office/drawing/2014/main" id="{C9E557D3-CDF2-BC4E-6761-A9ED2644A5B1}"/>
                </a:ext>
              </a:extLst>
            </p:cNvPr>
            <p:cNvSpPr/>
            <p:nvPr/>
          </p:nvSpPr>
          <p:spPr>
            <a:xfrm>
              <a:off x="3242950" y="3141250"/>
              <a:ext cx="13900" cy="13875"/>
            </a:xfrm>
            <a:custGeom>
              <a:avLst/>
              <a:gdLst/>
              <a:ahLst/>
              <a:cxnLst/>
              <a:rect l="l" t="t" r="r" b="b"/>
              <a:pathLst>
                <a:path w="556" h="555" extrusionOk="0">
                  <a:moveTo>
                    <a:pt x="185" y="0"/>
                  </a:moveTo>
                  <a:lnTo>
                    <a:pt x="222" y="185"/>
                  </a:lnTo>
                  <a:lnTo>
                    <a:pt x="222" y="185"/>
                  </a:lnTo>
                  <a:lnTo>
                    <a:pt x="37" y="111"/>
                  </a:lnTo>
                  <a:lnTo>
                    <a:pt x="0" y="185"/>
                  </a:lnTo>
                  <a:lnTo>
                    <a:pt x="185" y="296"/>
                  </a:lnTo>
                  <a:lnTo>
                    <a:pt x="0" y="370"/>
                  </a:lnTo>
                  <a:lnTo>
                    <a:pt x="37" y="518"/>
                  </a:lnTo>
                  <a:lnTo>
                    <a:pt x="222" y="370"/>
                  </a:lnTo>
                  <a:lnTo>
                    <a:pt x="185" y="555"/>
                  </a:lnTo>
                  <a:lnTo>
                    <a:pt x="370" y="555"/>
                  </a:lnTo>
                  <a:lnTo>
                    <a:pt x="296" y="370"/>
                  </a:lnTo>
                  <a:lnTo>
                    <a:pt x="481" y="518"/>
                  </a:lnTo>
                  <a:lnTo>
                    <a:pt x="555" y="370"/>
                  </a:lnTo>
                  <a:lnTo>
                    <a:pt x="370" y="296"/>
                  </a:lnTo>
                  <a:lnTo>
                    <a:pt x="555" y="185"/>
                  </a:lnTo>
                  <a:lnTo>
                    <a:pt x="481" y="111"/>
                  </a:lnTo>
                  <a:lnTo>
                    <a:pt x="296" y="185"/>
                  </a:lnTo>
                  <a:lnTo>
                    <a:pt x="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248;p54">
              <a:extLst>
                <a:ext uri="{FF2B5EF4-FFF2-40B4-BE49-F238E27FC236}">
                  <a16:creationId xmlns:a16="http://schemas.microsoft.com/office/drawing/2014/main" id="{CD5DA481-516C-9D22-AE68-48B8DB3469D0}"/>
                </a:ext>
              </a:extLst>
            </p:cNvPr>
            <p:cNvSpPr/>
            <p:nvPr/>
          </p:nvSpPr>
          <p:spPr>
            <a:xfrm>
              <a:off x="3264200" y="3141250"/>
              <a:ext cx="15750" cy="13875"/>
            </a:xfrm>
            <a:custGeom>
              <a:avLst/>
              <a:gdLst/>
              <a:ahLst/>
              <a:cxnLst/>
              <a:rect l="l" t="t" r="r" b="b"/>
              <a:pathLst>
                <a:path w="630" h="555" extrusionOk="0">
                  <a:moveTo>
                    <a:pt x="260" y="0"/>
                  </a:moveTo>
                  <a:lnTo>
                    <a:pt x="260" y="185"/>
                  </a:lnTo>
                  <a:lnTo>
                    <a:pt x="112" y="111"/>
                  </a:lnTo>
                  <a:lnTo>
                    <a:pt x="1" y="185"/>
                  </a:lnTo>
                  <a:lnTo>
                    <a:pt x="186" y="296"/>
                  </a:lnTo>
                  <a:lnTo>
                    <a:pt x="1" y="370"/>
                  </a:lnTo>
                  <a:lnTo>
                    <a:pt x="112" y="518"/>
                  </a:lnTo>
                  <a:lnTo>
                    <a:pt x="260" y="370"/>
                  </a:lnTo>
                  <a:lnTo>
                    <a:pt x="260" y="555"/>
                  </a:lnTo>
                  <a:lnTo>
                    <a:pt x="371" y="555"/>
                  </a:lnTo>
                  <a:lnTo>
                    <a:pt x="334" y="370"/>
                  </a:lnTo>
                  <a:lnTo>
                    <a:pt x="518" y="518"/>
                  </a:lnTo>
                  <a:lnTo>
                    <a:pt x="629" y="370"/>
                  </a:lnTo>
                  <a:lnTo>
                    <a:pt x="444" y="296"/>
                  </a:lnTo>
                  <a:lnTo>
                    <a:pt x="629" y="185"/>
                  </a:lnTo>
                  <a:lnTo>
                    <a:pt x="518" y="111"/>
                  </a:lnTo>
                  <a:lnTo>
                    <a:pt x="334" y="185"/>
                  </a:lnTo>
                  <a:lnTo>
                    <a:pt x="334" y="185"/>
                  </a:lnTo>
                  <a:lnTo>
                    <a:pt x="37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249;p54">
              <a:extLst>
                <a:ext uri="{FF2B5EF4-FFF2-40B4-BE49-F238E27FC236}">
                  <a16:creationId xmlns:a16="http://schemas.microsoft.com/office/drawing/2014/main" id="{24FD9E20-A48B-DFF0-6DF9-FCCD0B1B6377}"/>
                </a:ext>
              </a:extLst>
            </p:cNvPr>
            <p:cNvSpPr/>
            <p:nvPr/>
          </p:nvSpPr>
          <p:spPr>
            <a:xfrm>
              <a:off x="3286400" y="3141250"/>
              <a:ext cx="14800" cy="13875"/>
            </a:xfrm>
            <a:custGeom>
              <a:avLst/>
              <a:gdLst/>
              <a:ahLst/>
              <a:cxnLst/>
              <a:rect l="l" t="t" r="r" b="b"/>
              <a:pathLst>
                <a:path w="592" h="555" extrusionOk="0">
                  <a:moveTo>
                    <a:pt x="222" y="0"/>
                  </a:moveTo>
                  <a:lnTo>
                    <a:pt x="222" y="185"/>
                  </a:lnTo>
                  <a:lnTo>
                    <a:pt x="111" y="111"/>
                  </a:lnTo>
                  <a:lnTo>
                    <a:pt x="0" y="185"/>
                  </a:lnTo>
                  <a:lnTo>
                    <a:pt x="185" y="296"/>
                  </a:lnTo>
                  <a:lnTo>
                    <a:pt x="0" y="370"/>
                  </a:lnTo>
                  <a:lnTo>
                    <a:pt x="111" y="518"/>
                  </a:lnTo>
                  <a:lnTo>
                    <a:pt x="222" y="370"/>
                  </a:lnTo>
                  <a:lnTo>
                    <a:pt x="222" y="555"/>
                  </a:lnTo>
                  <a:lnTo>
                    <a:pt x="370" y="555"/>
                  </a:lnTo>
                  <a:lnTo>
                    <a:pt x="370" y="370"/>
                  </a:lnTo>
                  <a:lnTo>
                    <a:pt x="518" y="518"/>
                  </a:lnTo>
                  <a:lnTo>
                    <a:pt x="592" y="370"/>
                  </a:lnTo>
                  <a:lnTo>
                    <a:pt x="407" y="296"/>
                  </a:lnTo>
                  <a:lnTo>
                    <a:pt x="592" y="185"/>
                  </a:lnTo>
                  <a:lnTo>
                    <a:pt x="518" y="111"/>
                  </a:lnTo>
                  <a:lnTo>
                    <a:pt x="370" y="185"/>
                  </a:lnTo>
                  <a:lnTo>
                    <a:pt x="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250;p54">
              <a:extLst>
                <a:ext uri="{FF2B5EF4-FFF2-40B4-BE49-F238E27FC236}">
                  <a16:creationId xmlns:a16="http://schemas.microsoft.com/office/drawing/2014/main" id="{13A7A379-3C02-F556-33EB-A80DEA8117C9}"/>
                </a:ext>
              </a:extLst>
            </p:cNvPr>
            <p:cNvSpPr/>
            <p:nvPr/>
          </p:nvSpPr>
          <p:spPr>
            <a:xfrm>
              <a:off x="3308575" y="3141250"/>
              <a:ext cx="14800" cy="13875"/>
            </a:xfrm>
            <a:custGeom>
              <a:avLst/>
              <a:gdLst/>
              <a:ahLst/>
              <a:cxnLst/>
              <a:rect l="l" t="t" r="r" b="b"/>
              <a:pathLst>
                <a:path w="592" h="555" extrusionOk="0">
                  <a:moveTo>
                    <a:pt x="222" y="0"/>
                  </a:moveTo>
                  <a:lnTo>
                    <a:pt x="259" y="185"/>
                  </a:lnTo>
                  <a:lnTo>
                    <a:pt x="74" y="111"/>
                  </a:lnTo>
                  <a:lnTo>
                    <a:pt x="0" y="185"/>
                  </a:lnTo>
                  <a:lnTo>
                    <a:pt x="185" y="296"/>
                  </a:lnTo>
                  <a:lnTo>
                    <a:pt x="0" y="370"/>
                  </a:lnTo>
                  <a:lnTo>
                    <a:pt x="74" y="518"/>
                  </a:lnTo>
                  <a:lnTo>
                    <a:pt x="259" y="370"/>
                  </a:lnTo>
                  <a:lnTo>
                    <a:pt x="259" y="370"/>
                  </a:lnTo>
                  <a:lnTo>
                    <a:pt x="222" y="555"/>
                  </a:lnTo>
                  <a:lnTo>
                    <a:pt x="370" y="555"/>
                  </a:lnTo>
                  <a:lnTo>
                    <a:pt x="370" y="370"/>
                  </a:lnTo>
                  <a:lnTo>
                    <a:pt x="518" y="518"/>
                  </a:lnTo>
                  <a:lnTo>
                    <a:pt x="592" y="370"/>
                  </a:lnTo>
                  <a:lnTo>
                    <a:pt x="407" y="296"/>
                  </a:lnTo>
                  <a:lnTo>
                    <a:pt x="592" y="185"/>
                  </a:lnTo>
                  <a:lnTo>
                    <a:pt x="518" y="111"/>
                  </a:lnTo>
                  <a:lnTo>
                    <a:pt x="370" y="185"/>
                  </a:lnTo>
                  <a:lnTo>
                    <a:pt x="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251;p54">
              <a:extLst>
                <a:ext uri="{FF2B5EF4-FFF2-40B4-BE49-F238E27FC236}">
                  <a16:creationId xmlns:a16="http://schemas.microsoft.com/office/drawing/2014/main" id="{E9FCCAD5-9AC2-27E3-2216-54A56E259808}"/>
                </a:ext>
              </a:extLst>
            </p:cNvPr>
            <p:cNvSpPr/>
            <p:nvPr/>
          </p:nvSpPr>
          <p:spPr>
            <a:xfrm>
              <a:off x="3331675" y="3141250"/>
              <a:ext cx="13900" cy="13875"/>
            </a:xfrm>
            <a:custGeom>
              <a:avLst/>
              <a:gdLst/>
              <a:ahLst/>
              <a:cxnLst/>
              <a:rect l="l" t="t" r="r" b="b"/>
              <a:pathLst>
                <a:path w="556" h="555" extrusionOk="0">
                  <a:moveTo>
                    <a:pt x="186" y="0"/>
                  </a:moveTo>
                  <a:lnTo>
                    <a:pt x="223" y="185"/>
                  </a:lnTo>
                  <a:lnTo>
                    <a:pt x="38" y="111"/>
                  </a:lnTo>
                  <a:lnTo>
                    <a:pt x="1" y="185"/>
                  </a:lnTo>
                  <a:lnTo>
                    <a:pt x="186" y="296"/>
                  </a:lnTo>
                  <a:lnTo>
                    <a:pt x="1" y="370"/>
                  </a:lnTo>
                  <a:lnTo>
                    <a:pt x="38" y="518"/>
                  </a:lnTo>
                  <a:lnTo>
                    <a:pt x="223" y="370"/>
                  </a:lnTo>
                  <a:lnTo>
                    <a:pt x="223" y="370"/>
                  </a:lnTo>
                  <a:lnTo>
                    <a:pt x="186" y="555"/>
                  </a:lnTo>
                  <a:lnTo>
                    <a:pt x="370" y="555"/>
                  </a:lnTo>
                  <a:lnTo>
                    <a:pt x="333" y="370"/>
                  </a:lnTo>
                  <a:lnTo>
                    <a:pt x="518" y="518"/>
                  </a:lnTo>
                  <a:lnTo>
                    <a:pt x="555" y="370"/>
                  </a:lnTo>
                  <a:lnTo>
                    <a:pt x="370" y="296"/>
                  </a:lnTo>
                  <a:lnTo>
                    <a:pt x="555" y="185"/>
                  </a:lnTo>
                  <a:lnTo>
                    <a:pt x="518" y="111"/>
                  </a:lnTo>
                  <a:lnTo>
                    <a:pt x="333" y="185"/>
                  </a:lnTo>
                  <a:lnTo>
                    <a:pt x="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252;p54">
              <a:extLst>
                <a:ext uri="{FF2B5EF4-FFF2-40B4-BE49-F238E27FC236}">
                  <a16:creationId xmlns:a16="http://schemas.microsoft.com/office/drawing/2014/main" id="{1D6D802E-5F65-6CC7-1C16-B426AD5CAF26}"/>
                </a:ext>
              </a:extLst>
            </p:cNvPr>
            <p:cNvSpPr/>
            <p:nvPr/>
          </p:nvSpPr>
          <p:spPr>
            <a:xfrm>
              <a:off x="3353850" y="3141250"/>
              <a:ext cx="14825" cy="13875"/>
            </a:xfrm>
            <a:custGeom>
              <a:avLst/>
              <a:gdLst/>
              <a:ahLst/>
              <a:cxnLst/>
              <a:rect l="l" t="t" r="r" b="b"/>
              <a:pathLst>
                <a:path w="593" h="555" extrusionOk="0">
                  <a:moveTo>
                    <a:pt x="223" y="0"/>
                  </a:moveTo>
                  <a:lnTo>
                    <a:pt x="223" y="185"/>
                  </a:lnTo>
                  <a:lnTo>
                    <a:pt x="75" y="111"/>
                  </a:lnTo>
                  <a:lnTo>
                    <a:pt x="1" y="185"/>
                  </a:lnTo>
                  <a:lnTo>
                    <a:pt x="186" y="296"/>
                  </a:lnTo>
                  <a:lnTo>
                    <a:pt x="1" y="370"/>
                  </a:lnTo>
                  <a:lnTo>
                    <a:pt x="75" y="518"/>
                  </a:lnTo>
                  <a:lnTo>
                    <a:pt x="223" y="370"/>
                  </a:lnTo>
                  <a:lnTo>
                    <a:pt x="223" y="555"/>
                  </a:lnTo>
                  <a:lnTo>
                    <a:pt x="371" y="555"/>
                  </a:lnTo>
                  <a:lnTo>
                    <a:pt x="297" y="370"/>
                  </a:lnTo>
                  <a:lnTo>
                    <a:pt x="482" y="518"/>
                  </a:lnTo>
                  <a:lnTo>
                    <a:pt x="593" y="370"/>
                  </a:lnTo>
                  <a:lnTo>
                    <a:pt x="408" y="296"/>
                  </a:lnTo>
                  <a:lnTo>
                    <a:pt x="593" y="185"/>
                  </a:lnTo>
                  <a:lnTo>
                    <a:pt x="482" y="111"/>
                  </a:lnTo>
                  <a:lnTo>
                    <a:pt x="297" y="185"/>
                  </a:lnTo>
                  <a:lnTo>
                    <a:pt x="37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253;p54">
              <a:extLst>
                <a:ext uri="{FF2B5EF4-FFF2-40B4-BE49-F238E27FC236}">
                  <a16:creationId xmlns:a16="http://schemas.microsoft.com/office/drawing/2014/main" id="{6767A2C3-91A1-F61F-83CC-2876523C212A}"/>
                </a:ext>
              </a:extLst>
            </p:cNvPr>
            <p:cNvSpPr/>
            <p:nvPr/>
          </p:nvSpPr>
          <p:spPr>
            <a:xfrm>
              <a:off x="2974000" y="3252150"/>
              <a:ext cx="25900" cy="27750"/>
            </a:xfrm>
            <a:custGeom>
              <a:avLst/>
              <a:gdLst/>
              <a:ahLst/>
              <a:cxnLst/>
              <a:rect l="l" t="t" r="r" b="b"/>
              <a:pathLst>
                <a:path w="1036" h="1110" extrusionOk="0">
                  <a:moveTo>
                    <a:pt x="518" y="333"/>
                  </a:moveTo>
                  <a:cubicBezTo>
                    <a:pt x="592" y="333"/>
                    <a:pt x="629" y="370"/>
                    <a:pt x="629" y="444"/>
                  </a:cubicBezTo>
                  <a:cubicBezTo>
                    <a:pt x="629" y="481"/>
                    <a:pt x="629" y="518"/>
                    <a:pt x="518" y="518"/>
                  </a:cubicBezTo>
                  <a:lnTo>
                    <a:pt x="407" y="518"/>
                  </a:lnTo>
                  <a:lnTo>
                    <a:pt x="407" y="333"/>
                  </a:lnTo>
                  <a:close/>
                  <a:moveTo>
                    <a:pt x="0" y="0"/>
                  </a:moveTo>
                  <a:lnTo>
                    <a:pt x="0" y="1110"/>
                  </a:lnTo>
                  <a:lnTo>
                    <a:pt x="407" y="1110"/>
                  </a:lnTo>
                  <a:lnTo>
                    <a:pt x="407" y="740"/>
                  </a:lnTo>
                  <a:lnTo>
                    <a:pt x="666" y="740"/>
                  </a:lnTo>
                  <a:cubicBezTo>
                    <a:pt x="887" y="740"/>
                    <a:pt x="1035" y="629"/>
                    <a:pt x="1035" y="370"/>
                  </a:cubicBezTo>
                  <a:cubicBezTo>
                    <a:pt x="1035" y="148"/>
                    <a:pt x="887" y="0"/>
                    <a:pt x="6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254;p54">
              <a:extLst>
                <a:ext uri="{FF2B5EF4-FFF2-40B4-BE49-F238E27FC236}">
                  <a16:creationId xmlns:a16="http://schemas.microsoft.com/office/drawing/2014/main" id="{7623C946-475D-77B2-B282-44442CC3A724}"/>
                </a:ext>
              </a:extLst>
            </p:cNvPr>
            <p:cNvSpPr/>
            <p:nvPr/>
          </p:nvSpPr>
          <p:spPr>
            <a:xfrm>
              <a:off x="2998950" y="3252150"/>
              <a:ext cx="29600" cy="27750"/>
            </a:xfrm>
            <a:custGeom>
              <a:avLst/>
              <a:gdLst/>
              <a:ahLst/>
              <a:cxnLst/>
              <a:rect l="l" t="t" r="r" b="b"/>
              <a:pathLst>
                <a:path w="1184" h="1110" extrusionOk="0">
                  <a:moveTo>
                    <a:pt x="555" y="333"/>
                  </a:moveTo>
                  <a:lnTo>
                    <a:pt x="629" y="740"/>
                  </a:lnTo>
                  <a:lnTo>
                    <a:pt x="407" y="740"/>
                  </a:lnTo>
                  <a:lnTo>
                    <a:pt x="555" y="333"/>
                  </a:lnTo>
                  <a:close/>
                  <a:moveTo>
                    <a:pt x="407" y="0"/>
                  </a:moveTo>
                  <a:lnTo>
                    <a:pt x="0" y="1110"/>
                  </a:lnTo>
                  <a:lnTo>
                    <a:pt x="370" y="1110"/>
                  </a:lnTo>
                  <a:lnTo>
                    <a:pt x="407" y="999"/>
                  </a:lnTo>
                  <a:lnTo>
                    <a:pt x="777" y="999"/>
                  </a:lnTo>
                  <a:lnTo>
                    <a:pt x="814" y="1110"/>
                  </a:lnTo>
                  <a:lnTo>
                    <a:pt x="1183" y="1110"/>
                  </a:lnTo>
                  <a:lnTo>
                    <a:pt x="81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255;p54">
              <a:extLst>
                <a:ext uri="{FF2B5EF4-FFF2-40B4-BE49-F238E27FC236}">
                  <a16:creationId xmlns:a16="http://schemas.microsoft.com/office/drawing/2014/main" id="{097FAA79-671B-80FA-6733-1FB134875171}"/>
                </a:ext>
              </a:extLst>
            </p:cNvPr>
            <p:cNvSpPr/>
            <p:nvPr/>
          </p:nvSpPr>
          <p:spPr>
            <a:xfrm>
              <a:off x="3030375" y="3251225"/>
              <a:ext cx="25900" cy="30525"/>
            </a:xfrm>
            <a:custGeom>
              <a:avLst/>
              <a:gdLst/>
              <a:ahLst/>
              <a:cxnLst/>
              <a:rect l="l" t="t" r="r" b="b"/>
              <a:pathLst>
                <a:path w="1036" h="1221" extrusionOk="0">
                  <a:moveTo>
                    <a:pt x="481" y="1"/>
                  </a:moveTo>
                  <a:cubicBezTo>
                    <a:pt x="222" y="1"/>
                    <a:pt x="0" y="111"/>
                    <a:pt x="0" y="370"/>
                  </a:cubicBezTo>
                  <a:cubicBezTo>
                    <a:pt x="0" y="777"/>
                    <a:pt x="629" y="703"/>
                    <a:pt x="629" y="851"/>
                  </a:cubicBezTo>
                  <a:cubicBezTo>
                    <a:pt x="629" y="925"/>
                    <a:pt x="555" y="925"/>
                    <a:pt x="481" y="925"/>
                  </a:cubicBezTo>
                  <a:cubicBezTo>
                    <a:pt x="333" y="925"/>
                    <a:pt x="296" y="925"/>
                    <a:pt x="296" y="777"/>
                  </a:cubicBezTo>
                  <a:lnTo>
                    <a:pt x="0" y="777"/>
                  </a:lnTo>
                  <a:cubicBezTo>
                    <a:pt x="0" y="1110"/>
                    <a:pt x="222" y="1221"/>
                    <a:pt x="555" y="1221"/>
                  </a:cubicBezTo>
                  <a:cubicBezTo>
                    <a:pt x="814" y="1221"/>
                    <a:pt x="1035" y="1110"/>
                    <a:pt x="1035" y="851"/>
                  </a:cubicBezTo>
                  <a:cubicBezTo>
                    <a:pt x="1035" y="407"/>
                    <a:pt x="407" y="555"/>
                    <a:pt x="407" y="370"/>
                  </a:cubicBezTo>
                  <a:cubicBezTo>
                    <a:pt x="407" y="333"/>
                    <a:pt x="444" y="296"/>
                    <a:pt x="555" y="296"/>
                  </a:cubicBezTo>
                  <a:cubicBezTo>
                    <a:pt x="629" y="296"/>
                    <a:pt x="666" y="333"/>
                    <a:pt x="666" y="370"/>
                  </a:cubicBezTo>
                  <a:lnTo>
                    <a:pt x="998" y="370"/>
                  </a:lnTo>
                  <a:cubicBezTo>
                    <a:pt x="998" y="148"/>
                    <a:pt x="777" y="37"/>
                    <a:pt x="4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256;p54">
              <a:extLst>
                <a:ext uri="{FF2B5EF4-FFF2-40B4-BE49-F238E27FC236}">
                  <a16:creationId xmlns:a16="http://schemas.microsoft.com/office/drawing/2014/main" id="{970A6040-14D4-CB54-5F24-29D050C3172F}"/>
                </a:ext>
              </a:extLst>
            </p:cNvPr>
            <p:cNvSpPr/>
            <p:nvPr/>
          </p:nvSpPr>
          <p:spPr>
            <a:xfrm>
              <a:off x="3059025" y="3251225"/>
              <a:ext cx="26825" cy="30525"/>
            </a:xfrm>
            <a:custGeom>
              <a:avLst/>
              <a:gdLst/>
              <a:ahLst/>
              <a:cxnLst/>
              <a:rect l="l" t="t" r="r" b="b"/>
              <a:pathLst>
                <a:path w="1073" h="1221" extrusionOk="0">
                  <a:moveTo>
                    <a:pt x="518" y="1"/>
                  </a:moveTo>
                  <a:cubicBezTo>
                    <a:pt x="222" y="1"/>
                    <a:pt x="0" y="111"/>
                    <a:pt x="0" y="370"/>
                  </a:cubicBezTo>
                  <a:cubicBezTo>
                    <a:pt x="0" y="777"/>
                    <a:pt x="629" y="703"/>
                    <a:pt x="629" y="851"/>
                  </a:cubicBezTo>
                  <a:cubicBezTo>
                    <a:pt x="629" y="925"/>
                    <a:pt x="555" y="925"/>
                    <a:pt x="518" y="925"/>
                  </a:cubicBezTo>
                  <a:cubicBezTo>
                    <a:pt x="370" y="925"/>
                    <a:pt x="333" y="925"/>
                    <a:pt x="333" y="777"/>
                  </a:cubicBezTo>
                  <a:lnTo>
                    <a:pt x="0" y="777"/>
                  </a:lnTo>
                  <a:cubicBezTo>
                    <a:pt x="0" y="1110"/>
                    <a:pt x="222" y="1221"/>
                    <a:pt x="555" y="1221"/>
                  </a:cubicBezTo>
                  <a:cubicBezTo>
                    <a:pt x="814" y="1221"/>
                    <a:pt x="1072" y="1110"/>
                    <a:pt x="1072" y="851"/>
                  </a:cubicBezTo>
                  <a:cubicBezTo>
                    <a:pt x="1072" y="407"/>
                    <a:pt x="407" y="555"/>
                    <a:pt x="407" y="370"/>
                  </a:cubicBezTo>
                  <a:cubicBezTo>
                    <a:pt x="407" y="333"/>
                    <a:pt x="444" y="296"/>
                    <a:pt x="555" y="296"/>
                  </a:cubicBezTo>
                  <a:cubicBezTo>
                    <a:pt x="629" y="296"/>
                    <a:pt x="703" y="333"/>
                    <a:pt x="703" y="370"/>
                  </a:cubicBezTo>
                  <a:lnTo>
                    <a:pt x="999" y="370"/>
                  </a:lnTo>
                  <a:cubicBezTo>
                    <a:pt x="999" y="148"/>
                    <a:pt x="777" y="37"/>
                    <a:pt x="5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257;p54">
              <a:extLst>
                <a:ext uri="{FF2B5EF4-FFF2-40B4-BE49-F238E27FC236}">
                  <a16:creationId xmlns:a16="http://schemas.microsoft.com/office/drawing/2014/main" id="{73F3D4FE-63A8-BD84-424F-34738CB6F29C}"/>
                </a:ext>
              </a:extLst>
            </p:cNvPr>
            <p:cNvSpPr/>
            <p:nvPr/>
          </p:nvSpPr>
          <p:spPr>
            <a:xfrm>
              <a:off x="3087675" y="3252150"/>
              <a:ext cx="41625" cy="27750"/>
            </a:xfrm>
            <a:custGeom>
              <a:avLst/>
              <a:gdLst/>
              <a:ahLst/>
              <a:cxnLst/>
              <a:rect l="l" t="t" r="r" b="b"/>
              <a:pathLst>
                <a:path w="1665" h="1110" extrusionOk="0">
                  <a:moveTo>
                    <a:pt x="0" y="0"/>
                  </a:moveTo>
                  <a:lnTo>
                    <a:pt x="259" y="1110"/>
                  </a:lnTo>
                  <a:lnTo>
                    <a:pt x="629" y="1110"/>
                  </a:lnTo>
                  <a:lnTo>
                    <a:pt x="777" y="444"/>
                  </a:lnTo>
                  <a:lnTo>
                    <a:pt x="925" y="1110"/>
                  </a:lnTo>
                  <a:lnTo>
                    <a:pt x="1294" y="1110"/>
                  </a:lnTo>
                  <a:lnTo>
                    <a:pt x="1664" y="0"/>
                  </a:lnTo>
                  <a:lnTo>
                    <a:pt x="1294" y="0"/>
                  </a:lnTo>
                  <a:lnTo>
                    <a:pt x="1147" y="666"/>
                  </a:lnTo>
                  <a:lnTo>
                    <a:pt x="1036" y="0"/>
                  </a:lnTo>
                  <a:lnTo>
                    <a:pt x="666" y="0"/>
                  </a:lnTo>
                  <a:lnTo>
                    <a:pt x="518" y="666"/>
                  </a:lnTo>
                  <a:lnTo>
                    <a:pt x="37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58;p54">
              <a:extLst>
                <a:ext uri="{FF2B5EF4-FFF2-40B4-BE49-F238E27FC236}">
                  <a16:creationId xmlns:a16="http://schemas.microsoft.com/office/drawing/2014/main" id="{009F50DD-244F-8354-9641-1CE737487869}"/>
                </a:ext>
              </a:extLst>
            </p:cNvPr>
            <p:cNvSpPr/>
            <p:nvPr/>
          </p:nvSpPr>
          <p:spPr>
            <a:xfrm>
              <a:off x="3126500" y="3252150"/>
              <a:ext cx="30525" cy="27750"/>
            </a:xfrm>
            <a:custGeom>
              <a:avLst/>
              <a:gdLst/>
              <a:ahLst/>
              <a:cxnLst/>
              <a:rect l="l" t="t" r="r" b="b"/>
              <a:pathLst>
                <a:path w="1221" h="1110" extrusionOk="0">
                  <a:moveTo>
                    <a:pt x="629" y="222"/>
                  </a:moveTo>
                  <a:cubicBezTo>
                    <a:pt x="777" y="222"/>
                    <a:pt x="851" y="370"/>
                    <a:pt x="851" y="518"/>
                  </a:cubicBezTo>
                  <a:lnTo>
                    <a:pt x="851" y="629"/>
                  </a:lnTo>
                  <a:cubicBezTo>
                    <a:pt x="851" y="814"/>
                    <a:pt x="777" y="888"/>
                    <a:pt x="629" y="888"/>
                  </a:cubicBezTo>
                  <a:cubicBezTo>
                    <a:pt x="481" y="888"/>
                    <a:pt x="407" y="740"/>
                    <a:pt x="407" y="629"/>
                  </a:cubicBezTo>
                  <a:lnTo>
                    <a:pt x="407" y="518"/>
                  </a:lnTo>
                  <a:cubicBezTo>
                    <a:pt x="407" y="370"/>
                    <a:pt x="481" y="222"/>
                    <a:pt x="629" y="222"/>
                  </a:cubicBezTo>
                  <a:close/>
                  <a:moveTo>
                    <a:pt x="629" y="0"/>
                  </a:moveTo>
                  <a:cubicBezTo>
                    <a:pt x="259" y="0"/>
                    <a:pt x="0" y="185"/>
                    <a:pt x="0" y="555"/>
                  </a:cubicBezTo>
                  <a:cubicBezTo>
                    <a:pt x="0" y="925"/>
                    <a:pt x="259" y="1110"/>
                    <a:pt x="629" y="1110"/>
                  </a:cubicBezTo>
                  <a:cubicBezTo>
                    <a:pt x="998" y="1110"/>
                    <a:pt x="1220" y="925"/>
                    <a:pt x="1220" y="555"/>
                  </a:cubicBezTo>
                  <a:cubicBezTo>
                    <a:pt x="1220" y="185"/>
                    <a:pt x="1035" y="0"/>
                    <a:pt x="6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59;p54">
              <a:extLst>
                <a:ext uri="{FF2B5EF4-FFF2-40B4-BE49-F238E27FC236}">
                  <a16:creationId xmlns:a16="http://schemas.microsoft.com/office/drawing/2014/main" id="{75647AC9-4575-5F3B-678A-CB96B70C7476}"/>
                </a:ext>
              </a:extLst>
            </p:cNvPr>
            <p:cNvSpPr/>
            <p:nvPr/>
          </p:nvSpPr>
          <p:spPr>
            <a:xfrm>
              <a:off x="3161625" y="3252150"/>
              <a:ext cx="27750" cy="27750"/>
            </a:xfrm>
            <a:custGeom>
              <a:avLst/>
              <a:gdLst/>
              <a:ahLst/>
              <a:cxnLst/>
              <a:rect l="l" t="t" r="r" b="b"/>
              <a:pathLst>
                <a:path w="1110" h="1110" extrusionOk="0">
                  <a:moveTo>
                    <a:pt x="592" y="296"/>
                  </a:moveTo>
                  <a:cubicBezTo>
                    <a:pt x="666" y="296"/>
                    <a:pt x="703" y="296"/>
                    <a:pt x="703" y="370"/>
                  </a:cubicBezTo>
                  <a:cubicBezTo>
                    <a:pt x="703" y="407"/>
                    <a:pt x="666" y="481"/>
                    <a:pt x="592" y="481"/>
                  </a:cubicBezTo>
                  <a:lnTo>
                    <a:pt x="370" y="481"/>
                  </a:lnTo>
                  <a:lnTo>
                    <a:pt x="370" y="296"/>
                  </a:lnTo>
                  <a:close/>
                  <a:moveTo>
                    <a:pt x="0" y="0"/>
                  </a:moveTo>
                  <a:lnTo>
                    <a:pt x="0" y="1110"/>
                  </a:lnTo>
                  <a:lnTo>
                    <a:pt x="370" y="1110"/>
                  </a:lnTo>
                  <a:lnTo>
                    <a:pt x="370" y="703"/>
                  </a:lnTo>
                  <a:lnTo>
                    <a:pt x="518" y="703"/>
                  </a:lnTo>
                  <a:lnTo>
                    <a:pt x="703" y="1110"/>
                  </a:lnTo>
                  <a:lnTo>
                    <a:pt x="1109" y="1110"/>
                  </a:lnTo>
                  <a:lnTo>
                    <a:pt x="887" y="666"/>
                  </a:lnTo>
                  <a:cubicBezTo>
                    <a:pt x="1035" y="629"/>
                    <a:pt x="1072" y="481"/>
                    <a:pt x="1072" y="333"/>
                  </a:cubicBezTo>
                  <a:cubicBezTo>
                    <a:pt x="1072" y="148"/>
                    <a:pt x="924" y="0"/>
                    <a:pt x="7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60;p54">
              <a:extLst>
                <a:ext uri="{FF2B5EF4-FFF2-40B4-BE49-F238E27FC236}">
                  <a16:creationId xmlns:a16="http://schemas.microsoft.com/office/drawing/2014/main" id="{64321BC9-D4AB-4A36-A00C-115B9713DC38}"/>
                </a:ext>
              </a:extLst>
            </p:cNvPr>
            <p:cNvSpPr/>
            <p:nvPr/>
          </p:nvSpPr>
          <p:spPr>
            <a:xfrm>
              <a:off x="3193975" y="3252150"/>
              <a:ext cx="26825" cy="27750"/>
            </a:xfrm>
            <a:custGeom>
              <a:avLst/>
              <a:gdLst/>
              <a:ahLst/>
              <a:cxnLst/>
              <a:rect l="l" t="t" r="r" b="b"/>
              <a:pathLst>
                <a:path w="1073" h="1110" extrusionOk="0">
                  <a:moveTo>
                    <a:pt x="481" y="296"/>
                  </a:moveTo>
                  <a:cubicBezTo>
                    <a:pt x="666" y="296"/>
                    <a:pt x="702" y="370"/>
                    <a:pt x="702" y="518"/>
                  </a:cubicBezTo>
                  <a:lnTo>
                    <a:pt x="702" y="629"/>
                  </a:lnTo>
                  <a:cubicBezTo>
                    <a:pt x="702" y="740"/>
                    <a:pt x="592" y="851"/>
                    <a:pt x="481" y="851"/>
                  </a:cubicBezTo>
                  <a:lnTo>
                    <a:pt x="333" y="851"/>
                  </a:lnTo>
                  <a:lnTo>
                    <a:pt x="333" y="296"/>
                  </a:lnTo>
                  <a:close/>
                  <a:moveTo>
                    <a:pt x="0" y="0"/>
                  </a:moveTo>
                  <a:lnTo>
                    <a:pt x="0" y="1110"/>
                  </a:lnTo>
                  <a:lnTo>
                    <a:pt x="481" y="1110"/>
                  </a:lnTo>
                  <a:cubicBezTo>
                    <a:pt x="887" y="1110"/>
                    <a:pt x="1072" y="925"/>
                    <a:pt x="1072" y="555"/>
                  </a:cubicBezTo>
                  <a:cubicBezTo>
                    <a:pt x="1072" y="185"/>
                    <a:pt x="850" y="0"/>
                    <a:pt x="48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61;p54">
              <a:extLst>
                <a:ext uri="{FF2B5EF4-FFF2-40B4-BE49-F238E27FC236}">
                  <a16:creationId xmlns:a16="http://schemas.microsoft.com/office/drawing/2014/main" id="{C2B7300A-FAFF-FF49-6795-F176191058BA}"/>
                </a:ext>
              </a:extLst>
            </p:cNvPr>
            <p:cNvSpPr/>
            <p:nvPr/>
          </p:nvSpPr>
          <p:spPr>
            <a:xfrm>
              <a:off x="3236475" y="3259550"/>
              <a:ext cx="17600" cy="15725"/>
            </a:xfrm>
            <a:custGeom>
              <a:avLst/>
              <a:gdLst/>
              <a:ahLst/>
              <a:cxnLst/>
              <a:rect l="l" t="t" r="r" b="b"/>
              <a:pathLst>
                <a:path w="704" h="629" extrusionOk="0">
                  <a:moveTo>
                    <a:pt x="296" y="0"/>
                  </a:moveTo>
                  <a:lnTo>
                    <a:pt x="296" y="185"/>
                  </a:lnTo>
                  <a:lnTo>
                    <a:pt x="112" y="74"/>
                  </a:lnTo>
                  <a:lnTo>
                    <a:pt x="1" y="222"/>
                  </a:lnTo>
                  <a:lnTo>
                    <a:pt x="186" y="333"/>
                  </a:lnTo>
                  <a:lnTo>
                    <a:pt x="1" y="407"/>
                  </a:lnTo>
                  <a:lnTo>
                    <a:pt x="112" y="555"/>
                  </a:lnTo>
                  <a:lnTo>
                    <a:pt x="296" y="444"/>
                  </a:lnTo>
                  <a:lnTo>
                    <a:pt x="296" y="629"/>
                  </a:lnTo>
                  <a:lnTo>
                    <a:pt x="444" y="629"/>
                  </a:lnTo>
                  <a:lnTo>
                    <a:pt x="444" y="444"/>
                  </a:lnTo>
                  <a:lnTo>
                    <a:pt x="629" y="555"/>
                  </a:lnTo>
                  <a:lnTo>
                    <a:pt x="703" y="407"/>
                  </a:lnTo>
                  <a:lnTo>
                    <a:pt x="518" y="333"/>
                  </a:lnTo>
                  <a:lnTo>
                    <a:pt x="703" y="222"/>
                  </a:lnTo>
                  <a:lnTo>
                    <a:pt x="629" y="74"/>
                  </a:lnTo>
                  <a:lnTo>
                    <a:pt x="444" y="185"/>
                  </a:lnTo>
                  <a:lnTo>
                    <a:pt x="44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62;p54">
              <a:extLst>
                <a:ext uri="{FF2B5EF4-FFF2-40B4-BE49-F238E27FC236}">
                  <a16:creationId xmlns:a16="http://schemas.microsoft.com/office/drawing/2014/main" id="{F09368BE-5A24-CD0D-5BCF-0C3B717216E0}"/>
                </a:ext>
              </a:extLst>
            </p:cNvPr>
            <p:cNvSpPr/>
            <p:nvPr/>
          </p:nvSpPr>
          <p:spPr>
            <a:xfrm>
              <a:off x="3258650" y="3259550"/>
              <a:ext cx="17600" cy="15725"/>
            </a:xfrm>
            <a:custGeom>
              <a:avLst/>
              <a:gdLst/>
              <a:ahLst/>
              <a:cxnLst/>
              <a:rect l="l" t="t" r="r" b="b"/>
              <a:pathLst>
                <a:path w="704" h="629" extrusionOk="0">
                  <a:moveTo>
                    <a:pt x="260" y="0"/>
                  </a:moveTo>
                  <a:lnTo>
                    <a:pt x="260" y="185"/>
                  </a:lnTo>
                  <a:lnTo>
                    <a:pt x="75" y="74"/>
                  </a:lnTo>
                  <a:lnTo>
                    <a:pt x="1" y="222"/>
                  </a:lnTo>
                  <a:lnTo>
                    <a:pt x="186" y="333"/>
                  </a:lnTo>
                  <a:lnTo>
                    <a:pt x="1" y="407"/>
                  </a:lnTo>
                  <a:lnTo>
                    <a:pt x="75" y="555"/>
                  </a:lnTo>
                  <a:lnTo>
                    <a:pt x="260" y="444"/>
                  </a:lnTo>
                  <a:lnTo>
                    <a:pt x="260" y="629"/>
                  </a:lnTo>
                  <a:lnTo>
                    <a:pt x="408" y="629"/>
                  </a:lnTo>
                  <a:lnTo>
                    <a:pt x="408" y="444"/>
                  </a:lnTo>
                  <a:lnTo>
                    <a:pt x="593" y="555"/>
                  </a:lnTo>
                  <a:lnTo>
                    <a:pt x="703" y="407"/>
                  </a:lnTo>
                  <a:lnTo>
                    <a:pt x="519" y="333"/>
                  </a:lnTo>
                  <a:lnTo>
                    <a:pt x="703" y="222"/>
                  </a:lnTo>
                  <a:lnTo>
                    <a:pt x="593" y="74"/>
                  </a:lnTo>
                  <a:lnTo>
                    <a:pt x="408" y="185"/>
                  </a:lnTo>
                  <a:lnTo>
                    <a:pt x="4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63;p54">
              <a:extLst>
                <a:ext uri="{FF2B5EF4-FFF2-40B4-BE49-F238E27FC236}">
                  <a16:creationId xmlns:a16="http://schemas.microsoft.com/office/drawing/2014/main" id="{D60CEF26-918E-46CC-5DDA-F229FE2957A4}"/>
                </a:ext>
              </a:extLst>
            </p:cNvPr>
            <p:cNvSpPr/>
            <p:nvPr/>
          </p:nvSpPr>
          <p:spPr>
            <a:xfrm>
              <a:off x="3281775" y="3259550"/>
              <a:ext cx="17575" cy="15725"/>
            </a:xfrm>
            <a:custGeom>
              <a:avLst/>
              <a:gdLst/>
              <a:ahLst/>
              <a:cxnLst/>
              <a:rect l="l" t="t" r="r" b="b"/>
              <a:pathLst>
                <a:path w="703" h="629" extrusionOk="0">
                  <a:moveTo>
                    <a:pt x="259" y="0"/>
                  </a:moveTo>
                  <a:lnTo>
                    <a:pt x="259" y="185"/>
                  </a:lnTo>
                  <a:lnTo>
                    <a:pt x="74" y="74"/>
                  </a:lnTo>
                  <a:lnTo>
                    <a:pt x="0" y="222"/>
                  </a:lnTo>
                  <a:lnTo>
                    <a:pt x="185" y="333"/>
                  </a:lnTo>
                  <a:lnTo>
                    <a:pt x="0" y="407"/>
                  </a:lnTo>
                  <a:lnTo>
                    <a:pt x="74" y="555"/>
                  </a:lnTo>
                  <a:lnTo>
                    <a:pt x="259" y="444"/>
                  </a:lnTo>
                  <a:lnTo>
                    <a:pt x="259" y="629"/>
                  </a:lnTo>
                  <a:lnTo>
                    <a:pt x="407" y="629"/>
                  </a:lnTo>
                  <a:lnTo>
                    <a:pt x="407" y="444"/>
                  </a:lnTo>
                  <a:lnTo>
                    <a:pt x="592" y="555"/>
                  </a:lnTo>
                  <a:lnTo>
                    <a:pt x="703" y="407"/>
                  </a:lnTo>
                  <a:lnTo>
                    <a:pt x="518" y="333"/>
                  </a:lnTo>
                  <a:lnTo>
                    <a:pt x="703" y="222"/>
                  </a:lnTo>
                  <a:lnTo>
                    <a:pt x="592" y="74"/>
                  </a:lnTo>
                  <a:lnTo>
                    <a:pt x="407" y="185"/>
                  </a:lnTo>
                  <a:lnTo>
                    <a:pt x="4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4;p54">
              <a:extLst>
                <a:ext uri="{FF2B5EF4-FFF2-40B4-BE49-F238E27FC236}">
                  <a16:creationId xmlns:a16="http://schemas.microsoft.com/office/drawing/2014/main" id="{75328047-E805-1566-8797-FEE0C4397593}"/>
                </a:ext>
              </a:extLst>
            </p:cNvPr>
            <p:cNvSpPr/>
            <p:nvPr/>
          </p:nvSpPr>
          <p:spPr>
            <a:xfrm>
              <a:off x="3303950" y="3259550"/>
              <a:ext cx="17575" cy="15725"/>
            </a:xfrm>
            <a:custGeom>
              <a:avLst/>
              <a:gdLst/>
              <a:ahLst/>
              <a:cxnLst/>
              <a:rect l="l" t="t" r="r" b="b"/>
              <a:pathLst>
                <a:path w="703" h="629" extrusionOk="0">
                  <a:moveTo>
                    <a:pt x="259" y="0"/>
                  </a:moveTo>
                  <a:lnTo>
                    <a:pt x="259" y="185"/>
                  </a:lnTo>
                  <a:lnTo>
                    <a:pt x="75" y="74"/>
                  </a:lnTo>
                  <a:lnTo>
                    <a:pt x="1" y="222"/>
                  </a:lnTo>
                  <a:lnTo>
                    <a:pt x="185" y="333"/>
                  </a:lnTo>
                  <a:lnTo>
                    <a:pt x="1" y="407"/>
                  </a:lnTo>
                  <a:lnTo>
                    <a:pt x="75" y="555"/>
                  </a:lnTo>
                  <a:lnTo>
                    <a:pt x="259" y="444"/>
                  </a:lnTo>
                  <a:lnTo>
                    <a:pt x="259" y="629"/>
                  </a:lnTo>
                  <a:lnTo>
                    <a:pt x="407" y="629"/>
                  </a:lnTo>
                  <a:lnTo>
                    <a:pt x="407" y="444"/>
                  </a:lnTo>
                  <a:lnTo>
                    <a:pt x="592" y="555"/>
                  </a:lnTo>
                  <a:lnTo>
                    <a:pt x="703" y="407"/>
                  </a:lnTo>
                  <a:lnTo>
                    <a:pt x="518" y="333"/>
                  </a:lnTo>
                  <a:lnTo>
                    <a:pt x="703" y="222"/>
                  </a:lnTo>
                  <a:lnTo>
                    <a:pt x="592" y="74"/>
                  </a:lnTo>
                  <a:lnTo>
                    <a:pt x="407" y="185"/>
                  </a:lnTo>
                  <a:lnTo>
                    <a:pt x="4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65;p54">
              <a:extLst>
                <a:ext uri="{FF2B5EF4-FFF2-40B4-BE49-F238E27FC236}">
                  <a16:creationId xmlns:a16="http://schemas.microsoft.com/office/drawing/2014/main" id="{5CC361DB-4154-64D6-C483-0810CAD762C4}"/>
                </a:ext>
              </a:extLst>
            </p:cNvPr>
            <p:cNvSpPr/>
            <p:nvPr/>
          </p:nvSpPr>
          <p:spPr>
            <a:xfrm>
              <a:off x="3326125" y="3259550"/>
              <a:ext cx="16675" cy="15725"/>
            </a:xfrm>
            <a:custGeom>
              <a:avLst/>
              <a:gdLst/>
              <a:ahLst/>
              <a:cxnLst/>
              <a:rect l="l" t="t" r="r" b="b"/>
              <a:pathLst>
                <a:path w="667" h="629" extrusionOk="0">
                  <a:moveTo>
                    <a:pt x="260" y="0"/>
                  </a:moveTo>
                  <a:lnTo>
                    <a:pt x="260" y="185"/>
                  </a:lnTo>
                  <a:lnTo>
                    <a:pt x="75" y="74"/>
                  </a:lnTo>
                  <a:lnTo>
                    <a:pt x="1" y="222"/>
                  </a:lnTo>
                  <a:lnTo>
                    <a:pt x="186" y="333"/>
                  </a:lnTo>
                  <a:lnTo>
                    <a:pt x="1" y="407"/>
                  </a:lnTo>
                  <a:lnTo>
                    <a:pt x="75" y="555"/>
                  </a:lnTo>
                  <a:lnTo>
                    <a:pt x="260" y="444"/>
                  </a:lnTo>
                  <a:lnTo>
                    <a:pt x="260" y="629"/>
                  </a:lnTo>
                  <a:lnTo>
                    <a:pt x="408" y="629"/>
                  </a:lnTo>
                  <a:lnTo>
                    <a:pt x="408" y="444"/>
                  </a:lnTo>
                  <a:lnTo>
                    <a:pt x="592" y="555"/>
                  </a:lnTo>
                  <a:lnTo>
                    <a:pt x="666" y="407"/>
                  </a:lnTo>
                  <a:lnTo>
                    <a:pt x="481" y="333"/>
                  </a:lnTo>
                  <a:lnTo>
                    <a:pt x="666" y="222"/>
                  </a:lnTo>
                  <a:lnTo>
                    <a:pt x="592" y="74"/>
                  </a:lnTo>
                  <a:lnTo>
                    <a:pt x="408" y="185"/>
                  </a:lnTo>
                  <a:lnTo>
                    <a:pt x="4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66;p54">
              <a:extLst>
                <a:ext uri="{FF2B5EF4-FFF2-40B4-BE49-F238E27FC236}">
                  <a16:creationId xmlns:a16="http://schemas.microsoft.com/office/drawing/2014/main" id="{5E683AFF-883B-EEDD-82BC-EF46E0204C14}"/>
                </a:ext>
              </a:extLst>
            </p:cNvPr>
            <p:cNvSpPr/>
            <p:nvPr/>
          </p:nvSpPr>
          <p:spPr>
            <a:xfrm>
              <a:off x="3349250" y="3259550"/>
              <a:ext cx="15725" cy="15725"/>
            </a:xfrm>
            <a:custGeom>
              <a:avLst/>
              <a:gdLst/>
              <a:ahLst/>
              <a:cxnLst/>
              <a:rect l="l" t="t" r="r" b="b"/>
              <a:pathLst>
                <a:path w="629" h="629" extrusionOk="0">
                  <a:moveTo>
                    <a:pt x="222" y="0"/>
                  </a:moveTo>
                  <a:lnTo>
                    <a:pt x="222" y="185"/>
                  </a:lnTo>
                  <a:lnTo>
                    <a:pt x="74" y="74"/>
                  </a:lnTo>
                  <a:lnTo>
                    <a:pt x="0" y="222"/>
                  </a:lnTo>
                  <a:lnTo>
                    <a:pt x="185" y="333"/>
                  </a:lnTo>
                  <a:lnTo>
                    <a:pt x="0" y="407"/>
                  </a:lnTo>
                  <a:lnTo>
                    <a:pt x="74" y="555"/>
                  </a:lnTo>
                  <a:lnTo>
                    <a:pt x="222" y="444"/>
                  </a:lnTo>
                  <a:lnTo>
                    <a:pt x="222" y="629"/>
                  </a:lnTo>
                  <a:lnTo>
                    <a:pt x="370" y="629"/>
                  </a:lnTo>
                  <a:lnTo>
                    <a:pt x="370" y="444"/>
                  </a:lnTo>
                  <a:lnTo>
                    <a:pt x="555" y="555"/>
                  </a:lnTo>
                  <a:lnTo>
                    <a:pt x="629" y="407"/>
                  </a:lnTo>
                  <a:lnTo>
                    <a:pt x="444" y="333"/>
                  </a:lnTo>
                  <a:lnTo>
                    <a:pt x="629" y="222"/>
                  </a:lnTo>
                  <a:lnTo>
                    <a:pt x="555" y="74"/>
                  </a:lnTo>
                  <a:lnTo>
                    <a:pt x="370" y="185"/>
                  </a:lnTo>
                  <a:lnTo>
                    <a:pt x="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67;p54">
              <a:extLst>
                <a:ext uri="{FF2B5EF4-FFF2-40B4-BE49-F238E27FC236}">
                  <a16:creationId xmlns:a16="http://schemas.microsoft.com/office/drawing/2014/main" id="{C702BD61-9D1D-3A7A-A1D6-65B69767F228}"/>
                </a:ext>
              </a:extLst>
            </p:cNvPr>
            <p:cNvSpPr/>
            <p:nvPr/>
          </p:nvSpPr>
          <p:spPr>
            <a:xfrm>
              <a:off x="3005425" y="3408825"/>
              <a:ext cx="73925" cy="44850"/>
            </a:xfrm>
            <a:custGeom>
              <a:avLst/>
              <a:gdLst/>
              <a:ahLst/>
              <a:cxnLst/>
              <a:rect l="l" t="t" r="r" b="b"/>
              <a:pathLst>
                <a:path w="2957" h="1794" extrusionOk="0">
                  <a:moveTo>
                    <a:pt x="1850" y="1"/>
                  </a:moveTo>
                  <a:cubicBezTo>
                    <a:pt x="1759" y="1"/>
                    <a:pt x="1660" y="6"/>
                    <a:pt x="1553" y="19"/>
                  </a:cubicBezTo>
                  <a:cubicBezTo>
                    <a:pt x="555" y="166"/>
                    <a:pt x="0" y="1793"/>
                    <a:pt x="0" y="1793"/>
                  </a:cubicBezTo>
                  <a:lnTo>
                    <a:pt x="2736" y="1793"/>
                  </a:lnTo>
                  <a:cubicBezTo>
                    <a:pt x="2736" y="1794"/>
                    <a:pt x="2736" y="1794"/>
                    <a:pt x="2736" y="1794"/>
                  </a:cubicBezTo>
                  <a:cubicBezTo>
                    <a:pt x="2742" y="1794"/>
                    <a:pt x="2956" y="570"/>
                    <a:pt x="2847" y="351"/>
                  </a:cubicBezTo>
                  <a:cubicBezTo>
                    <a:pt x="2847" y="351"/>
                    <a:pt x="2584" y="1"/>
                    <a:pt x="1850" y="1"/>
                  </a:cubicBezTo>
                  <a:close/>
                </a:path>
              </a:pathLst>
            </a:custGeom>
            <a:solidFill>
              <a:srgbClr val="F25D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268;p54">
              <a:extLst>
                <a:ext uri="{FF2B5EF4-FFF2-40B4-BE49-F238E27FC236}">
                  <a16:creationId xmlns:a16="http://schemas.microsoft.com/office/drawing/2014/main" id="{331AA48C-62DA-80A2-190C-B718D8E6EB6D}"/>
                </a:ext>
              </a:extLst>
            </p:cNvPr>
            <p:cNvSpPr/>
            <p:nvPr/>
          </p:nvSpPr>
          <p:spPr>
            <a:xfrm>
              <a:off x="3261500" y="3408825"/>
              <a:ext cx="74825" cy="44850"/>
            </a:xfrm>
            <a:custGeom>
              <a:avLst/>
              <a:gdLst/>
              <a:ahLst/>
              <a:cxnLst/>
              <a:rect l="l" t="t" r="r" b="b"/>
              <a:pathLst>
                <a:path w="2993" h="1794" extrusionOk="0">
                  <a:moveTo>
                    <a:pt x="1169" y="1"/>
                  </a:moveTo>
                  <a:cubicBezTo>
                    <a:pt x="416" y="1"/>
                    <a:pt x="183" y="351"/>
                    <a:pt x="183" y="351"/>
                  </a:cubicBezTo>
                  <a:cubicBezTo>
                    <a:pt x="1" y="570"/>
                    <a:pt x="213" y="1794"/>
                    <a:pt x="255" y="1794"/>
                  </a:cubicBezTo>
                  <a:cubicBezTo>
                    <a:pt x="256" y="1794"/>
                    <a:pt x="256" y="1794"/>
                    <a:pt x="257" y="1793"/>
                  </a:cubicBezTo>
                  <a:lnTo>
                    <a:pt x="2993" y="1793"/>
                  </a:lnTo>
                  <a:cubicBezTo>
                    <a:pt x="2993" y="1793"/>
                    <a:pt x="2438" y="166"/>
                    <a:pt x="1477" y="19"/>
                  </a:cubicBezTo>
                  <a:cubicBezTo>
                    <a:pt x="1366" y="6"/>
                    <a:pt x="1264" y="1"/>
                    <a:pt x="1169" y="1"/>
                  </a:cubicBezTo>
                  <a:close/>
                </a:path>
              </a:pathLst>
            </a:custGeom>
            <a:solidFill>
              <a:srgbClr val="F25D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269;p54">
              <a:extLst>
                <a:ext uri="{FF2B5EF4-FFF2-40B4-BE49-F238E27FC236}">
                  <a16:creationId xmlns:a16="http://schemas.microsoft.com/office/drawing/2014/main" id="{9A4F4458-B1AD-C000-D0E3-B0326BDAE7EA}"/>
                </a:ext>
              </a:extLst>
            </p:cNvPr>
            <p:cNvSpPr/>
            <p:nvPr/>
          </p:nvSpPr>
          <p:spPr>
            <a:xfrm>
              <a:off x="3005425" y="3408825"/>
              <a:ext cx="73925" cy="44850"/>
            </a:xfrm>
            <a:custGeom>
              <a:avLst/>
              <a:gdLst/>
              <a:ahLst/>
              <a:cxnLst/>
              <a:rect l="l" t="t" r="r" b="b"/>
              <a:pathLst>
                <a:path w="2957" h="1794" extrusionOk="0">
                  <a:moveTo>
                    <a:pt x="1850" y="1"/>
                  </a:moveTo>
                  <a:cubicBezTo>
                    <a:pt x="1759" y="1"/>
                    <a:pt x="1660" y="6"/>
                    <a:pt x="1553" y="19"/>
                  </a:cubicBezTo>
                  <a:cubicBezTo>
                    <a:pt x="555" y="166"/>
                    <a:pt x="0" y="1793"/>
                    <a:pt x="0" y="1793"/>
                  </a:cubicBezTo>
                  <a:lnTo>
                    <a:pt x="2736" y="1793"/>
                  </a:lnTo>
                  <a:cubicBezTo>
                    <a:pt x="2736" y="1794"/>
                    <a:pt x="2736" y="1794"/>
                    <a:pt x="2736" y="1794"/>
                  </a:cubicBezTo>
                  <a:cubicBezTo>
                    <a:pt x="2742" y="1794"/>
                    <a:pt x="2956" y="570"/>
                    <a:pt x="2847" y="351"/>
                  </a:cubicBezTo>
                  <a:cubicBezTo>
                    <a:pt x="2847" y="351"/>
                    <a:pt x="2584" y="1"/>
                    <a:pt x="1850" y="1"/>
                  </a:cubicBezTo>
                  <a:close/>
                </a:path>
              </a:pathLst>
            </a:custGeom>
            <a:solidFill>
              <a:srgbClr val="0A08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270;p54">
              <a:extLst>
                <a:ext uri="{FF2B5EF4-FFF2-40B4-BE49-F238E27FC236}">
                  <a16:creationId xmlns:a16="http://schemas.microsoft.com/office/drawing/2014/main" id="{BABBCE69-615D-ABB9-B466-9972022EEA0E}"/>
                </a:ext>
              </a:extLst>
            </p:cNvPr>
            <p:cNvSpPr/>
            <p:nvPr/>
          </p:nvSpPr>
          <p:spPr>
            <a:xfrm>
              <a:off x="3261500" y="3408825"/>
              <a:ext cx="74825" cy="44850"/>
            </a:xfrm>
            <a:custGeom>
              <a:avLst/>
              <a:gdLst/>
              <a:ahLst/>
              <a:cxnLst/>
              <a:rect l="l" t="t" r="r" b="b"/>
              <a:pathLst>
                <a:path w="2993" h="1794" extrusionOk="0">
                  <a:moveTo>
                    <a:pt x="1169" y="1"/>
                  </a:moveTo>
                  <a:cubicBezTo>
                    <a:pt x="416" y="1"/>
                    <a:pt x="183" y="351"/>
                    <a:pt x="183" y="351"/>
                  </a:cubicBezTo>
                  <a:cubicBezTo>
                    <a:pt x="1" y="570"/>
                    <a:pt x="213" y="1794"/>
                    <a:pt x="255" y="1794"/>
                  </a:cubicBezTo>
                  <a:cubicBezTo>
                    <a:pt x="256" y="1794"/>
                    <a:pt x="256" y="1794"/>
                    <a:pt x="257" y="1793"/>
                  </a:cubicBezTo>
                  <a:lnTo>
                    <a:pt x="2993" y="1793"/>
                  </a:lnTo>
                  <a:cubicBezTo>
                    <a:pt x="2993" y="1793"/>
                    <a:pt x="2438" y="166"/>
                    <a:pt x="1477" y="19"/>
                  </a:cubicBezTo>
                  <a:cubicBezTo>
                    <a:pt x="1366" y="6"/>
                    <a:pt x="1264" y="1"/>
                    <a:pt x="1169" y="1"/>
                  </a:cubicBezTo>
                  <a:close/>
                </a:path>
              </a:pathLst>
            </a:custGeom>
            <a:solidFill>
              <a:srgbClr val="0A08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271;p54">
              <a:extLst>
                <a:ext uri="{FF2B5EF4-FFF2-40B4-BE49-F238E27FC236}">
                  <a16:creationId xmlns:a16="http://schemas.microsoft.com/office/drawing/2014/main" id="{2850CBA1-1231-DF4D-ADD6-D28D31AAB039}"/>
                </a:ext>
              </a:extLst>
            </p:cNvPr>
            <p:cNvSpPr/>
            <p:nvPr/>
          </p:nvSpPr>
          <p:spPr>
            <a:xfrm>
              <a:off x="2943475" y="3302050"/>
              <a:ext cx="166275" cy="161000"/>
            </a:xfrm>
            <a:custGeom>
              <a:avLst/>
              <a:gdLst/>
              <a:ahLst/>
              <a:cxnLst/>
              <a:rect l="l" t="t" r="r" b="b"/>
              <a:pathLst>
                <a:path w="6651" h="6440" extrusionOk="0">
                  <a:moveTo>
                    <a:pt x="5376" y="0"/>
                  </a:moveTo>
                  <a:cubicBezTo>
                    <a:pt x="5371" y="0"/>
                    <a:pt x="5366" y="1"/>
                    <a:pt x="5362" y="1"/>
                  </a:cubicBezTo>
                  <a:cubicBezTo>
                    <a:pt x="5362" y="1"/>
                    <a:pt x="4401" y="1"/>
                    <a:pt x="3698" y="555"/>
                  </a:cubicBezTo>
                  <a:cubicBezTo>
                    <a:pt x="2996" y="1073"/>
                    <a:pt x="260" y="5399"/>
                    <a:pt x="149" y="5768"/>
                  </a:cubicBezTo>
                  <a:cubicBezTo>
                    <a:pt x="1" y="6138"/>
                    <a:pt x="703" y="6434"/>
                    <a:pt x="1628" y="6434"/>
                  </a:cubicBezTo>
                  <a:cubicBezTo>
                    <a:pt x="1871" y="6434"/>
                    <a:pt x="2083" y="6440"/>
                    <a:pt x="2271" y="6440"/>
                  </a:cubicBezTo>
                  <a:cubicBezTo>
                    <a:pt x="2741" y="6440"/>
                    <a:pt x="3054" y="6402"/>
                    <a:pt x="3291" y="6138"/>
                  </a:cubicBezTo>
                  <a:cubicBezTo>
                    <a:pt x="3587" y="5768"/>
                    <a:pt x="5621" y="4105"/>
                    <a:pt x="6138" y="2922"/>
                  </a:cubicBezTo>
                  <a:cubicBezTo>
                    <a:pt x="6650" y="1678"/>
                    <a:pt x="5823" y="0"/>
                    <a:pt x="53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272;p54">
              <a:extLst>
                <a:ext uri="{FF2B5EF4-FFF2-40B4-BE49-F238E27FC236}">
                  <a16:creationId xmlns:a16="http://schemas.microsoft.com/office/drawing/2014/main" id="{7C0C3475-AA76-67CB-16A5-BAE6D88ED3D9}"/>
                </a:ext>
              </a:extLst>
            </p:cNvPr>
            <p:cNvSpPr/>
            <p:nvPr/>
          </p:nvSpPr>
          <p:spPr>
            <a:xfrm>
              <a:off x="3235700" y="3302050"/>
              <a:ext cx="166250" cy="161000"/>
            </a:xfrm>
            <a:custGeom>
              <a:avLst/>
              <a:gdLst/>
              <a:ahLst/>
              <a:cxnLst/>
              <a:rect l="l" t="t" r="r" b="b"/>
              <a:pathLst>
                <a:path w="6650" h="6440" extrusionOk="0">
                  <a:moveTo>
                    <a:pt x="1275" y="0"/>
                  </a:moveTo>
                  <a:cubicBezTo>
                    <a:pt x="827" y="0"/>
                    <a:pt x="0" y="1714"/>
                    <a:pt x="512" y="2922"/>
                  </a:cubicBezTo>
                  <a:cubicBezTo>
                    <a:pt x="1030" y="4105"/>
                    <a:pt x="3063" y="5768"/>
                    <a:pt x="3359" y="6138"/>
                  </a:cubicBezTo>
                  <a:cubicBezTo>
                    <a:pt x="3597" y="6402"/>
                    <a:pt x="3872" y="6440"/>
                    <a:pt x="4347" y="6440"/>
                  </a:cubicBezTo>
                  <a:cubicBezTo>
                    <a:pt x="4537" y="6440"/>
                    <a:pt x="4759" y="6434"/>
                    <a:pt x="5023" y="6434"/>
                  </a:cubicBezTo>
                  <a:cubicBezTo>
                    <a:pt x="5947" y="6434"/>
                    <a:pt x="6649" y="6138"/>
                    <a:pt x="6502" y="5768"/>
                  </a:cubicBezTo>
                  <a:cubicBezTo>
                    <a:pt x="6391" y="5399"/>
                    <a:pt x="3655" y="1073"/>
                    <a:pt x="2952" y="555"/>
                  </a:cubicBezTo>
                  <a:cubicBezTo>
                    <a:pt x="2250" y="1"/>
                    <a:pt x="1289" y="1"/>
                    <a:pt x="1289" y="1"/>
                  </a:cubicBezTo>
                  <a:cubicBezTo>
                    <a:pt x="1284" y="1"/>
                    <a:pt x="1279" y="0"/>
                    <a:pt x="12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273;p54">
              <a:extLst>
                <a:ext uri="{FF2B5EF4-FFF2-40B4-BE49-F238E27FC236}">
                  <a16:creationId xmlns:a16="http://schemas.microsoft.com/office/drawing/2014/main" id="{8261C24B-B6F1-DBBB-B709-64EEAD8C19EE}"/>
                </a:ext>
              </a:extLst>
            </p:cNvPr>
            <p:cNvSpPr/>
            <p:nvPr/>
          </p:nvSpPr>
          <p:spPr>
            <a:xfrm>
              <a:off x="3145900" y="3238275"/>
              <a:ext cx="53625" cy="36075"/>
            </a:xfrm>
            <a:custGeom>
              <a:avLst/>
              <a:gdLst/>
              <a:ahLst/>
              <a:cxnLst/>
              <a:rect l="l" t="t" r="r" b="b"/>
              <a:pathLst>
                <a:path w="2145" h="1443" extrusionOk="0">
                  <a:moveTo>
                    <a:pt x="259" y="1"/>
                  </a:moveTo>
                  <a:lnTo>
                    <a:pt x="1" y="1443"/>
                  </a:lnTo>
                  <a:lnTo>
                    <a:pt x="2145" y="1443"/>
                  </a:lnTo>
                  <a:lnTo>
                    <a:pt x="1886" y="1"/>
                  </a:lnTo>
                  <a:close/>
                </a:path>
              </a:pathLst>
            </a:custGeom>
            <a:solidFill>
              <a:srgbClr val="1614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274;p54">
              <a:extLst>
                <a:ext uri="{FF2B5EF4-FFF2-40B4-BE49-F238E27FC236}">
                  <a16:creationId xmlns:a16="http://schemas.microsoft.com/office/drawing/2014/main" id="{2DDEEC79-BEFB-5F07-A730-129605A1EEB8}"/>
                </a:ext>
              </a:extLst>
            </p:cNvPr>
            <p:cNvSpPr/>
            <p:nvPr/>
          </p:nvSpPr>
          <p:spPr>
            <a:xfrm>
              <a:off x="3120950" y="3129225"/>
              <a:ext cx="104475" cy="128500"/>
            </a:xfrm>
            <a:custGeom>
              <a:avLst/>
              <a:gdLst/>
              <a:ahLst/>
              <a:cxnLst/>
              <a:rect l="l" t="t" r="r" b="b"/>
              <a:pathLst>
                <a:path w="4179" h="5140" extrusionOk="0">
                  <a:moveTo>
                    <a:pt x="2108" y="0"/>
                  </a:moveTo>
                  <a:cubicBezTo>
                    <a:pt x="1220" y="0"/>
                    <a:pt x="0" y="481"/>
                    <a:pt x="0" y="1886"/>
                  </a:cubicBezTo>
                  <a:cubicBezTo>
                    <a:pt x="0" y="3254"/>
                    <a:pt x="370" y="5139"/>
                    <a:pt x="2108" y="5139"/>
                  </a:cubicBezTo>
                  <a:cubicBezTo>
                    <a:pt x="3808" y="5139"/>
                    <a:pt x="4178" y="3291"/>
                    <a:pt x="4178" y="1886"/>
                  </a:cubicBezTo>
                  <a:cubicBezTo>
                    <a:pt x="4178" y="444"/>
                    <a:pt x="2958" y="0"/>
                    <a:pt x="2108" y="0"/>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275;p54">
              <a:extLst>
                <a:ext uri="{FF2B5EF4-FFF2-40B4-BE49-F238E27FC236}">
                  <a16:creationId xmlns:a16="http://schemas.microsoft.com/office/drawing/2014/main" id="{83A517F8-EC2F-3664-E8B2-5D2E44F85B4D}"/>
                </a:ext>
              </a:extLst>
            </p:cNvPr>
            <p:cNvSpPr/>
            <p:nvPr/>
          </p:nvSpPr>
          <p:spPr>
            <a:xfrm>
              <a:off x="3054450" y="3851075"/>
              <a:ext cx="93325" cy="116550"/>
            </a:xfrm>
            <a:custGeom>
              <a:avLst/>
              <a:gdLst/>
              <a:ahLst/>
              <a:cxnLst/>
              <a:rect l="l" t="t" r="r" b="b"/>
              <a:pathLst>
                <a:path w="3733" h="4662" extrusionOk="0">
                  <a:moveTo>
                    <a:pt x="2291" y="1"/>
                  </a:moveTo>
                  <a:lnTo>
                    <a:pt x="997" y="777"/>
                  </a:lnTo>
                  <a:cubicBezTo>
                    <a:pt x="997" y="777"/>
                    <a:pt x="1477" y="1553"/>
                    <a:pt x="1292" y="1775"/>
                  </a:cubicBezTo>
                  <a:cubicBezTo>
                    <a:pt x="1108" y="2034"/>
                    <a:pt x="72" y="3180"/>
                    <a:pt x="35" y="3772"/>
                  </a:cubicBezTo>
                  <a:cubicBezTo>
                    <a:pt x="0" y="4301"/>
                    <a:pt x="301" y="4661"/>
                    <a:pt x="490" y="4661"/>
                  </a:cubicBezTo>
                  <a:cubicBezTo>
                    <a:pt x="499" y="4661"/>
                    <a:pt x="508" y="4661"/>
                    <a:pt x="516" y="4659"/>
                  </a:cubicBezTo>
                  <a:cubicBezTo>
                    <a:pt x="701" y="4622"/>
                    <a:pt x="3733" y="2404"/>
                    <a:pt x="3696" y="2034"/>
                  </a:cubicBezTo>
                  <a:cubicBezTo>
                    <a:pt x="3585" y="1701"/>
                    <a:pt x="2291" y="1"/>
                    <a:pt x="22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276;p54">
              <a:extLst>
                <a:ext uri="{FF2B5EF4-FFF2-40B4-BE49-F238E27FC236}">
                  <a16:creationId xmlns:a16="http://schemas.microsoft.com/office/drawing/2014/main" id="{B9A4A242-2A0F-7498-FFFF-6E4EAF4371B0}"/>
                </a:ext>
              </a:extLst>
            </p:cNvPr>
            <p:cNvSpPr/>
            <p:nvPr/>
          </p:nvSpPr>
          <p:spPr>
            <a:xfrm>
              <a:off x="3193975" y="3851075"/>
              <a:ext cx="93325" cy="116550"/>
            </a:xfrm>
            <a:custGeom>
              <a:avLst/>
              <a:gdLst/>
              <a:ahLst/>
              <a:cxnLst/>
              <a:rect l="l" t="t" r="r" b="b"/>
              <a:pathLst>
                <a:path w="3733" h="4662" extrusionOk="0">
                  <a:moveTo>
                    <a:pt x="1442" y="1"/>
                  </a:moveTo>
                  <a:cubicBezTo>
                    <a:pt x="1442" y="1"/>
                    <a:pt x="148" y="1701"/>
                    <a:pt x="37" y="2034"/>
                  </a:cubicBezTo>
                  <a:cubicBezTo>
                    <a:pt x="0" y="2404"/>
                    <a:pt x="3069" y="4622"/>
                    <a:pt x="3253" y="4659"/>
                  </a:cubicBezTo>
                  <a:cubicBezTo>
                    <a:pt x="3262" y="4661"/>
                    <a:pt x="3271" y="4661"/>
                    <a:pt x="3280" y="4661"/>
                  </a:cubicBezTo>
                  <a:cubicBezTo>
                    <a:pt x="3465" y="4661"/>
                    <a:pt x="3732" y="4301"/>
                    <a:pt x="3697" y="3772"/>
                  </a:cubicBezTo>
                  <a:cubicBezTo>
                    <a:pt x="3660" y="3180"/>
                    <a:pt x="2625" y="2034"/>
                    <a:pt x="2440" y="1775"/>
                  </a:cubicBezTo>
                  <a:cubicBezTo>
                    <a:pt x="2255" y="1553"/>
                    <a:pt x="2736" y="777"/>
                    <a:pt x="2736" y="777"/>
                  </a:cubicBezTo>
                  <a:lnTo>
                    <a:pt x="14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277;p54">
              <a:extLst>
                <a:ext uri="{FF2B5EF4-FFF2-40B4-BE49-F238E27FC236}">
                  <a16:creationId xmlns:a16="http://schemas.microsoft.com/office/drawing/2014/main" id="{F6B6CBBA-BA75-058C-0537-0760DA5F137F}"/>
                </a:ext>
              </a:extLst>
            </p:cNvPr>
            <p:cNvSpPr/>
            <p:nvPr/>
          </p:nvSpPr>
          <p:spPr>
            <a:xfrm>
              <a:off x="2717050" y="3454575"/>
              <a:ext cx="12025" cy="549025"/>
            </a:xfrm>
            <a:custGeom>
              <a:avLst/>
              <a:gdLst/>
              <a:ahLst/>
              <a:cxnLst/>
              <a:rect l="l" t="t" r="r" b="b"/>
              <a:pathLst>
                <a:path w="481" h="21961" extrusionOk="0">
                  <a:moveTo>
                    <a:pt x="0" y="0"/>
                  </a:moveTo>
                  <a:lnTo>
                    <a:pt x="0" y="21961"/>
                  </a:lnTo>
                  <a:lnTo>
                    <a:pt x="481" y="21961"/>
                  </a:lnTo>
                  <a:lnTo>
                    <a:pt x="48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278;p54">
              <a:extLst>
                <a:ext uri="{FF2B5EF4-FFF2-40B4-BE49-F238E27FC236}">
                  <a16:creationId xmlns:a16="http://schemas.microsoft.com/office/drawing/2014/main" id="{32528A60-8F65-FDDF-95A8-F79C4F75F282}"/>
                </a:ext>
              </a:extLst>
            </p:cNvPr>
            <p:cNvSpPr/>
            <p:nvPr/>
          </p:nvSpPr>
          <p:spPr>
            <a:xfrm>
              <a:off x="3611725" y="3454575"/>
              <a:ext cx="12975" cy="549025"/>
            </a:xfrm>
            <a:custGeom>
              <a:avLst/>
              <a:gdLst/>
              <a:ahLst/>
              <a:cxnLst/>
              <a:rect l="l" t="t" r="r" b="b"/>
              <a:pathLst>
                <a:path w="519" h="21961" extrusionOk="0">
                  <a:moveTo>
                    <a:pt x="1" y="0"/>
                  </a:moveTo>
                  <a:lnTo>
                    <a:pt x="1" y="21961"/>
                  </a:lnTo>
                  <a:lnTo>
                    <a:pt x="518" y="21961"/>
                  </a:lnTo>
                  <a:lnTo>
                    <a:pt x="5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279;p54">
              <a:extLst>
                <a:ext uri="{FF2B5EF4-FFF2-40B4-BE49-F238E27FC236}">
                  <a16:creationId xmlns:a16="http://schemas.microsoft.com/office/drawing/2014/main" id="{0EDEB380-6456-57CD-A94E-647FA8A1DB50}"/>
                </a:ext>
              </a:extLst>
            </p:cNvPr>
            <p:cNvSpPr/>
            <p:nvPr/>
          </p:nvSpPr>
          <p:spPr>
            <a:xfrm>
              <a:off x="2690250" y="3454575"/>
              <a:ext cx="961250" cy="14800"/>
            </a:xfrm>
            <a:custGeom>
              <a:avLst/>
              <a:gdLst/>
              <a:ahLst/>
              <a:cxnLst/>
              <a:rect l="l" t="t" r="r" b="b"/>
              <a:pathLst>
                <a:path w="38450" h="592" extrusionOk="0">
                  <a:moveTo>
                    <a:pt x="0" y="0"/>
                  </a:moveTo>
                  <a:lnTo>
                    <a:pt x="0" y="592"/>
                  </a:lnTo>
                  <a:lnTo>
                    <a:pt x="38450" y="592"/>
                  </a:lnTo>
                  <a:lnTo>
                    <a:pt x="3845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280;p54">
              <a:extLst>
                <a:ext uri="{FF2B5EF4-FFF2-40B4-BE49-F238E27FC236}">
                  <a16:creationId xmlns:a16="http://schemas.microsoft.com/office/drawing/2014/main" id="{80F64F1D-B7A6-07BC-35E0-48D6C111B1E1}"/>
                </a:ext>
              </a:extLst>
            </p:cNvPr>
            <p:cNvSpPr/>
            <p:nvPr/>
          </p:nvSpPr>
          <p:spPr>
            <a:xfrm>
              <a:off x="2969375" y="3532425"/>
              <a:ext cx="404850" cy="355650"/>
            </a:xfrm>
            <a:custGeom>
              <a:avLst/>
              <a:gdLst/>
              <a:ahLst/>
              <a:cxnLst/>
              <a:rect l="l" t="t" r="r" b="b"/>
              <a:pathLst>
                <a:path w="16194" h="14226" extrusionOk="0">
                  <a:moveTo>
                    <a:pt x="8092" y="1"/>
                  </a:moveTo>
                  <a:cubicBezTo>
                    <a:pt x="6812" y="1"/>
                    <a:pt x="5527" y="121"/>
                    <a:pt x="5102" y="361"/>
                  </a:cubicBezTo>
                  <a:cubicBezTo>
                    <a:pt x="4252" y="805"/>
                    <a:pt x="0" y="3947"/>
                    <a:pt x="0" y="4724"/>
                  </a:cubicBezTo>
                  <a:cubicBezTo>
                    <a:pt x="0" y="5500"/>
                    <a:pt x="4658" y="14225"/>
                    <a:pt x="4658" y="14225"/>
                  </a:cubicBezTo>
                  <a:lnTo>
                    <a:pt x="6359" y="13338"/>
                  </a:lnTo>
                  <a:cubicBezTo>
                    <a:pt x="6359" y="13338"/>
                    <a:pt x="3512" y="6055"/>
                    <a:pt x="3845" y="5759"/>
                  </a:cubicBezTo>
                  <a:cubicBezTo>
                    <a:pt x="4178" y="5426"/>
                    <a:pt x="8097" y="5204"/>
                    <a:pt x="8097" y="5204"/>
                  </a:cubicBezTo>
                  <a:cubicBezTo>
                    <a:pt x="8097" y="5204"/>
                    <a:pt x="11979" y="5426"/>
                    <a:pt x="12348" y="5759"/>
                  </a:cubicBezTo>
                  <a:cubicBezTo>
                    <a:pt x="12681" y="6092"/>
                    <a:pt x="9871" y="13338"/>
                    <a:pt x="9871" y="13338"/>
                  </a:cubicBezTo>
                  <a:lnTo>
                    <a:pt x="11572" y="14225"/>
                  </a:lnTo>
                  <a:cubicBezTo>
                    <a:pt x="11572" y="14225"/>
                    <a:pt x="16193" y="5537"/>
                    <a:pt x="16193" y="4724"/>
                  </a:cubicBezTo>
                  <a:cubicBezTo>
                    <a:pt x="16156" y="3947"/>
                    <a:pt x="11905" y="805"/>
                    <a:pt x="11054" y="361"/>
                  </a:cubicBezTo>
                  <a:cubicBezTo>
                    <a:pt x="10648" y="121"/>
                    <a:pt x="9372" y="1"/>
                    <a:pt x="80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281;p54">
              <a:extLst>
                <a:ext uri="{FF2B5EF4-FFF2-40B4-BE49-F238E27FC236}">
                  <a16:creationId xmlns:a16="http://schemas.microsoft.com/office/drawing/2014/main" id="{0F135099-8125-AABE-40C9-D009CB3F780C}"/>
                </a:ext>
              </a:extLst>
            </p:cNvPr>
            <p:cNvSpPr/>
            <p:nvPr/>
          </p:nvSpPr>
          <p:spPr>
            <a:xfrm>
              <a:off x="3134800" y="3258950"/>
              <a:ext cx="78600" cy="38525"/>
            </a:xfrm>
            <a:custGeom>
              <a:avLst/>
              <a:gdLst/>
              <a:ahLst/>
              <a:cxnLst/>
              <a:rect l="l" t="t" r="r" b="b"/>
              <a:pathLst>
                <a:path w="3144" h="1541" extrusionOk="0">
                  <a:moveTo>
                    <a:pt x="875" y="0"/>
                  </a:moveTo>
                  <a:cubicBezTo>
                    <a:pt x="714" y="0"/>
                    <a:pt x="587" y="14"/>
                    <a:pt x="555" y="61"/>
                  </a:cubicBezTo>
                  <a:cubicBezTo>
                    <a:pt x="482" y="172"/>
                    <a:pt x="1" y="1207"/>
                    <a:pt x="1" y="1207"/>
                  </a:cubicBezTo>
                  <a:lnTo>
                    <a:pt x="1591" y="1540"/>
                  </a:lnTo>
                  <a:lnTo>
                    <a:pt x="3143" y="1207"/>
                  </a:lnTo>
                  <a:cubicBezTo>
                    <a:pt x="3069" y="1207"/>
                    <a:pt x="2589" y="172"/>
                    <a:pt x="2515" y="61"/>
                  </a:cubicBezTo>
                  <a:cubicBezTo>
                    <a:pt x="2459" y="24"/>
                    <a:pt x="2284" y="15"/>
                    <a:pt x="2090" y="15"/>
                  </a:cubicBezTo>
                  <a:cubicBezTo>
                    <a:pt x="1896" y="15"/>
                    <a:pt x="1683" y="24"/>
                    <a:pt x="1554" y="24"/>
                  </a:cubicBezTo>
                  <a:cubicBezTo>
                    <a:pt x="1364" y="24"/>
                    <a:pt x="1089" y="0"/>
                    <a:pt x="875" y="0"/>
                  </a:cubicBezTo>
                  <a:close/>
                </a:path>
              </a:pathLst>
            </a:custGeom>
            <a:solidFill>
              <a:srgbClr val="1614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282;p54">
              <a:extLst>
                <a:ext uri="{FF2B5EF4-FFF2-40B4-BE49-F238E27FC236}">
                  <a16:creationId xmlns:a16="http://schemas.microsoft.com/office/drawing/2014/main" id="{7CF93C33-A24B-838B-DF60-F2E384192378}"/>
                </a:ext>
              </a:extLst>
            </p:cNvPr>
            <p:cNvSpPr/>
            <p:nvPr/>
          </p:nvSpPr>
          <p:spPr>
            <a:xfrm>
              <a:off x="3068275" y="3120900"/>
              <a:ext cx="209825" cy="172875"/>
            </a:xfrm>
            <a:custGeom>
              <a:avLst/>
              <a:gdLst/>
              <a:ahLst/>
              <a:cxnLst/>
              <a:rect l="l" t="t" r="r" b="b"/>
              <a:pathLst>
                <a:path w="8393" h="6915" extrusionOk="0">
                  <a:moveTo>
                    <a:pt x="4215" y="1"/>
                  </a:moveTo>
                  <a:cubicBezTo>
                    <a:pt x="629" y="1"/>
                    <a:pt x="0" y="6914"/>
                    <a:pt x="0" y="6914"/>
                  </a:cubicBezTo>
                  <a:lnTo>
                    <a:pt x="4215" y="6803"/>
                  </a:lnTo>
                  <a:lnTo>
                    <a:pt x="8392" y="6914"/>
                  </a:lnTo>
                  <a:cubicBezTo>
                    <a:pt x="8355" y="6914"/>
                    <a:pt x="7764" y="1"/>
                    <a:pt x="4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283;p54">
              <a:extLst>
                <a:ext uri="{FF2B5EF4-FFF2-40B4-BE49-F238E27FC236}">
                  <a16:creationId xmlns:a16="http://schemas.microsoft.com/office/drawing/2014/main" id="{99D81056-8240-C311-737E-3563D45F77A9}"/>
                </a:ext>
              </a:extLst>
            </p:cNvPr>
            <p:cNvSpPr/>
            <p:nvPr/>
          </p:nvSpPr>
          <p:spPr>
            <a:xfrm>
              <a:off x="3042375" y="3897300"/>
              <a:ext cx="256975" cy="101675"/>
            </a:xfrm>
            <a:custGeom>
              <a:avLst/>
              <a:gdLst/>
              <a:ahLst/>
              <a:cxnLst/>
              <a:rect l="l" t="t" r="r" b="b"/>
              <a:pathLst>
                <a:path w="10279" h="4067" extrusionOk="0">
                  <a:moveTo>
                    <a:pt x="3957" y="0"/>
                  </a:moveTo>
                  <a:cubicBezTo>
                    <a:pt x="3957" y="0"/>
                    <a:pt x="851" y="2255"/>
                    <a:pt x="445" y="2847"/>
                  </a:cubicBezTo>
                  <a:cubicBezTo>
                    <a:pt x="1" y="3475"/>
                    <a:pt x="112" y="4067"/>
                    <a:pt x="555" y="4067"/>
                  </a:cubicBezTo>
                  <a:lnTo>
                    <a:pt x="2108" y="4067"/>
                  </a:lnTo>
                  <a:cubicBezTo>
                    <a:pt x="2182" y="4067"/>
                    <a:pt x="2293" y="3993"/>
                    <a:pt x="2293" y="3919"/>
                  </a:cubicBezTo>
                  <a:cubicBezTo>
                    <a:pt x="2293" y="3845"/>
                    <a:pt x="2330" y="3697"/>
                    <a:pt x="2330" y="3512"/>
                  </a:cubicBezTo>
                  <a:cubicBezTo>
                    <a:pt x="2330" y="3401"/>
                    <a:pt x="2219" y="3327"/>
                    <a:pt x="2145" y="3327"/>
                  </a:cubicBezTo>
                  <a:cubicBezTo>
                    <a:pt x="2034" y="3327"/>
                    <a:pt x="1960" y="3290"/>
                    <a:pt x="1923" y="3217"/>
                  </a:cubicBezTo>
                  <a:cubicBezTo>
                    <a:pt x="1923" y="3143"/>
                    <a:pt x="1960" y="2995"/>
                    <a:pt x="2293" y="2736"/>
                  </a:cubicBezTo>
                  <a:cubicBezTo>
                    <a:pt x="2848" y="2255"/>
                    <a:pt x="4179" y="1257"/>
                    <a:pt x="4179" y="1257"/>
                  </a:cubicBezTo>
                  <a:lnTo>
                    <a:pt x="5103" y="1294"/>
                  </a:lnTo>
                  <a:lnTo>
                    <a:pt x="6027" y="1257"/>
                  </a:lnTo>
                  <a:cubicBezTo>
                    <a:pt x="6027" y="1257"/>
                    <a:pt x="7358" y="2255"/>
                    <a:pt x="7913" y="2736"/>
                  </a:cubicBezTo>
                  <a:cubicBezTo>
                    <a:pt x="8245" y="2995"/>
                    <a:pt x="8282" y="3143"/>
                    <a:pt x="8282" y="3217"/>
                  </a:cubicBezTo>
                  <a:cubicBezTo>
                    <a:pt x="8282" y="3290"/>
                    <a:pt x="8208" y="3290"/>
                    <a:pt x="8060" y="3327"/>
                  </a:cubicBezTo>
                  <a:cubicBezTo>
                    <a:pt x="7950" y="3327"/>
                    <a:pt x="7876" y="3401"/>
                    <a:pt x="7876" y="3512"/>
                  </a:cubicBezTo>
                  <a:cubicBezTo>
                    <a:pt x="7876" y="3697"/>
                    <a:pt x="7876" y="3845"/>
                    <a:pt x="7913" y="3919"/>
                  </a:cubicBezTo>
                  <a:cubicBezTo>
                    <a:pt x="7913" y="3993"/>
                    <a:pt x="8023" y="4067"/>
                    <a:pt x="8097" y="4067"/>
                  </a:cubicBezTo>
                  <a:lnTo>
                    <a:pt x="9613" y="4067"/>
                  </a:lnTo>
                  <a:cubicBezTo>
                    <a:pt x="10168" y="4067"/>
                    <a:pt x="10279" y="3401"/>
                    <a:pt x="9872" y="2847"/>
                  </a:cubicBezTo>
                  <a:cubicBezTo>
                    <a:pt x="9428" y="2255"/>
                    <a:pt x="6360" y="0"/>
                    <a:pt x="63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284;p54">
              <a:extLst>
                <a:ext uri="{FF2B5EF4-FFF2-40B4-BE49-F238E27FC236}">
                  <a16:creationId xmlns:a16="http://schemas.microsoft.com/office/drawing/2014/main" id="{4531F823-5328-775B-6BE8-B467EDC897B8}"/>
                </a:ext>
              </a:extLst>
            </p:cNvPr>
            <p:cNvSpPr/>
            <p:nvPr/>
          </p:nvSpPr>
          <p:spPr>
            <a:xfrm>
              <a:off x="3143125" y="3661600"/>
              <a:ext cx="55475" cy="251425"/>
            </a:xfrm>
            <a:custGeom>
              <a:avLst/>
              <a:gdLst/>
              <a:ahLst/>
              <a:cxnLst/>
              <a:rect l="l" t="t" r="r" b="b"/>
              <a:pathLst>
                <a:path w="2219" h="10057" extrusionOk="0">
                  <a:moveTo>
                    <a:pt x="1" y="1"/>
                  </a:moveTo>
                  <a:lnTo>
                    <a:pt x="555" y="10057"/>
                  </a:lnTo>
                  <a:lnTo>
                    <a:pt x="1664" y="10057"/>
                  </a:lnTo>
                  <a:lnTo>
                    <a:pt x="221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285;p54">
              <a:extLst>
                <a:ext uri="{FF2B5EF4-FFF2-40B4-BE49-F238E27FC236}">
                  <a16:creationId xmlns:a16="http://schemas.microsoft.com/office/drawing/2014/main" id="{1A9F046A-B761-54B7-2191-6AFF93BC349C}"/>
                </a:ext>
              </a:extLst>
            </p:cNvPr>
            <p:cNvSpPr/>
            <p:nvPr/>
          </p:nvSpPr>
          <p:spPr>
            <a:xfrm>
              <a:off x="3096000" y="3650500"/>
              <a:ext cx="149750" cy="86000"/>
            </a:xfrm>
            <a:custGeom>
              <a:avLst/>
              <a:gdLst/>
              <a:ahLst/>
              <a:cxnLst/>
              <a:rect l="l" t="t" r="r" b="b"/>
              <a:pathLst>
                <a:path w="5990" h="3440" extrusionOk="0">
                  <a:moveTo>
                    <a:pt x="0" y="1"/>
                  </a:moveTo>
                  <a:cubicBezTo>
                    <a:pt x="0" y="1"/>
                    <a:pt x="296" y="3439"/>
                    <a:pt x="2995" y="3439"/>
                  </a:cubicBezTo>
                  <a:cubicBezTo>
                    <a:pt x="5694" y="3439"/>
                    <a:pt x="5989" y="1"/>
                    <a:pt x="59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286;p54">
              <a:extLst>
                <a:ext uri="{FF2B5EF4-FFF2-40B4-BE49-F238E27FC236}">
                  <a16:creationId xmlns:a16="http://schemas.microsoft.com/office/drawing/2014/main" id="{E8799983-B9AD-E32F-53B5-30C28240DEE9}"/>
                </a:ext>
              </a:extLst>
            </p:cNvPr>
            <p:cNvSpPr/>
            <p:nvPr/>
          </p:nvSpPr>
          <p:spPr>
            <a:xfrm>
              <a:off x="3022050" y="3277100"/>
              <a:ext cx="297650" cy="330925"/>
            </a:xfrm>
            <a:custGeom>
              <a:avLst/>
              <a:gdLst/>
              <a:ahLst/>
              <a:cxnLst/>
              <a:rect l="l" t="t" r="r" b="b"/>
              <a:pathLst>
                <a:path w="11906" h="13237" extrusionOk="0">
                  <a:moveTo>
                    <a:pt x="5953" y="1"/>
                  </a:moveTo>
                  <a:cubicBezTo>
                    <a:pt x="5953" y="1"/>
                    <a:pt x="1479" y="149"/>
                    <a:pt x="740" y="1184"/>
                  </a:cubicBezTo>
                  <a:cubicBezTo>
                    <a:pt x="1" y="2219"/>
                    <a:pt x="2071" y="10574"/>
                    <a:pt x="2773" y="11905"/>
                  </a:cubicBezTo>
                  <a:cubicBezTo>
                    <a:pt x="3476" y="13236"/>
                    <a:pt x="5953" y="13236"/>
                    <a:pt x="5953" y="13236"/>
                  </a:cubicBezTo>
                  <a:cubicBezTo>
                    <a:pt x="5953" y="13236"/>
                    <a:pt x="5976" y="13237"/>
                    <a:pt x="6017" y="13237"/>
                  </a:cubicBezTo>
                  <a:cubicBezTo>
                    <a:pt x="6415" y="13237"/>
                    <a:pt x="8530" y="13176"/>
                    <a:pt x="9132" y="11905"/>
                  </a:cubicBezTo>
                  <a:cubicBezTo>
                    <a:pt x="9835" y="10574"/>
                    <a:pt x="11905" y="2219"/>
                    <a:pt x="11166" y="1184"/>
                  </a:cubicBezTo>
                  <a:cubicBezTo>
                    <a:pt x="10426" y="186"/>
                    <a:pt x="5953" y="1"/>
                    <a:pt x="59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287;p54">
              <a:extLst>
                <a:ext uri="{FF2B5EF4-FFF2-40B4-BE49-F238E27FC236}">
                  <a16:creationId xmlns:a16="http://schemas.microsoft.com/office/drawing/2014/main" id="{C1F36765-22A4-52D9-CEB4-0A11D86447B2}"/>
                </a:ext>
              </a:extLst>
            </p:cNvPr>
            <p:cNvSpPr/>
            <p:nvPr/>
          </p:nvSpPr>
          <p:spPr>
            <a:xfrm>
              <a:off x="3125575" y="3525975"/>
              <a:ext cx="90600" cy="148600"/>
            </a:xfrm>
            <a:custGeom>
              <a:avLst/>
              <a:gdLst/>
              <a:ahLst/>
              <a:cxnLst/>
              <a:rect l="l" t="t" r="r" b="b"/>
              <a:pathLst>
                <a:path w="3624" h="5944" extrusionOk="0">
                  <a:moveTo>
                    <a:pt x="1812" y="0"/>
                  </a:moveTo>
                  <a:cubicBezTo>
                    <a:pt x="1119" y="0"/>
                    <a:pt x="425" y="46"/>
                    <a:pt x="296" y="139"/>
                  </a:cubicBezTo>
                  <a:cubicBezTo>
                    <a:pt x="0" y="324"/>
                    <a:pt x="703" y="5093"/>
                    <a:pt x="851" y="5610"/>
                  </a:cubicBezTo>
                  <a:cubicBezTo>
                    <a:pt x="888" y="5832"/>
                    <a:pt x="1350" y="5943"/>
                    <a:pt x="1821" y="5943"/>
                  </a:cubicBezTo>
                  <a:cubicBezTo>
                    <a:pt x="2292" y="5943"/>
                    <a:pt x="2773" y="5832"/>
                    <a:pt x="2847" y="5610"/>
                  </a:cubicBezTo>
                  <a:cubicBezTo>
                    <a:pt x="2921" y="5093"/>
                    <a:pt x="3623" y="324"/>
                    <a:pt x="3328" y="139"/>
                  </a:cubicBezTo>
                  <a:cubicBezTo>
                    <a:pt x="3198" y="46"/>
                    <a:pt x="2505" y="0"/>
                    <a:pt x="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288;p54">
              <a:extLst>
                <a:ext uri="{FF2B5EF4-FFF2-40B4-BE49-F238E27FC236}">
                  <a16:creationId xmlns:a16="http://schemas.microsoft.com/office/drawing/2014/main" id="{709A49BA-265F-A2D3-32A9-89D4B1534017}"/>
                </a:ext>
              </a:extLst>
            </p:cNvPr>
            <p:cNvSpPr/>
            <p:nvPr/>
          </p:nvSpPr>
          <p:spPr>
            <a:xfrm>
              <a:off x="3025750" y="3635725"/>
              <a:ext cx="292100" cy="39775"/>
            </a:xfrm>
            <a:custGeom>
              <a:avLst/>
              <a:gdLst/>
              <a:ahLst/>
              <a:cxnLst/>
              <a:rect l="l" t="t" r="r" b="b"/>
              <a:pathLst>
                <a:path w="11684" h="1591" extrusionOk="0">
                  <a:moveTo>
                    <a:pt x="0" y="0"/>
                  </a:moveTo>
                  <a:lnTo>
                    <a:pt x="0" y="1590"/>
                  </a:lnTo>
                  <a:lnTo>
                    <a:pt x="11683" y="1590"/>
                  </a:lnTo>
                  <a:lnTo>
                    <a:pt x="11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289;p54">
              <a:extLst>
                <a:ext uri="{FF2B5EF4-FFF2-40B4-BE49-F238E27FC236}">
                  <a16:creationId xmlns:a16="http://schemas.microsoft.com/office/drawing/2014/main" id="{C7E6877E-94DD-AFC2-E256-8EF4AEF143D9}"/>
                </a:ext>
              </a:extLst>
            </p:cNvPr>
            <p:cNvSpPr/>
            <p:nvPr/>
          </p:nvSpPr>
          <p:spPr>
            <a:xfrm>
              <a:off x="3133875" y="2942525"/>
              <a:ext cx="73050" cy="91525"/>
            </a:xfrm>
            <a:custGeom>
              <a:avLst/>
              <a:gdLst/>
              <a:ahLst/>
              <a:cxnLst/>
              <a:rect l="l" t="t" r="r" b="b"/>
              <a:pathLst>
                <a:path w="2922" h="3661" extrusionOk="0">
                  <a:moveTo>
                    <a:pt x="1443" y="0"/>
                  </a:moveTo>
                  <a:cubicBezTo>
                    <a:pt x="666" y="0"/>
                    <a:pt x="1" y="666"/>
                    <a:pt x="1" y="1442"/>
                  </a:cubicBezTo>
                  <a:lnTo>
                    <a:pt x="1" y="3660"/>
                  </a:lnTo>
                  <a:lnTo>
                    <a:pt x="2922" y="3660"/>
                  </a:lnTo>
                  <a:lnTo>
                    <a:pt x="2922" y="1442"/>
                  </a:lnTo>
                  <a:cubicBezTo>
                    <a:pt x="2922" y="666"/>
                    <a:pt x="2256" y="0"/>
                    <a:pt x="1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290;p54">
              <a:extLst>
                <a:ext uri="{FF2B5EF4-FFF2-40B4-BE49-F238E27FC236}">
                  <a16:creationId xmlns:a16="http://schemas.microsoft.com/office/drawing/2014/main" id="{B9C42624-7089-A2D1-F275-D0D1BDF72AF8}"/>
                </a:ext>
              </a:extLst>
            </p:cNvPr>
            <p:cNvSpPr/>
            <p:nvPr/>
          </p:nvSpPr>
          <p:spPr>
            <a:xfrm>
              <a:off x="3166225" y="2910175"/>
              <a:ext cx="9275" cy="26825"/>
            </a:xfrm>
            <a:custGeom>
              <a:avLst/>
              <a:gdLst/>
              <a:ahLst/>
              <a:cxnLst/>
              <a:rect l="l" t="t" r="r" b="b"/>
              <a:pathLst>
                <a:path w="371" h="1073" extrusionOk="0">
                  <a:moveTo>
                    <a:pt x="186" y="0"/>
                  </a:moveTo>
                  <a:cubicBezTo>
                    <a:pt x="112" y="0"/>
                    <a:pt x="1" y="111"/>
                    <a:pt x="1" y="185"/>
                  </a:cubicBezTo>
                  <a:lnTo>
                    <a:pt x="1" y="888"/>
                  </a:lnTo>
                  <a:cubicBezTo>
                    <a:pt x="1" y="999"/>
                    <a:pt x="75" y="1072"/>
                    <a:pt x="186" y="1072"/>
                  </a:cubicBezTo>
                  <a:cubicBezTo>
                    <a:pt x="260" y="1072"/>
                    <a:pt x="371" y="999"/>
                    <a:pt x="371" y="888"/>
                  </a:cubicBezTo>
                  <a:lnTo>
                    <a:pt x="371" y="185"/>
                  </a:lnTo>
                  <a:cubicBezTo>
                    <a:pt x="371" y="111"/>
                    <a:pt x="297" y="0"/>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291;p54">
              <a:extLst>
                <a:ext uri="{FF2B5EF4-FFF2-40B4-BE49-F238E27FC236}">
                  <a16:creationId xmlns:a16="http://schemas.microsoft.com/office/drawing/2014/main" id="{27DB6E67-0B75-1FEA-29D9-8B4358322491}"/>
                </a:ext>
              </a:extLst>
            </p:cNvPr>
            <p:cNvSpPr/>
            <p:nvPr/>
          </p:nvSpPr>
          <p:spPr>
            <a:xfrm>
              <a:off x="3100625" y="3016450"/>
              <a:ext cx="26825" cy="9275"/>
            </a:xfrm>
            <a:custGeom>
              <a:avLst/>
              <a:gdLst/>
              <a:ahLst/>
              <a:cxnLst/>
              <a:rect l="l" t="t" r="r" b="b"/>
              <a:pathLst>
                <a:path w="1073" h="371" extrusionOk="0">
                  <a:moveTo>
                    <a:pt x="185" y="1"/>
                  </a:moveTo>
                  <a:cubicBezTo>
                    <a:pt x="74" y="1"/>
                    <a:pt x="0" y="112"/>
                    <a:pt x="0" y="186"/>
                  </a:cubicBezTo>
                  <a:cubicBezTo>
                    <a:pt x="0" y="297"/>
                    <a:pt x="74" y="371"/>
                    <a:pt x="185" y="371"/>
                  </a:cubicBezTo>
                  <a:lnTo>
                    <a:pt x="887" y="371"/>
                  </a:lnTo>
                  <a:cubicBezTo>
                    <a:pt x="961" y="371"/>
                    <a:pt x="1072" y="297"/>
                    <a:pt x="1072" y="186"/>
                  </a:cubicBezTo>
                  <a:cubicBezTo>
                    <a:pt x="1072" y="112"/>
                    <a:pt x="961" y="1"/>
                    <a:pt x="8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292;p54">
              <a:extLst>
                <a:ext uri="{FF2B5EF4-FFF2-40B4-BE49-F238E27FC236}">
                  <a16:creationId xmlns:a16="http://schemas.microsoft.com/office/drawing/2014/main" id="{86DF8D21-3623-0457-3400-891BB4F4616D}"/>
                </a:ext>
              </a:extLst>
            </p:cNvPr>
            <p:cNvSpPr/>
            <p:nvPr/>
          </p:nvSpPr>
          <p:spPr>
            <a:xfrm>
              <a:off x="3100625" y="2997050"/>
              <a:ext cx="26825" cy="9275"/>
            </a:xfrm>
            <a:custGeom>
              <a:avLst/>
              <a:gdLst/>
              <a:ahLst/>
              <a:cxnLst/>
              <a:rect l="l" t="t" r="r" b="b"/>
              <a:pathLst>
                <a:path w="1073" h="371" extrusionOk="0">
                  <a:moveTo>
                    <a:pt x="185" y="1"/>
                  </a:moveTo>
                  <a:cubicBezTo>
                    <a:pt x="74" y="1"/>
                    <a:pt x="0" y="111"/>
                    <a:pt x="0" y="185"/>
                  </a:cubicBezTo>
                  <a:cubicBezTo>
                    <a:pt x="0" y="296"/>
                    <a:pt x="74" y="370"/>
                    <a:pt x="185" y="370"/>
                  </a:cubicBezTo>
                  <a:lnTo>
                    <a:pt x="887" y="370"/>
                  </a:lnTo>
                  <a:cubicBezTo>
                    <a:pt x="961" y="370"/>
                    <a:pt x="1072" y="296"/>
                    <a:pt x="1072" y="185"/>
                  </a:cubicBezTo>
                  <a:cubicBezTo>
                    <a:pt x="1072" y="38"/>
                    <a:pt x="961" y="1"/>
                    <a:pt x="8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293;p54">
              <a:extLst>
                <a:ext uri="{FF2B5EF4-FFF2-40B4-BE49-F238E27FC236}">
                  <a16:creationId xmlns:a16="http://schemas.microsoft.com/office/drawing/2014/main" id="{C5B30434-8984-5016-4473-B5EE4C65CFCB}"/>
                </a:ext>
              </a:extLst>
            </p:cNvPr>
            <p:cNvSpPr/>
            <p:nvPr/>
          </p:nvSpPr>
          <p:spPr>
            <a:xfrm>
              <a:off x="3100625" y="2976725"/>
              <a:ext cx="26825" cy="9250"/>
            </a:xfrm>
            <a:custGeom>
              <a:avLst/>
              <a:gdLst/>
              <a:ahLst/>
              <a:cxnLst/>
              <a:rect l="l" t="t" r="r" b="b"/>
              <a:pathLst>
                <a:path w="1073" h="370" extrusionOk="0">
                  <a:moveTo>
                    <a:pt x="185" y="0"/>
                  </a:moveTo>
                  <a:cubicBezTo>
                    <a:pt x="74" y="0"/>
                    <a:pt x="0" y="74"/>
                    <a:pt x="0" y="185"/>
                  </a:cubicBezTo>
                  <a:cubicBezTo>
                    <a:pt x="0" y="259"/>
                    <a:pt x="74" y="370"/>
                    <a:pt x="185" y="370"/>
                  </a:cubicBezTo>
                  <a:lnTo>
                    <a:pt x="887" y="370"/>
                  </a:lnTo>
                  <a:cubicBezTo>
                    <a:pt x="961" y="370"/>
                    <a:pt x="1072" y="259"/>
                    <a:pt x="1072" y="185"/>
                  </a:cubicBezTo>
                  <a:cubicBezTo>
                    <a:pt x="1072" y="37"/>
                    <a:pt x="961" y="0"/>
                    <a:pt x="8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294;p54">
              <a:extLst>
                <a:ext uri="{FF2B5EF4-FFF2-40B4-BE49-F238E27FC236}">
                  <a16:creationId xmlns:a16="http://schemas.microsoft.com/office/drawing/2014/main" id="{27409335-C68B-8CDC-8402-671A9A506DA8}"/>
                </a:ext>
              </a:extLst>
            </p:cNvPr>
            <p:cNvSpPr/>
            <p:nvPr/>
          </p:nvSpPr>
          <p:spPr>
            <a:xfrm>
              <a:off x="3100625" y="2949550"/>
              <a:ext cx="27750" cy="14600"/>
            </a:xfrm>
            <a:custGeom>
              <a:avLst/>
              <a:gdLst/>
              <a:ahLst/>
              <a:cxnLst/>
              <a:rect l="l" t="t" r="r" b="b"/>
              <a:pathLst>
                <a:path w="1110" h="584" extrusionOk="0">
                  <a:moveTo>
                    <a:pt x="194" y="1"/>
                  </a:moveTo>
                  <a:cubicBezTo>
                    <a:pt x="131" y="1"/>
                    <a:pt x="64" y="35"/>
                    <a:pt x="37" y="89"/>
                  </a:cubicBezTo>
                  <a:cubicBezTo>
                    <a:pt x="0" y="200"/>
                    <a:pt x="37" y="274"/>
                    <a:pt x="111" y="311"/>
                  </a:cubicBezTo>
                  <a:lnTo>
                    <a:pt x="813" y="570"/>
                  </a:lnTo>
                  <a:cubicBezTo>
                    <a:pt x="841" y="579"/>
                    <a:pt x="867" y="583"/>
                    <a:pt x="890" y="583"/>
                  </a:cubicBezTo>
                  <a:cubicBezTo>
                    <a:pt x="959" y="583"/>
                    <a:pt x="1007" y="542"/>
                    <a:pt x="1035" y="459"/>
                  </a:cubicBezTo>
                  <a:cubicBezTo>
                    <a:pt x="1109" y="385"/>
                    <a:pt x="1072" y="274"/>
                    <a:pt x="961" y="237"/>
                  </a:cubicBezTo>
                  <a:lnTo>
                    <a:pt x="259" y="15"/>
                  </a:lnTo>
                  <a:cubicBezTo>
                    <a:pt x="239" y="5"/>
                    <a:pt x="217" y="1"/>
                    <a:pt x="1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295;p54">
              <a:extLst>
                <a:ext uri="{FF2B5EF4-FFF2-40B4-BE49-F238E27FC236}">
                  <a16:creationId xmlns:a16="http://schemas.microsoft.com/office/drawing/2014/main" id="{9B127DD5-C0BB-3CC8-9BAA-E84356B5E9E0}"/>
                </a:ext>
              </a:extLst>
            </p:cNvPr>
            <p:cNvSpPr/>
            <p:nvPr/>
          </p:nvSpPr>
          <p:spPr>
            <a:xfrm>
              <a:off x="3115400" y="2926675"/>
              <a:ext cx="23125" cy="21025"/>
            </a:xfrm>
            <a:custGeom>
              <a:avLst/>
              <a:gdLst/>
              <a:ahLst/>
              <a:cxnLst/>
              <a:rect l="l" t="t" r="r" b="b"/>
              <a:pathLst>
                <a:path w="925" h="841" extrusionOk="0">
                  <a:moveTo>
                    <a:pt x="201" y="0"/>
                  </a:moveTo>
                  <a:cubicBezTo>
                    <a:pt x="163" y="0"/>
                    <a:pt x="127" y="12"/>
                    <a:pt x="111" y="43"/>
                  </a:cubicBezTo>
                  <a:cubicBezTo>
                    <a:pt x="38" y="80"/>
                    <a:pt x="1" y="228"/>
                    <a:pt x="111" y="265"/>
                  </a:cubicBezTo>
                  <a:lnTo>
                    <a:pt x="592" y="782"/>
                  </a:lnTo>
                  <a:cubicBezTo>
                    <a:pt x="637" y="805"/>
                    <a:pt x="696" y="841"/>
                    <a:pt x="751" y="841"/>
                  </a:cubicBezTo>
                  <a:cubicBezTo>
                    <a:pt x="787" y="841"/>
                    <a:pt x="822" y="826"/>
                    <a:pt x="851" y="782"/>
                  </a:cubicBezTo>
                  <a:cubicBezTo>
                    <a:pt x="888" y="745"/>
                    <a:pt x="925" y="597"/>
                    <a:pt x="851" y="560"/>
                  </a:cubicBezTo>
                  <a:lnTo>
                    <a:pt x="333" y="43"/>
                  </a:lnTo>
                  <a:cubicBezTo>
                    <a:pt x="312" y="21"/>
                    <a:pt x="254"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296;p54">
              <a:extLst>
                <a:ext uri="{FF2B5EF4-FFF2-40B4-BE49-F238E27FC236}">
                  <a16:creationId xmlns:a16="http://schemas.microsoft.com/office/drawing/2014/main" id="{D7634A75-AD97-A3BB-2C9B-4702DC1C3CF7}"/>
                </a:ext>
              </a:extLst>
            </p:cNvPr>
            <p:cNvSpPr/>
            <p:nvPr/>
          </p:nvSpPr>
          <p:spPr>
            <a:xfrm>
              <a:off x="3142200" y="2912950"/>
              <a:ext cx="11125" cy="24975"/>
            </a:xfrm>
            <a:custGeom>
              <a:avLst/>
              <a:gdLst/>
              <a:ahLst/>
              <a:cxnLst/>
              <a:rect l="l" t="t" r="r" b="b"/>
              <a:pathLst>
                <a:path w="445" h="999" extrusionOk="0">
                  <a:moveTo>
                    <a:pt x="149" y="0"/>
                  </a:moveTo>
                  <a:cubicBezTo>
                    <a:pt x="38" y="0"/>
                    <a:pt x="1" y="74"/>
                    <a:pt x="1" y="185"/>
                  </a:cubicBezTo>
                  <a:lnTo>
                    <a:pt x="149" y="888"/>
                  </a:lnTo>
                  <a:cubicBezTo>
                    <a:pt x="149" y="961"/>
                    <a:pt x="223" y="998"/>
                    <a:pt x="333" y="998"/>
                  </a:cubicBezTo>
                  <a:cubicBezTo>
                    <a:pt x="407" y="998"/>
                    <a:pt x="444" y="925"/>
                    <a:pt x="444" y="814"/>
                  </a:cubicBezTo>
                  <a:lnTo>
                    <a:pt x="333" y="148"/>
                  </a:lnTo>
                  <a:cubicBezTo>
                    <a:pt x="333" y="37"/>
                    <a:pt x="223" y="0"/>
                    <a:pt x="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297;p54">
              <a:extLst>
                <a:ext uri="{FF2B5EF4-FFF2-40B4-BE49-F238E27FC236}">
                  <a16:creationId xmlns:a16="http://schemas.microsoft.com/office/drawing/2014/main" id="{6E130EEB-32D4-EAAF-4AC4-5B9D773251A7}"/>
                </a:ext>
              </a:extLst>
            </p:cNvPr>
            <p:cNvSpPr/>
            <p:nvPr/>
          </p:nvSpPr>
          <p:spPr>
            <a:xfrm>
              <a:off x="3216150" y="3016450"/>
              <a:ext cx="26825" cy="9275"/>
            </a:xfrm>
            <a:custGeom>
              <a:avLst/>
              <a:gdLst/>
              <a:ahLst/>
              <a:cxnLst/>
              <a:rect l="l" t="t" r="r" b="b"/>
              <a:pathLst>
                <a:path w="1073" h="371" extrusionOk="0">
                  <a:moveTo>
                    <a:pt x="185" y="1"/>
                  </a:moveTo>
                  <a:cubicBezTo>
                    <a:pt x="74" y="1"/>
                    <a:pt x="0" y="112"/>
                    <a:pt x="0" y="186"/>
                  </a:cubicBezTo>
                  <a:cubicBezTo>
                    <a:pt x="0" y="297"/>
                    <a:pt x="74" y="371"/>
                    <a:pt x="185" y="371"/>
                  </a:cubicBezTo>
                  <a:lnTo>
                    <a:pt x="888" y="371"/>
                  </a:lnTo>
                  <a:cubicBezTo>
                    <a:pt x="962" y="371"/>
                    <a:pt x="1072" y="297"/>
                    <a:pt x="1072" y="186"/>
                  </a:cubicBezTo>
                  <a:cubicBezTo>
                    <a:pt x="999" y="112"/>
                    <a:pt x="962" y="1"/>
                    <a:pt x="8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298;p54">
              <a:extLst>
                <a:ext uri="{FF2B5EF4-FFF2-40B4-BE49-F238E27FC236}">
                  <a16:creationId xmlns:a16="http://schemas.microsoft.com/office/drawing/2014/main" id="{4801FCD4-8BB0-F8E6-3443-5EDEB1BD9B8F}"/>
                </a:ext>
              </a:extLst>
            </p:cNvPr>
            <p:cNvSpPr/>
            <p:nvPr/>
          </p:nvSpPr>
          <p:spPr>
            <a:xfrm>
              <a:off x="3216150" y="2997050"/>
              <a:ext cx="26825" cy="9275"/>
            </a:xfrm>
            <a:custGeom>
              <a:avLst/>
              <a:gdLst/>
              <a:ahLst/>
              <a:cxnLst/>
              <a:rect l="l" t="t" r="r" b="b"/>
              <a:pathLst>
                <a:path w="1073" h="371" extrusionOk="0">
                  <a:moveTo>
                    <a:pt x="185" y="1"/>
                  </a:moveTo>
                  <a:cubicBezTo>
                    <a:pt x="74" y="1"/>
                    <a:pt x="0" y="111"/>
                    <a:pt x="0" y="185"/>
                  </a:cubicBezTo>
                  <a:cubicBezTo>
                    <a:pt x="0" y="296"/>
                    <a:pt x="74" y="370"/>
                    <a:pt x="185" y="370"/>
                  </a:cubicBezTo>
                  <a:lnTo>
                    <a:pt x="888" y="370"/>
                  </a:lnTo>
                  <a:cubicBezTo>
                    <a:pt x="962" y="370"/>
                    <a:pt x="1072" y="296"/>
                    <a:pt x="1072" y="185"/>
                  </a:cubicBezTo>
                  <a:cubicBezTo>
                    <a:pt x="999" y="38"/>
                    <a:pt x="962" y="1"/>
                    <a:pt x="8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299;p54">
              <a:extLst>
                <a:ext uri="{FF2B5EF4-FFF2-40B4-BE49-F238E27FC236}">
                  <a16:creationId xmlns:a16="http://schemas.microsoft.com/office/drawing/2014/main" id="{36AC5E2E-36BF-FB5B-4DF5-24CFED5CE3B3}"/>
                </a:ext>
              </a:extLst>
            </p:cNvPr>
            <p:cNvSpPr/>
            <p:nvPr/>
          </p:nvSpPr>
          <p:spPr>
            <a:xfrm>
              <a:off x="3216150" y="2976725"/>
              <a:ext cx="26825" cy="9250"/>
            </a:xfrm>
            <a:custGeom>
              <a:avLst/>
              <a:gdLst/>
              <a:ahLst/>
              <a:cxnLst/>
              <a:rect l="l" t="t" r="r" b="b"/>
              <a:pathLst>
                <a:path w="1073" h="370" extrusionOk="0">
                  <a:moveTo>
                    <a:pt x="185" y="0"/>
                  </a:moveTo>
                  <a:cubicBezTo>
                    <a:pt x="74" y="0"/>
                    <a:pt x="0" y="74"/>
                    <a:pt x="0" y="185"/>
                  </a:cubicBezTo>
                  <a:cubicBezTo>
                    <a:pt x="0" y="259"/>
                    <a:pt x="74" y="370"/>
                    <a:pt x="185" y="370"/>
                  </a:cubicBezTo>
                  <a:lnTo>
                    <a:pt x="888" y="370"/>
                  </a:lnTo>
                  <a:cubicBezTo>
                    <a:pt x="962" y="370"/>
                    <a:pt x="1072" y="259"/>
                    <a:pt x="1072" y="185"/>
                  </a:cubicBezTo>
                  <a:cubicBezTo>
                    <a:pt x="999" y="37"/>
                    <a:pt x="962" y="0"/>
                    <a:pt x="8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300;p54">
              <a:extLst>
                <a:ext uri="{FF2B5EF4-FFF2-40B4-BE49-F238E27FC236}">
                  <a16:creationId xmlns:a16="http://schemas.microsoft.com/office/drawing/2014/main" id="{CDE3C188-721C-E93D-D636-11A28D28F9E8}"/>
                </a:ext>
              </a:extLst>
            </p:cNvPr>
            <p:cNvSpPr/>
            <p:nvPr/>
          </p:nvSpPr>
          <p:spPr>
            <a:xfrm>
              <a:off x="3213375" y="2949550"/>
              <a:ext cx="27750" cy="14600"/>
            </a:xfrm>
            <a:custGeom>
              <a:avLst/>
              <a:gdLst/>
              <a:ahLst/>
              <a:cxnLst/>
              <a:rect l="l" t="t" r="r" b="b"/>
              <a:pathLst>
                <a:path w="1110" h="584" extrusionOk="0">
                  <a:moveTo>
                    <a:pt x="916" y="1"/>
                  </a:moveTo>
                  <a:cubicBezTo>
                    <a:pt x="893" y="1"/>
                    <a:pt x="871" y="5"/>
                    <a:pt x="851" y="15"/>
                  </a:cubicBezTo>
                  <a:lnTo>
                    <a:pt x="148" y="237"/>
                  </a:lnTo>
                  <a:cubicBezTo>
                    <a:pt x="74" y="274"/>
                    <a:pt x="0" y="385"/>
                    <a:pt x="74" y="459"/>
                  </a:cubicBezTo>
                  <a:cubicBezTo>
                    <a:pt x="102" y="542"/>
                    <a:pt x="151" y="583"/>
                    <a:pt x="220" y="583"/>
                  </a:cubicBezTo>
                  <a:cubicBezTo>
                    <a:pt x="243" y="583"/>
                    <a:pt x="268" y="579"/>
                    <a:pt x="296" y="570"/>
                  </a:cubicBezTo>
                  <a:lnTo>
                    <a:pt x="999" y="348"/>
                  </a:lnTo>
                  <a:cubicBezTo>
                    <a:pt x="1073" y="274"/>
                    <a:pt x="1110" y="200"/>
                    <a:pt x="1073" y="89"/>
                  </a:cubicBezTo>
                  <a:cubicBezTo>
                    <a:pt x="1046" y="35"/>
                    <a:pt x="979" y="1"/>
                    <a:pt x="9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301;p54">
              <a:extLst>
                <a:ext uri="{FF2B5EF4-FFF2-40B4-BE49-F238E27FC236}">
                  <a16:creationId xmlns:a16="http://schemas.microsoft.com/office/drawing/2014/main" id="{26A98FA4-5BFD-A922-4C2D-0552D37F78C0}"/>
                </a:ext>
              </a:extLst>
            </p:cNvPr>
            <p:cNvSpPr/>
            <p:nvPr/>
          </p:nvSpPr>
          <p:spPr>
            <a:xfrm>
              <a:off x="3205975" y="2927050"/>
              <a:ext cx="20375" cy="19875"/>
            </a:xfrm>
            <a:custGeom>
              <a:avLst/>
              <a:gdLst/>
              <a:ahLst/>
              <a:cxnLst/>
              <a:rect l="l" t="t" r="r" b="b"/>
              <a:pathLst>
                <a:path w="815" h="795" extrusionOk="0">
                  <a:moveTo>
                    <a:pt x="638" y="0"/>
                  </a:moveTo>
                  <a:cubicBezTo>
                    <a:pt x="601" y="0"/>
                    <a:pt x="574" y="9"/>
                    <a:pt x="555" y="28"/>
                  </a:cubicBezTo>
                  <a:lnTo>
                    <a:pt x="38" y="545"/>
                  </a:lnTo>
                  <a:cubicBezTo>
                    <a:pt x="1" y="582"/>
                    <a:pt x="1" y="730"/>
                    <a:pt x="38" y="767"/>
                  </a:cubicBezTo>
                  <a:cubicBezTo>
                    <a:pt x="56" y="786"/>
                    <a:pt x="102" y="795"/>
                    <a:pt x="149" y="795"/>
                  </a:cubicBezTo>
                  <a:cubicBezTo>
                    <a:pt x="195" y="795"/>
                    <a:pt x="241" y="786"/>
                    <a:pt x="259" y="767"/>
                  </a:cubicBezTo>
                  <a:lnTo>
                    <a:pt x="777" y="250"/>
                  </a:lnTo>
                  <a:cubicBezTo>
                    <a:pt x="814" y="176"/>
                    <a:pt x="814" y="65"/>
                    <a:pt x="777" y="28"/>
                  </a:cubicBezTo>
                  <a:cubicBezTo>
                    <a:pt x="722" y="9"/>
                    <a:pt x="675" y="0"/>
                    <a:pt x="6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302;p54">
              <a:extLst>
                <a:ext uri="{FF2B5EF4-FFF2-40B4-BE49-F238E27FC236}">
                  <a16:creationId xmlns:a16="http://schemas.microsoft.com/office/drawing/2014/main" id="{3A3C31F8-7E16-9E3C-7AB9-EC4A6FA27BE5}"/>
                </a:ext>
              </a:extLst>
            </p:cNvPr>
            <p:cNvSpPr/>
            <p:nvPr/>
          </p:nvSpPr>
          <p:spPr>
            <a:xfrm>
              <a:off x="3189350" y="2912950"/>
              <a:ext cx="12025" cy="24975"/>
            </a:xfrm>
            <a:custGeom>
              <a:avLst/>
              <a:gdLst/>
              <a:ahLst/>
              <a:cxnLst/>
              <a:rect l="l" t="t" r="r" b="b"/>
              <a:pathLst>
                <a:path w="481" h="999" extrusionOk="0">
                  <a:moveTo>
                    <a:pt x="333" y="0"/>
                  </a:moveTo>
                  <a:cubicBezTo>
                    <a:pt x="222" y="0"/>
                    <a:pt x="148" y="37"/>
                    <a:pt x="148" y="148"/>
                  </a:cubicBezTo>
                  <a:lnTo>
                    <a:pt x="0" y="814"/>
                  </a:lnTo>
                  <a:cubicBezTo>
                    <a:pt x="0" y="925"/>
                    <a:pt x="37" y="998"/>
                    <a:pt x="148" y="998"/>
                  </a:cubicBezTo>
                  <a:cubicBezTo>
                    <a:pt x="222" y="998"/>
                    <a:pt x="333" y="961"/>
                    <a:pt x="333" y="888"/>
                  </a:cubicBezTo>
                  <a:lnTo>
                    <a:pt x="481" y="185"/>
                  </a:lnTo>
                  <a:cubicBezTo>
                    <a:pt x="481" y="74"/>
                    <a:pt x="407" y="0"/>
                    <a:pt x="3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303;p54">
              <a:extLst>
                <a:ext uri="{FF2B5EF4-FFF2-40B4-BE49-F238E27FC236}">
                  <a16:creationId xmlns:a16="http://schemas.microsoft.com/office/drawing/2014/main" id="{BCA462F0-F01A-52C6-CA78-2F3474C16346}"/>
                </a:ext>
              </a:extLst>
            </p:cNvPr>
            <p:cNvSpPr/>
            <p:nvPr/>
          </p:nvSpPr>
          <p:spPr>
            <a:xfrm>
              <a:off x="3478650" y="3173575"/>
              <a:ext cx="7400" cy="25000"/>
            </a:xfrm>
            <a:custGeom>
              <a:avLst/>
              <a:gdLst/>
              <a:ahLst/>
              <a:cxnLst/>
              <a:rect l="l" t="t" r="r" b="b"/>
              <a:pathLst>
                <a:path w="296" h="1000" extrusionOk="0">
                  <a:moveTo>
                    <a:pt x="0" y="1"/>
                  </a:moveTo>
                  <a:lnTo>
                    <a:pt x="0" y="999"/>
                  </a:lnTo>
                  <a:lnTo>
                    <a:pt x="296" y="999"/>
                  </a:lnTo>
                  <a:lnTo>
                    <a:pt x="29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304;p54">
              <a:extLst>
                <a:ext uri="{FF2B5EF4-FFF2-40B4-BE49-F238E27FC236}">
                  <a16:creationId xmlns:a16="http://schemas.microsoft.com/office/drawing/2014/main" id="{5E660E7A-9CC3-8791-CC1E-164179B33F93}"/>
                </a:ext>
              </a:extLst>
            </p:cNvPr>
            <p:cNvSpPr/>
            <p:nvPr/>
          </p:nvSpPr>
          <p:spPr>
            <a:xfrm>
              <a:off x="3485100" y="3168975"/>
              <a:ext cx="62875" cy="35150"/>
            </a:xfrm>
            <a:custGeom>
              <a:avLst/>
              <a:gdLst/>
              <a:ahLst/>
              <a:cxnLst/>
              <a:rect l="l" t="t" r="r" b="b"/>
              <a:pathLst>
                <a:path w="2515" h="1406" extrusionOk="0">
                  <a:moveTo>
                    <a:pt x="149" y="0"/>
                  </a:moveTo>
                  <a:cubicBezTo>
                    <a:pt x="38" y="0"/>
                    <a:pt x="1" y="74"/>
                    <a:pt x="1" y="148"/>
                  </a:cubicBezTo>
                  <a:lnTo>
                    <a:pt x="1" y="1257"/>
                  </a:lnTo>
                  <a:cubicBezTo>
                    <a:pt x="1" y="1331"/>
                    <a:pt x="38" y="1405"/>
                    <a:pt x="149" y="1405"/>
                  </a:cubicBezTo>
                  <a:lnTo>
                    <a:pt x="2367" y="1405"/>
                  </a:lnTo>
                  <a:cubicBezTo>
                    <a:pt x="2441" y="1405"/>
                    <a:pt x="2515" y="1368"/>
                    <a:pt x="2515" y="1294"/>
                  </a:cubicBezTo>
                  <a:lnTo>
                    <a:pt x="2515" y="148"/>
                  </a:lnTo>
                  <a:cubicBezTo>
                    <a:pt x="2515" y="74"/>
                    <a:pt x="2441" y="0"/>
                    <a:pt x="23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305;p54">
              <a:extLst>
                <a:ext uri="{FF2B5EF4-FFF2-40B4-BE49-F238E27FC236}">
                  <a16:creationId xmlns:a16="http://schemas.microsoft.com/office/drawing/2014/main" id="{FB8F1B2B-73DB-62AA-EBAA-146067BF6AB0}"/>
                </a:ext>
              </a:extLst>
            </p:cNvPr>
            <p:cNvSpPr/>
            <p:nvPr/>
          </p:nvSpPr>
          <p:spPr>
            <a:xfrm>
              <a:off x="3495275" y="3180050"/>
              <a:ext cx="43475" cy="13900"/>
            </a:xfrm>
            <a:custGeom>
              <a:avLst/>
              <a:gdLst/>
              <a:ahLst/>
              <a:cxnLst/>
              <a:rect l="l" t="t" r="r" b="b"/>
              <a:pathLst>
                <a:path w="1739" h="556" extrusionOk="0">
                  <a:moveTo>
                    <a:pt x="0" y="1"/>
                  </a:moveTo>
                  <a:lnTo>
                    <a:pt x="0" y="555"/>
                  </a:lnTo>
                  <a:lnTo>
                    <a:pt x="1738" y="555"/>
                  </a:lnTo>
                  <a:lnTo>
                    <a:pt x="17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306;p54">
              <a:extLst>
                <a:ext uri="{FF2B5EF4-FFF2-40B4-BE49-F238E27FC236}">
                  <a16:creationId xmlns:a16="http://schemas.microsoft.com/office/drawing/2014/main" id="{8E8BD94B-D062-BA4A-B0EC-28FDA579F9AE}"/>
                </a:ext>
              </a:extLst>
            </p:cNvPr>
            <p:cNvSpPr/>
            <p:nvPr/>
          </p:nvSpPr>
          <p:spPr>
            <a:xfrm>
              <a:off x="3525775" y="3181900"/>
              <a:ext cx="9275" cy="9275"/>
            </a:xfrm>
            <a:custGeom>
              <a:avLst/>
              <a:gdLst/>
              <a:ahLst/>
              <a:cxnLst/>
              <a:rect l="l" t="t" r="r" b="b"/>
              <a:pathLst>
                <a:path w="371" h="371" extrusionOk="0">
                  <a:moveTo>
                    <a:pt x="185" y="1"/>
                  </a:moveTo>
                  <a:cubicBezTo>
                    <a:pt x="74" y="1"/>
                    <a:pt x="1" y="75"/>
                    <a:pt x="1" y="186"/>
                  </a:cubicBezTo>
                  <a:cubicBezTo>
                    <a:pt x="1" y="296"/>
                    <a:pt x="74" y="370"/>
                    <a:pt x="185" y="370"/>
                  </a:cubicBezTo>
                  <a:cubicBezTo>
                    <a:pt x="296" y="370"/>
                    <a:pt x="370" y="296"/>
                    <a:pt x="370" y="186"/>
                  </a:cubicBezTo>
                  <a:cubicBezTo>
                    <a:pt x="370" y="75"/>
                    <a:pt x="296" y="1"/>
                    <a:pt x="1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307;p54">
              <a:extLst>
                <a:ext uri="{FF2B5EF4-FFF2-40B4-BE49-F238E27FC236}">
                  <a16:creationId xmlns:a16="http://schemas.microsoft.com/office/drawing/2014/main" id="{E0218482-252D-B926-BD11-1EAB5068C053}"/>
                </a:ext>
              </a:extLst>
            </p:cNvPr>
            <p:cNvSpPr/>
            <p:nvPr/>
          </p:nvSpPr>
          <p:spPr>
            <a:xfrm>
              <a:off x="3478650" y="3260475"/>
              <a:ext cx="13875" cy="41600"/>
            </a:xfrm>
            <a:custGeom>
              <a:avLst/>
              <a:gdLst/>
              <a:ahLst/>
              <a:cxnLst/>
              <a:rect l="l" t="t" r="r" b="b"/>
              <a:pathLst>
                <a:path w="555" h="1664" extrusionOk="0">
                  <a:moveTo>
                    <a:pt x="0" y="0"/>
                  </a:moveTo>
                  <a:lnTo>
                    <a:pt x="0" y="1664"/>
                  </a:lnTo>
                  <a:lnTo>
                    <a:pt x="555" y="1664"/>
                  </a:lnTo>
                  <a:lnTo>
                    <a:pt x="5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308;p54">
              <a:extLst>
                <a:ext uri="{FF2B5EF4-FFF2-40B4-BE49-F238E27FC236}">
                  <a16:creationId xmlns:a16="http://schemas.microsoft.com/office/drawing/2014/main" id="{0C77ABB2-0FF8-28FA-8EB9-10BF577B76FE}"/>
                </a:ext>
              </a:extLst>
            </p:cNvPr>
            <p:cNvSpPr/>
            <p:nvPr/>
          </p:nvSpPr>
          <p:spPr>
            <a:xfrm>
              <a:off x="3487875" y="3251225"/>
              <a:ext cx="103550" cy="59175"/>
            </a:xfrm>
            <a:custGeom>
              <a:avLst/>
              <a:gdLst/>
              <a:ahLst/>
              <a:cxnLst/>
              <a:rect l="l" t="t" r="r" b="b"/>
              <a:pathLst>
                <a:path w="4142" h="2367" extrusionOk="0">
                  <a:moveTo>
                    <a:pt x="1" y="1"/>
                  </a:moveTo>
                  <a:lnTo>
                    <a:pt x="1" y="2367"/>
                  </a:lnTo>
                  <a:lnTo>
                    <a:pt x="4141" y="2367"/>
                  </a:lnTo>
                  <a:lnTo>
                    <a:pt x="4141" y="1"/>
                  </a:lnTo>
                  <a:close/>
                </a:path>
              </a:pathLst>
            </a:custGeom>
            <a:solidFill>
              <a:srgbClr val="1614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309;p54">
              <a:extLst>
                <a:ext uri="{FF2B5EF4-FFF2-40B4-BE49-F238E27FC236}">
                  <a16:creationId xmlns:a16="http://schemas.microsoft.com/office/drawing/2014/main" id="{9892C190-FD9C-1EBD-6A7B-1ADB40A114CE}"/>
                </a:ext>
              </a:extLst>
            </p:cNvPr>
            <p:cNvSpPr/>
            <p:nvPr/>
          </p:nvSpPr>
          <p:spPr>
            <a:xfrm>
              <a:off x="3487875" y="3251225"/>
              <a:ext cx="103550" cy="59175"/>
            </a:xfrm>
            <a:custGeom>
              <a:avLst/>
              <a:gdLst/>
              <a:ahLst/>
              <a:cxnLst/>
              <a:rect l="l" t="t" r="r" b="b"/>
              <a:pathLst>
                <a:path w="4142" h="2367" extrusionOk="0">
                  <a:moveTo>
                    <a:pt x="1" y="1"/>
                  </a:moveTo>
                  <a:lnTo>
                    <a:pt x="1" y="2367"/>
                  </a:lnTo>
                  <a:lnTo>
                    <a:pt x="4141" y="2367"/>
                  </a:lnTo>
                  <a:lnTo>
                    <a:pt x="41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310;p54">
              <a:extLst>
                <a:ext uri="{FF2B5EF4-FFF2-40B4-BE49-F238E27FC236}">
                  <a16:creationId xmlns:a16="http://schemas.microsoft.com/office/drawing/2014/main" id="{8B8A166E-CAD7-6C43-14D8-F54AA8697CB1}"/>
                </a:ext>
              </a:extLst>
            </p:cNvPr>
            <p:cNvSpPr/>
            <p:nvPr/>
          </p:nvSpPr>
          <p:spPr>
            <a:xfrm>
              <a:off x="3498050" y="3260475"/>
              <a:ext cx="83200" cy="41600"/>
            </a:xfrm>
            <a:custGeom>
              <a:avLst/>
              <a:gdLst/>
              <a:ahLst/>
              <a:cxnLst/>
              <a:rect l="l" t="t" r="r" b="b"/>
              <a:pathLst>
                <a:path w="3328" h="1664" extrusionOk="0">
                  <a:moveTo>
                    <a:pt x="0" y="0"/>
                  </a:moveTo>
                  <a:lnTo>
                    <a:pt x="0" y="1664"/>
                  </a:lnTo>
                  <a:lnTo>
                    <a:pt x="3328" y="1664"/>
                  </a:lnTo>
                  <a:lnTo>
                    <a:pt x="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311;p54">
              <a:extLst>
                <a:ext uri="{FF2B5EF4-FFF2-40B4-BE49-F238E27FC236}">
                  <a16:creationId xmlns:a16="http://schemas.microsoft.com/office/drawing/2014/main" id="{99416CA5-FA7E-DBBE-01F6-E77C5BBAF031}"/>
                </a:ext>
              </a:extLst>
            </p:cNvPr>
            <p:cNvSpPr/>
            <p:nvPr/>
          </p:nvSpPr>
          <p:spPr>
            <a:xfrm>
              <a:off x="3502675" y="3264175"/>
              <a:ext cx="5575" cy="20350"/>
            </a:xfrm>
            <a:custGeom>
              <a:avLst/>
              <a:gdLst/>
              <a:ahLst/>
              <a:cxnLst/>
              <a:rect l="l" t="t" r="r" b="b"/>
              <a:pathLst>
                <a:path w="223" h="814" extrusionOk="0">
                  <a:moveTo>
                    <a:pt x="0" y="0"/>
                  </a:moveTo>
                  <a:lnTo>
                    <a:pt x="0" y="813"/>
                  </a:lnTo>
                  <a:lnTo>
                    <a:pt x="222" y="813"/>
                  </a:lnTo>
                  <a:lnTo>
                    <a:pt x="22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312;p54">
              <a:extLst>
                <a:ext uri="{FF2B5EF4-FFF2-40B4-BE49-F238E27FC236}">
                  <a16:creationId xmlns:a16="http://schemas.microsoft.com/office/drawing/2014/main" id="{22175CA5-9C0E-0AC1-3A94-669A4B2C7B65}"/>
                </a:ext>
              </a:extLst>
            </p:cNvPr>
            <p:cNvSpPr/>
            <p:nvPr/>
          </p:nvSpPr>
          <p:spPr>
            <a:xfrm>
              <a:off x="3511900" y="3264175"/>
              <a:ext cx="5575" cy="20350"/>
            </a:xfrm>
            <a:custGeom>
              <a:avLst/>
              <a:gdLst/>
              <a:ahLst/>
              <a:cxnLst/>
              <a:rect l="l" t="t" r="r" b="b"/>
              <a:pathLst>
                <a:path w="223" h="814" extrusionOk="0">
                  <a:moveTo>
                    <a:pt x="1" y="0"/>
                  </a:moveTo>
                  <a:lnTo>
                    <a:pt x="1" y="813"/>
                  </a:lnTo>
                  <a:lnTo>
                    <a:pt x="223" y="813"/>
                  </a:lnTo>
                  <a:lnTo>
                    <a:pt x="22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313;p54">
              <a:extLst>
                <a:ext uri="{FF2B5EF4-FFF2-40B4-BE49-F238E27FC236}">
                  <a16:creationId xmlns:a16="http://schemas.microsoft.com/office/drawing/2014/main" id="{89AEB91E-185F-2D5B-E7DC-BDAE2C32C79D}"/>
                </a:ext>
              </a:extLst>
            </p:cNvPr>
            <p:cNvSpPr/>
            <p:nvPr/>
          </p:nvSpPr>
          <p:spPr>
            <a:xfrm>
              <a:off x="3522075" y="3264175"/>
              <a:ext cx="5575" cy="20350"/>
            </a:xfrm>
            <a:custGeom>
              <a:avLst/>
              <a:gdLst/>
              <a:ahLst/>
              <a:cxnLst/>
              <a:rect l="l" t="t" r="r" b="b"/>
              <a:pathLst>
                <a:path w="223" h="814" extrusionOk="0">
                  <a:moveTo>
                    <a:pt x="1" y="0"/>
                  </a:moveTo>
                  <a:lnTo>
                    <a:pt x="1" y="813"/>
                  </a:lnTo>
                  <a:lnTo>
                    <a:pt x="222" y="813"/>
                  </a:lnTo>
                  <a:lnTo>
                    <a:pt x="22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314;p54">
              <a:extLst>
                <a:ext uri="{FF2B5EF4-FFF2-40B4-BE49-F238E27FC236}">
                  <a16:creationId xmlns:a16="http://schemas.microsoft.com/office/drawing/2014/main" id="{AEC2E9B6-C25A-4AAE-D7D9-0F7E4DF8E7FD}"/>
                </a:ext>
              </a:extLst>
            </p:cNvPr>
            <p:cNvSpPr/>
            <p:nvPr/>
          </p:nvSpPr>
          <p:spPr>
            <a:xfrm>
              <a:off x="3531325" y="3264175"/>
              <a:ext cx="5575" cy="20350"/>
            </a:xfrm>
            <a:custGeom>
              <a:avLst/>
              <a:gdLst/>
              <a:ahLst/>
              <a:cxnLst/>
              <a:rect l="l" t="t" r="r" b="b"/>
              <a:pathLst>
                <a:path w="223" h="814" extrusionOk="0">
                  <a:moveTo>
                    <a:pt x="0" y="0"/>
                  </a:moveTo>
                  <a:lnTo>
                    <a:pt x="0" y="813"/>
                  </a:lnTo>
                  <a:lnTo>
                    <a:pt x="222" y="813"/>
                  </a:lnTo>
                  <a:lnTo>
                    <a:pt x="22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315;p54">
              <a:extLst>
                <a:ext uri="{FF2B5EF4-FFF2-40B4-BE49-F238E27FC236}">
                  <a16:creationId xmlns:a16="http://schemas.microsoft.com/office/drawing/2014/main" id="{DFB06933-C932-C2FF-8481-675143D5618B}"/>
                </a:ext>
              </a:extLst>
            </p:cNvPr>
            <p:cNvSpPr/>
            <p:nvPr/>
          </p:nvSpPr>
          <p:spPr>
            <a:xfrm>
              <a:off x="3541500" y="3264175"/>
              <a:ext cx="6475" cy="20350"/>
            </a:xfrm>
            <a:custGeom>
              <a:avLst/>
              <a:gdLst/>
              <a:ahLst/>
              <a:cxnLst/>
              <a:rect l="l" t="t" r="r" b="b"/>
              <a:pathLst>
                <a:path w="259" h="814" extrusionOk="0">
                  <a:moveTo>
                    <a:pt x="0" y="0"/>
                  </a:moveTo>
                  <a:lnTo>
                    <a:pt x="0" y="813"/>
                  </a:lnTo>
                  <a:lnTo>
                    <a:pt x="259" y="813"/>
                  </a:lnTo>
                  <a:lnTo>
                    <a:pt x="25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316;p54">
              <a:extLst>
                <a:ext uri="{FF2B5EF4-FFF2-40B4-BE49-F238E27FC236}">
                  <a16:creationId xmlns:a16="http://schemas.microsoft.com/office/drawing/2014/main" id="{3F842E7B-4CED-D49A-F8DD-710BAFA57399}"/>
                </a:ext>
              </a:extLst>
            </p:cNvPr>
            <p:cNvSpPr/>
            <p:nvPr/>
          </p:nvSpPr>
          <p:spPr>
            <a:xfrm>
              <a:off x="3550725" y="3264175"/>
              <a:ext cx="6500" cy="20350"/>
            </a:xfrm>
            <a:custGeom>
              <a:avLst/>
              <a:gdLst/>
              <a:ahLst/>
              <a:cxnLst/>
              <a:rect l="l" t="t" r="r" b="b"/>
              <a:pathLst>
                <a:path w="260" h="814" extrusionOk="0">
                  <a:moveTo>
                    <a:pt x="1" y="0"/>
                  </a:moveTo>
                  <a:lnTo>
                    <a:pt x="1" y="813"/>
                  </a:lnTo>
                  <a:lnTo>
                    <a:pt x="260" y="813"/>
                  </a:lnTo>
                  <a:lnTo>
                    <a:pt x="2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317;p54">
              <a:extLst>
                <a:ext uri="{FF2B5EF4-FFF2-40B4-BE49-F238E27FC236}">
                  <a16:creationId xmlns:a16="http://schemas.microsoft.com/office/drawing/2014/main" id="{A13AFDF3-B4E8-3CB9-BA3D-5A3ABCB61689}"/>
                </a:ext>
              </a:extLst>
            </p:cNvPr>
            <p:cNvSpPr/>
            <p:nvPr/>
          </p:nvSpPr>
          <p:spPr>
            <a:xfrm>
              <a:off x="3561825" y="3264175"/>
              <a:ext cx="5575" cy="20350"/>
            </a:xfrm>
            <a:custGeom>
              <a:avLst/>
              <a:gdLst/>
              <a:ahLst/>
              <a:cxnLst/>
              <a:rect l="l" t="t" r="r" b="b"/>
              <a:pathLst>
                <a:path w="223" h="814" extrusionOk="0">
                  <a:moveTo>
                    <a:pt x="0" y="0"/>
                  </a:moveTo>
                  <a:lnTo>
                    <a:pt x="0" y="813"/>
                  </a:lnTo>
                  <a:lnTo>
                    <a:pt x="222" y="813"/>
                  </a:lnTo>
                  <a:lnTo>
                    <a:pt x="22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318;p54">
              <a:extLst>
                <a:ext uri="{FF2B5EF4-FFF2-40B4-BE49-F238E27FC236}">
                  <a16:creationId xmlns:a16="http://schemas.microsoft.com/office/drawing/2014/main" id="{332B15A6-2BBF-2BA8-6D0A-491AFD812FBF}"/>
                </a:ext>
              </a:extLst>
            </p:cNvPr>
            <p:cNvSpPr/>
            <p:nvPr/>
          </p:nvSpPr>
          <p:spPr>
            <a:xfrm>
              <a:off x="3571075" y="3264175"/>
              <a:ext cx="5550" cy="20350"/>
            </a:xfrm>
            <a:custGeom>
              <a:avLst/>
              <a:gdLst/>
              <a:ahLst/>
              <a:cxnLst/>
              <a:rect l="l" t="t" r="r" b="b"/>
              <a:pathLst>
                <a:path w="222" h="814" extrusionOk="0">
                  <a:moveTo>
                    <a:pt x="0" y="0"/>
                  </a:moveTo>
                  <a:lnTo>
                    <a:pt x="0" y="813"/>
                  </a:lnTo>
                  <a:lnTo>
                    <a:pt x="222" y="813"/>
                  </a:lnTo>
                  <a:lnTo>
                    <a:pt x="22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319;p54">
              <a:extLst>
                <a:ext uri="{FF2B5EF4-FFF2-40B4-BE49-F238E27FC236}">
                  <a16:creationId xmlns:a16="http://schemas.microsoft.com/office/drawing/2014/main" id="{591C968C-1DFE-B10B-7A46-81A888B97BFC}"/>
                </a:ext>
              </a:extLst>
            </p:cNvPr>
            <p:cNvSpPr/>
            <p:nvPr/>
          </p:nvSpPr>
          <p:spPr>
            <a:xfrm>
              <a:off x="3502675" y="3290975"/>
              <a:ext cx="73950" cy="6500"/>
            </a:xfrm>
            <a:custGeom>
              <a:avLst/>
              <a:gdLst/>
              <a:ahLst/>
              <a:cxnLst/>
              <a:rect l="l" t="t" r="r" b="b"/>
              <a:pathLst>
                <a:path w="2958" h="260" extrusionOk="0">
                  <a:moveTo>
                    <a:pt x="0" y="0"/>
                  </a:moveTo>
                  <a:lnTo>
                    <a:pt x="0" y="259"/>
                  </a:lnTo>
                  <a:lnTo>
                    <a:pt x="2958" y="259"/>
                  </a:lnTo>
                  <a:lnTo>
                    <a:pt x="29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82157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5"/>
          <p:cNvSpPr txBox="1">
            <a:spLocks noGrp="1"/>
          </p:cNvSpPr>
          <p:nvPr>
            <p:ph type="title"/>
          </p:nvPr>
        </p:nvSpPr>
        <p:spPr>
          <a:xfrm>
            <a:off x="4725728" y="664500"/>
            <a:ext cx="24297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ar-SA" dirty="0">
                <a:solidFill>
                  <a:schemeClr val="dk2"/>
                </a:solidFill>
              </a:rPr>
              <a:t>الخاتمة</a:t>
            </a:r>
            <a:endParaRPr dirty="0">
              <a:solidFill>
                <a:schemeClr val="dk2"/>
              </a:solidFill>
            </a:endParaRPr>
          </a:p>
        </p:txBody>
      </p:sp>
      <p:sp>
        <p:nvSpPr>
          <p:cNvPr id="416" name="Google Shape;416;p35"/>
          <p:cNvSpPr/>
          <p:nvPr/>
        </p:nvSpPr>
        <p:spPr>
          <a:xfrm>
            <a:off x="3845598" y="1305589"/>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p:cNvSpPr/>
          <p:nvPr/>
        </p:nvSpPr>
        <p:spPr>
          <a:xfrm>
            <a:off x="1578373" y="406776"/>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5"/>
          <p:cNvSpPr/>
          <p:nvPr/>
        </p:nvSpPr>
        <p:spPr>
          <a:xfrm>
            <a:off x="7776023" y="835389"/>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5"/>
          <p:cNvSpPr/>
          <p:nvPr/>
        </p:nvSpPr>
        <p:spPr>
          <a:xfrm>
            <a:off x="7426123" y="4015864"/>
            <a:ext cx="257654" cy="257724"/>
          </a:xfrm>
          <a:custGeom>
            <a:avLst/>
            <a:gdLst/>
            <a:ahLst/>
            <a:cxnLst/>
            <a:rect l="l" t="t" r="r" b="b"/>
            <a:pathLst>
              <a:path w="3025" h="3026" extrusionOk="0">
                <a:moveTo>
                  <a:pt x="1164" y="1"/>
                </a:moveTo>
                <a:lnTo>
                  <a:pt x="1164" y="1185"/>
                </a:lnTo>
                <a:lnTo>
                  <a:pt x="0" y="1185"/>
                </a:lnTo>
                <a:lnTo>
                  <a:pt x="0" y="1862"/>
                </a:lnTo>
                <a:lnTo>
                  <a:pt x="1164" y="1862"/>
                </a:lnTo>
                <a:lnTo>
                  <a:pt x="1164" y="3025"/>
                </a:lnTo>
                <a:lnTo>
                  <a:pt x="1840" y="3025"/>
                </a:lnTo>
                <a:lnTo>
                  <a:pt x="1840" y="1862"/>
                </a:lnTo>
                <a:lnTo>
                  <a:pt x="3025" y="1862"/>
                </a:lnTo>
                <a:lnTo>
                  <a:pt x="3025" y="1185"/>
                </a:lnTo>
                <a:lnTo>
                  <a:pt x="1840" y="1185"/>
                </a:lnTo>
                <a:lnTo>
                  <a:pt x="18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2">
            <a:extLst>
              <a:ext uri="{FF2B5EF4-FFF2-40B4-BE49-F238E27FC236}">
                <a16:creationId xmlns:a16="http://schemas.microsoft.com/office/drawing/2014/main" id="{1C14A0A2-9846-A737-A3A1-25DAC0DBC8A2}"/>
              </a:ext>
            </a:extLst>
          </p:cNvPr>
          <p:cNvSpPr>
            <a:spLocks noGrp="1" noChangeArrowheads="1"/>
          </p:cNvSpPr>
          <p:nvPr>
            <p:ph type="subTitle" idx="1"/>
          </p:nvPr>
        </p:nvSpPr>
        <p:spPr bwMode="auto">
          <a:xfrm>
            <a:off x="4103252" y="1769095"/>
            <a:ext cx="407914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cs typeface="+mj-c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r-SA" altLang="en-US" sz="2000" b="0" i="0" u="none" strike="noStrike" cap="none" normalizeH="0" baseline="0" dirty="0">
                <a:ln>
                  <a:noFill/>
                </a:ln>
                <a:solidFill>
                  <a:schemeClr val="tx1"/>
                </a:solidFill>
                <a:effectLst/>
                <a:latin typeface="Arial" panose="020B0604020202020204" pitchFamily="34" charset="0"/>
                <a:cs typeface="+mj-cs"/>
              </a:rPr>
              <a:t>تواجه شركة آبل مجموعة من التهديدات الأمنية المحتملة، ولكنها تبذل جهودًا كبيرة لتقليل المخاطر من خلال تحديثات الأمان المستمرة والتوعية. تبقى حماية بيانات المستخدمين أولوية قصوى للحفاظ على سمعتها وثقة عملائها</a:t>
            </a:r>
            <a:r>
              <a:rPr kumimoji="0" lang="en-US" altLang="en-US" sz="2000" b="0" i="0" u="none" strike="noStrike" cap="none" normalizeH="0" baseline="0" dirty="0">
                <a:ln>
                  <a:noFill/>
                </a:ln>
                <a:solidFill>
                  <a:schemeClr val="tx1"/>
                </a:solidFill>
                <a:effectLst/>
                <a:latin typeface="Arial" panose="020B0604020202020204" pitchFamily="34" charset="0"/>
                <a:cs typeface="+mj-cs"/>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cs typeface="+mj-cs"/>
            </a:endParaRPr>
          </a:p>
        </p:txBody>
      </p:sp>
      <p:grpSp>
        <p:nvGrpSpPr>
          <p:cNvPr id="8" name="Google Shape;1051;p51">
            <a:extLst>
              <a:ext uri="{FF2B5EF4-FFF2-40B4-BE49-F238E27FC236}">
                <a16:creationId xmlns:a16="http://schemas.microsoft.com/office/drawing/2014/main" id="{072DEA75-5118-B499-3FE4-1F1AF7E77CF5}"/>
              </a:ext>
            </a:extLst>
          </p:cNvPr>
          <p:cNvGrpSpPr/>
          <p:nvPr/>
        </p:nvGrpSpPr>
        <p:grpSpPr>
          <a:xfrm>
            <a:off x="444921" y="1320911"/>
            <a:ext cx="3529504" cy="2518770"/>
            <a:chOff x="2559000" y="492275"/>
            <a:chExt cx="1308775" cy="933950"/>
          </a:xfrm>
        </p:grpSpPr>
        <p:sp>
          <p:nvSpPr>
            <p:cNvPr id="9" name="Google Shape;1052;p51">
              <a:extLst>
                <a:ext uri="{FF2B5EF4-FFF2-40B4-BE49-F238E27FC236}">
                  <a16:creationId xmlns:a16="http://schemas.microsoft.com/office/drawing/2014/main" id="{18060EE2-7550-E7DB-6390-BF1E1BECBC3E}"/>
                </a:ext>
              </a:extLst>
            </p:cNvPr>
            <p:cNvSpPr/>
            <p:nvPr/>
          </p:nvSpPr>
          <p:spPr>
            <a:xfrm>
              <a:off x="3547950" y="1214150"/>
              <a:ext cx="97075" cy="101600"/>
            </a:xfrm>
            <a:custGeom>
              <a:avLst/>
              <a:gdLst/>
              <a:ahLst/>
              <a:cxnLst/>
              <a:rect l="l" t="t" r="r" b="b"/>
              <a:pathLst>
                <a:path w="3883" h="4064" extrusionOk="0">
                  <a:moveTo>
                    <a:pt x="2441" y="0"/>
                  </a:moveTo>
                  <a:cubicBezTo>
                    <a:pt x="2441" y="0"/>
                    <a:pt x="1923" y="74"/>
                    <a:pt x="1517" y="296"/>
                  </a:cubicBezTo>
                  <a:cubicBezTo>
                    <a:pt x="1110" y="518"/>
                    <a:pt x="592" y="1294"/>
                    <a:pt x="407" y="1849"/>
                  </a:cubicBezTo>
                  <a:cubicBezTo>
                    <a:pt x="223" y="2403"/>
                    <a:pt x="1" y="2884"/>
                    <a:pt x="186" y="3253"/>
                  </a:cubicBezTo>
                  <a:cubicBezTo>
                    <a:pt x="371" y="3586"/>
                    <a:pt x="1036" y="3771"/>
                    <a:pt x="1701" y="3956"/>
                  </a:cubicBezTo>
                  <a:cubicBezTo>
                    <a:pt x="1940" y="4031"/>
                    <a:pt x="2233" y="4063"/>
                    <a:pt x="2510" y="4063"/>
                  </a:cubicBezTo>
                  <a:cubicBezTo>
                    <a:pt x="2919" y="4063"/>
                    <a:pt x="3292" y="3992"/>
                    <a:pt x="3402" y="3882"/>
                  </a:cubicBezTo>
                  <a:cubicBezTo>
                    <a:pt x="3624" y="3697"/>
                    <a:pt x="3883" y="2033"/>
                    <a:pt x="3624" y="1368"/>
                  </a:cubicBezTo>
                  <a:cubicBezTo>
                    <a:pt x="3402" y="666"/>
                    <a:pt x="2885" y="111"/>
                    <a:pt x="2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53;p51">
              <a:extLst>
                <a:ext uri="{FF2B5EF4-FFF2-40B4-BE49-F238E27FC236}">
                  <a16:creationId xmlns:a16="http://schemas.microsoft.com/office/drawing/2014/main" id="{035C1AA3-437B-704F-1EC1-9B72F07D7403}"/>
                </a:ext>
              </a:extLst>
            </p:cNvPr>
            <p:cNvSpPr/>
            <p:nvPr/>
          </p:nvSpPr>
          <p:spPr>
            <a:xfrm>
              <a:off x="3548875" y="1216000"/>
              <a:ext cx="88750" cy="97325"/>
            </a:xfrm>
            <a:custGeom>
              <a:avLst/>
              <a:gdLst/>
              <a:ahLst/>
              <a:cxnLst/>
              <a:rect l="l" t="t" r="r" b="b"/>
              <a:pathLst>
                <a:path w="3550" h="3893" extrusionOk="0">
                  <a:moveTo>
                    <a:pt x="1849" y="0"/>
                  </a:moveTo>
                  <a:cubicBezTo>
                    <a:pt x="1738" y="37"/>
                    <a:pt x="1591" y="74"/>
                    <a:pt x="1517" y="111"/>
                  </a:cubicBezTo>
                  <a:cubicBezTo>
                    <a:pt x="1110" y="370"/>
                    <a:pt x="592" y="1146"/>
                    <a:pt x="407" y="1701"/>
                  </a:cubicBezTo>
                  <a:cubicBezTo>
                    <a:pt x="223" y="2255"/>
                    <a:pt x="1" y="2699"/>
                    <a:pt x="186" y="3069"/>
                  </a:cubicBezTo>
                  <a:cubicBezTo>
                    <a:pt x="370" y="3401"/>
                    <a:pt x="1073" y="3586"/>
                    <a:pt x="1701" y="3771"/>
                  </a:cubicBezTo>
                  <a:cubicBezTo>
                    <a:pt x="1968" y="3854"/>
                    <a:pt x="2302" y="3893"/>
                    <a:pt x="2605" y="3893"/>
                  </a:cubicBezTo>
                  <a:cubicBezTo>
                    <a:pt x="2976" y="3893"/>
                    <a:pt x="3301" y="3836"/>
                    <a:pt x="3402" y="3734"/>
                  </a:cubicBezTo>
                  <a:cubicBezTo>
                    <a:pt x="3439" y="3697"/>
                    <a:pt x="3513" y="3586"/>
                    <a:pt x="3550" y="3438"/>
                  </a:cubicBezTo>
                  <a:lnTo>
                    <a:pt x="3550" y="3438"/>
                  </a:lnTo>
                  <a:cubicBezTo>
                    <a:pt x="3339" y="3626"/>
                    <a:pt x="3143" y="3724"/>
                    <a:pt x="2953" y="3724"/>
                  </a:cubicBezTo>
                  <a:cubicBezTo>
                    <a:pt x="2843" y="3724"/>
                    <a:pt x="2734" y="3691"/>
                    <a:pt x="2626" y="3623"/>
                  </a:cubicBezTo>
                  <a:cubicBezTo>
                    <a:pt x="2478" y="3586"/>
                    <a:pt x="2404" y="3512"/>
                    <a:pt x="2293" y="3401"/>
                  </a:cubicBezTo>
                  <a:cubicBezTo>
                    <a:pt x="2108" y="3179"/>
                    <a:pt x="1997" y="3143"/>
                    <a:pt x="1701" y="3069"/>
                  </a:cubicBezTo>
                  <a:cubicBezTo>
                    <a:pt x="1443" y="3032"/>
                    <a:pt x="1184" y="2995"/>
                    <a:pt x="999" y="2810"/>
                  </a:cubicBezTo>
                  <a:cubicBezTo>
                    <a:pt x="814" y="2662"/>
                    <a:pt x="777" y="2329"/>
                    <a:pt x="888" y="2107"/>
                  </a:cubicBezTo>
                  <a:cubicBezTo>
                    <a:pt x="925" y="1959"/>
                    <a:pt x="999" y="1849"/>
                    <a:pt x="1147" y="1701"/>
                  </a:cubicBezTo>
                  <a:cubicBezTo>
                    <a:pt x="1332" y="1516"/>
                    <a:pt x="1369" y="1405"/>
                    <a:pt x="1369" y="1146"/>
                  </a:cubicBezTo>
                  <a:cubicBezTo>
                    <a:pt x="1369" y="850"/>
                    <a:pt x="1369" y="592"/>
                    <a:pt x="1517" y="296"/>
                  </a:cubicBezTo>
                  <a:cubicBezTo>
                    <a:pt x="1554" y="185"/>
                    <a:pt x="1701" y="74"/>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54;p51">
              <a:extLst>
                <a:ext uri="{FF2B5EF4-FFF2-40B4-BE49-F238E27FC236}">
                  <a16:creationId xmlns:a16="http://schemas.microsoft.com/office/drawing/2014/main" id="{B30B5DE5-5347-4F3B-049D-4DC0D0CE8731}"/>
                </a:ext>
              </a:extLst>
            </p:cNvPr>
            <p:cNvSpPr/>
            <p:nvPr/>
          </p:nvSpPr>
          <p:spPr>
            <a:xfrm>
              <a:off x="3594175" y="1190400"/>
              <a:ext cx="37925" cy="28125"/>
            </a:xfrm>
            <a:custGeom>
              <a:avLst/>
              <a:gdLst/>
              <a:ahLst/>
              <a:cxnLst/>
              <a:rect l="l" t="t" r="r" b="b"/>
              <a:pathLst>
                <a:path w="1517" h="1125" extrusionOk="0">
                  <a:moveTo>
                    <a:pt x="267" y="1"/>
                  </a:moveTo>
                  <a:cubicBezTo>
                    <a:pt x="137" y="1"/>
                    <a:pt x="0" y="121"/>
                    <a:pt x="0" y="469"/>
                  </a:cubicBezTo>
                  <a:cubicBezTo>
                    <a:pt x="0" y="876"/>
                    <a:pt x="481" y="1098"/>
                    <a:pt x="481" y="1098"/>
                  </a:cubicBezTo>
                  <a:cubicBezTo>
                    <a:pt x="584" y="1116"/>
                    <a:pt x="672" y="1124"/>
                    <a:pt x="750" y="1124"/>
                  </a:cubicBezTo>
                  <a:cubicBezTo>
                    <a:pt x="1147" y="1124"/>
                    <a:pt x="1245" y="908"/>
                    <a:pt x="1368" y="691"/>
                  </a:cubicBezTo>
                  <a:cubicBezTo>
                    <a:pt x="1516" y="469"/>
                    <a:pt x="1479" y="248"/>
                    <a:pt x="1294" y="248"/>
                  </a:cubicBezTo>
                  <a:cubicBezTo>
                    <a:pt x="1171" y="248"/>
                    <a:pt x="1097" y="313"/>
                    <a:pt x="1051" y="313"/>
                  </a:cubicBezTo>
                  <a:cubicBezTo>
                    <a:pt x="1027" y="313"/>
                    <a:pt x="1011" y="297"/>
                    <a:pt x="999" y="248"/>
                  </a:cubicBezTo>
                  <a:cubicBezTo>
                    <a:pt x="966" y="149"/>
                    <a:pt x="844" y="20"/>
                    <a:pt x="713" y="20"/>
                  </a:cubicBezTo>
                  <a:cubicBezTo>
                    <a:pt x="697" y="20"/>
                    <a:pt x="682" y="22"/>
                    <a:pt x="666" y="26"/>
                  </a:cubicBezTo>
                  <a:cubicBezTo>
                    <a:pt x="606" y="85"/>
                    <a:pt x="558" y="123"/>
                    <a:pt x="508" y="123"/>
                  </a:cubicBezTo>
                  <a:cubicBezTo>
                    <a:pt x="465" y="123"/>
                    <a:pt x="422" y="95"/>
                    <a:pt x="370" y="26"/>
                  </a:cubicBezTo>
                  <a:cubicBezTo>
                    <a:pt x="338" y="10"/>
                    <a:pt x="303"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55;p51">
              <a:extLst>
                <a:ext uri="{FF2B5EF4-FFF2-40B4-BE49-F238E27FC236}">
                  <a16:creationId xmlns:a16="http://schemas.microsoft.com/office/drawing/2014/main" id="{41CEE5F6-5466-0043-9827-48FA57DE3B90}"/>
                </a:ext>
              </a:extLst>
            </p:cNvPr>
            <p:cNvSpPr/>
            <p:nvPr/>
          </p:nvSpPr>
          <p:spPr>
            <a:xfrm>
              <a:off x="3595100" y="1190100"/>
              <a:ext cx="32375" cy="25950"/>
            </a:xfrm>
            <a:custGeom>
              <a:avLst/>
              <a:gdLst/>
              <a:ahLst/>
              <a:cxnLst/>
              <a:rect l="l" t="t" r="r" b="b"/>
              <a:pathLst>
                <a:path w="1295" h="1038" extrusionOk="0">
                  <a:moveTo>
                    <a:pt x="148" y="1"/>
                  </a:moveTo>
                  <a:lnTo>
                    <a:pt x="148" y="1"/>
                  </a:lnTo>
                  <a:cubicBezTo>
                    <a:pt x="107" y="15"/>
                    <a:pt x="76" y="44"/>
                    <a:pt x="53" y="87"/>
                  </a:cubicBezTo>
                  <a:lnTo>
                    <a:pt x="53" y="87"/>
                  </a:lnTo>
                  <a:cubicBezTo>
                    <a:pt x="58" y="79"/>
                    <a:pt x="65" y="75"/>
                    <a:pt x="74" y="75"/>
                  </a:cubicBezTo>
                  <a:cubicBezTo>
                    <a:pt x="74" y="75"/>
                    <a:pt x="74" y="38"/>
                    <a:pt x="148" y="1"/>
                  </a:cubicBezTo>
                  <a:close/>
                  <a:moveTo>
                    <a:pt x="53" y="87"/>
                  </a:moveTo>
                  <a:lnTo>
                    <a:pt x="53" y="87"/>
                  </a:lnTo>
                  <a:cubicBezTo>
                    <a:pt x="50" y="91"/>
                    <a:pt x="48" y="95"/>
                    <a:pt x="46" y="100"/>
                  </a:cubicBezTo>
                  <a:lnTo>
                    <a:pt x="46" y="100"/>
                  </a:lnTo>
                  <a:cubicBezTo>
                    <a:pt x="48" y="96"/>
                    <a:pt x="51" y="91"/>
                    <a:pt x="53" y="87"/>
                  </a:cubicBezTo>
                  <a:close/>
                  <a:moveTo>
                    <a:pt x="46" y="100"/>
                  </a:moveTo>
                  <a:cubicBezTo>
                    <a:pt x="13" y="172"/>
                    <a:pt x="0" y="277"/>
                    <a:pt x="0" y="408"/>
                  </a:cubicBezTo>
                  <a:cubicBezTo>
                    <a:pt x="0" y="777"/>
                    <a:pt x="370" y="962"/>
                    <a:pt x="444" y="999"/>
                  </a:cubicBezTo>
                  <a:lnTo>
                    <a:pt x="481" y="999"/>
                  </a:lnTo>
                  <a:cubicBezTo>
                    <a:pt x="596" y="1026"/>
                    <a:pt x="694" y="1037"/>
                    <a:pt x="778" y="1037"/>
                  </a:cubicBezTo>
                  <a:cubicBezTo>
                    <a:pt x="1048" y="1037"/>
                    <a:pt x="1182" y="918"/>
                    <a:pt x="1294" y="777"/>
                  </a:cubicBezTo>
                  <a:lnTo>
                    <a:pt x="1294" y="777"/>
                  </a:lnTo>
                  <a:cubicBezTo>
                    <a:pt x="1294" y="777"/>
                    <a:pt x="1109" y="962"/>
                    <a:pt x="1072" y="962"/>
                  </a:cubicBezTo>
                  <a:cubicBezTo>
                    <a:pt x="925" y="962"/>
                    <a:pt x="999" y="851"/>
                    <a:pt x="999" y="740"/>
                  </a:cubicBezTo>
                  <a:cubicBezTo>
                    <a:pt x="962" y="740"/>
                    <a:pt x="962" y="777"/>
                    <a:pt x="925" y="851"/>
                  </a:cubicBezTo>
                  <a:cubicBezTo>
                    <a:pt x="898" y="877"/>
                    <a:pt x="854" y="903"/>
                    <a:pt x="817" y="903"/>
                  </a:cubicBezTo>
                  <a:cubicBezTo>
                    <a:pt x="802" y="903"/>
                    <a:pt x="788" y="899"/>
                    <a:pt x="777" y="888"/>
                  </a:cubicBezTo>
                  <a:cubicBezTo>
                    <a:pt x="703" y="888"/>
                    <a:pt x="703" y="777"/>
                    <a:pt x="703" y="703"/>
                  </a:cubicBezTo>
                  <a:cubicBezTo>
                    <a:pt x="703" y="685"/>
                    <a:pt x="703" y="676"/>
                    <a:pt x="694" y="676"/>
                  </a:cubicBezTo>
                  <a:cubicBezTo>
                    <a:pt x="684" y="676"/>
                    <a:pt x="666" y="685"/>
                    <a:pt x="629" y="703"/>
                  </a:cubicBezTo>
                  <a:cubicBezTo>
                    <a:pt x="629" y="740"/>
                    <a:pt x="629" y="740"/>
                    <a:pt x="592" y="777"/>
                  </a:cubicBezTo>
                  <a:cubicBezTo>
                    <a:pt x="585" y="784"/>
                    <a:pt x="575" y="787"/>
                    <a:pt x="564" y="787"/>
                  </a:cubicBezTo>
                  <a:cubicBezTo>
                    <a:pt x="515" y="787"/>
                    <a:pt x="437" y="733"/>
                    <a:pt x="407" y="703"/>
                  </a:cubicBezTo>
                  <a:cubicBezTo>
                    <a:pt x="370" y="666"/>
                    <a:pt x="370" y="555"/>
                    <a:pt x="333" y="518"/>
                  </a:cubicBezTo>
                  <a:lnTo>
                    <a:pt x="333" y="555"/>
                  </a:lnTo>
                  <a:cubicBezTo>
                    <a:pt x="333" y="588"/>
                    <a:pt x="274" y="709"/>
                    <a:pt x="209" y="709"/>
                  </a:cubicBezTo>
                  <a:cubicBezTo>
                    <a:pt x="201" y="709"/>
                    <a:pt x="193" y="707"/>
                    <a:pt x="185" y="703"/>
                  </a:cubicBezTo>
                  <a:cubicBezTo>
                    <a:pt x="74" y="629"/>
                    <a:pt x="74" y="518"/>
                    <a:pt x="37" y="444"/>
                  </a:cubicBezTo>
                  <a:cubicBezTo>
                    <a:pt x="37" y="371"/>
                    <a:pt x="0" y="260"/>
                    <a:pt x="37" y="186"/>
                  </a:cubicBezTo>
                  <a:cubicBezTo>
                    <a:pt x="37" y="163"/>
                    <a:pt x="37" y="125"/>
                    <a:pt x="46" y="1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56;p51">
              <a:extLst>
                <a:ext uri="{FF2B5EF4-FFF2-40B4-BE49-F238E27FC236}">
                  <a16:creationId xmlns:a16="http://schemas.microsoft.com/office/drawing/2014/main" id="{CC28A976-C4EC-3C91-63F9-4256C2EC406E}"/>
                </a:ext>
              </a:extLst>
            </p:cNvPr>
            <p:cNvSpPr/>
            <p:nvPr/>
          </p:nvSpPr>
          <p:spPr>
            <a:xfrm>
              <a:off x="3582150" y="1239100"/>
              <a:ext cx="36075" cy="48075"/>
            </a:xfrm>
            <a:custGeom>
              <a:avLst/>
              <a:gdLst/>
              <a:ahLst/>
              <a:cxnLst/>
              <a:rect l="l" t="t" r="r" b="b"/>
              <a:pathLst>
                <a:path w="1443" h="1923" extrusionOk="0">
                  <a:moveTo>
                    <a:pt x="777" y="0"/>
                  </a:moveTo>
                  <a:lnTo>
                    <a:pt x="740" y="296"/>
                  </a:lnTo>
                  <a:cubicBezTo>
                    <a:pt x="708" y="291"/>
                    <a:pt x="675" y="289"/>
                    <a:pt x="644" y="289"/>
                  </a:cubicBezTo>
                  <a:cubicBezTo>
                    <a:pt x="420" y="289"/>
                    <a:pt x="218" y="402"/>
                    <a:pt x="186" y="629"/>
                  </a:cubicBezTo>
                  <a:cubicBezTo>
                    <a:pt x="112" y="1109"/>
                    <a:pt x="925" y="1109"/>
                    <a:pt x="888" y="1294"/>
                  </a:cubicBezTo>
                  <a:cubicBezTo>
                    <a:pt x="870" y="1331"/>
                    <a:pt x="823" y="1340"/>
                    <a:pt x="777" y="1340"/>
                  </a:cubicBezTo>
                  <a:cubicBezTo>
                    <a:pt x="731" y="1340"/>
                    <a:pt x="685" y="1331"/>
                    <a:pt x="666" y="1331"/>
                  </a:cubicBezTo>
                  <a:cubicBezTo>
                    <a:pt x="555" y="1331"/>
                    <a:pt x="481" y="1294"/>
                    <a:pt x="481" y="1146"/>
                  </a:cubicBezTo>
                  <a:lnTo>
                    <a:pt x="38" y="1035"/>
                  </a:lnTo>
                  <a:lnTo>
                    <a:pt x="38" y="1035"/>
                  </a:lnTo>
                  <a:cubicBezTo>
                    <a:pt x="1" y="1331"/>
                    <a:pt x="223" y="1479"/>
                    <a:pt x="518" y="1553"/>
                  </a:cubicBezTo>
                  <a:lnTo>
                    <a:pt x="407" y="1886"/>
                  </a:lnTo>
                  <a:lnTo>
                    <a:pt x="703" y="1923"/>
                  </a:lnTo>
                  <a:lnTo>
                    <a:pt x="740" y="1590"/>
                  </a:lnTo>
                  <a:cubicBezTo>
                    <a:pt x="810" y="1607"/>
                    <a:pt x="878" y="1617"/>
                    <a:pt x="941" y="1617"/>
                  </a:cubicBezTo>
                  <a:cubicBezTo>
                    <a:pt x="1146" y="1617"/>
                    <a:pt x="1303" y="1520"/>
                    <a:pt x="1332" y="1294"/>
                  </a:cubicBezTo>
                  <a:cubicBezTo>
                    <a:pt x="1443" y="777"/>
                    <a:pt x="592" y="814"/>
                    <a:pt x="666" y="629"/>
                  </a:cubicBezTo>
                  <a:cubicBezTo>
                    <a:pt x="666" y="592"/>
                    <a:pt x="694" y="583"/>
                    <a:pt x="731" y="583"/>
                  </a:cubicBezTo>
                  <a:cubicBezTo>
                    <a:pt x="768" y="583"/>
                    <a:pt x="814" y="592"/>
                    <a:pt x="851" y="592"/>
                  </a:cubicBezTo>
                  <a:cubicBezTo>
                    <a:pt x="888" y="592"/>
                    <a:pt x="962" y="629"/>
                    <a:pt x="962" y="740"/>
                  </a:cubicBezTo>
                  <a:lnTo>
                    <a:pt x="1406" y="814"/>
                  </a:lnTo>
                  <a:cubicBezTo>
                    <a:pt x="1443" y="592"/>
                    <a:pt x="1258" y="407"/>
                    <a:pt x="962" y="370"/>
                  </a:cubicBezTo>
                  <a:lnTo>
                    <a:pt x="1073" y="37"/>
                  </a:lnTo>
                  <a:lnTo>
                    <a:pt x="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57;p51">
              <a:extLst>
                <a:ext uri="{FF2B5EF4-FFF2-40B4-BE49-F238E27FC236}">
                  <a16:creationId xmlns:a16="http://schemas.microsoft.com/office/drawing/2014/main" id="{1FE92937-935B-8EB6-1244-166A322EB441}"/>
                </a:ext>
              </a:extLst>
            </p:cNvPr>
            <p:cNvSpPr/>
            <p:nvPr/>
          </p:nvSpPr>
          <p:spPr>
            <a:xfrm>
              <a:off x="3595100" y="1211375"/>
              <a:ext cx="26875" cy="11375"/>
            </a:xfrm>
            <a:custGeom>
              <a:avLst/>
              <a:gdLst/>
              <a:ahLst/>
              <a:cxnLst/>
              <a:rect l="l" t="t" r="r" b="b"/>
              <a:pathLst>
                <a:path w="1075" h="455" extrusionOk="0">
                  <a:moveTo>
                    <a:pt x="1072" y="185"/>
                  </a:moveTo>
                  <a:lnTo>
                    <a:pt x="1072" y="185"/>
                  </a:lnTo>
                  <a:lnTo>
                    <a:pt x="1072" y="185"/>
                  </a:lnTo>
                  <a:cubicBezTo>
                    <a:pt x="1075" y="185"/>
                    <a:pt x="1075" y="185"/>
                    <a:pt x="1072" y="185"/>
                  </a:cubicBezTo>
                  <a:close/>
                  <a:moveTo>
                    <a:pt x="74" y="0"/>
                  </a:moveTo>
                  <a:lnTo>
                    <a:pt x="0" y="222"/>
                  </a:lnTo>
                  <a:cubicBezTo>
                    <a:pt x="0" y="222"/>
                    <a:pt x="74" y="370"/>
                    <a:pt x="444" y="444"/>
                  </a:cubicBezTo>
                  <a:cubicBezTo>
                    <a:pt x="518" y="451"/>
                    <a:pt x="587" y="454"/>
                    <a:pt x="651" y="454"/>
                  </a:cubicBezTo>
                  <a:cubicBezTo>
                    <a:pt x="907" y="454"/>
                    <a:pt x="1072" y="407"/>
                    <a:pt x="1072" y="407"/>
                  </a:cubicBezTo>
                  <a:lnTo>
                    <a:pt x="1072" y="185"/>
                  </a:lnTo>
                  <a:lnTo>
                    <a:pt x="1072" y="185"/>
                  </a:lnTo>
                  <a:cubicBezTo>
                    <a:pt x="1066" y="186"/>
                    <a:pt x="1040" y="187"/>
                    <a:pt x="1000" y="187"/>
                  </a:cubicBezTo>
                  <a:cubicBezTo>
                    <a:pt x="837" y="187"/>
                    <a:pt x="435" y="167"/>
                    <a:pt x="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58;p51">
              <a:extLst>
                <a:ext uri="{FF2B5EF4-FFF2-40B4-BE49-F238E27FC236}">
                  <a16:creationId xmlns:a16="http://schemas.microsoft.com/office/drawing/2014/main" id="{4ADE96A1-0ECC-472C-09C2-11AAA87A1E51}"/>
                </a:ext>
              </a:extLst>
            </p:cNvPr>
            <p:cNvSpPr/>
            <p:nvPr/>
          </p:nvSpPr>
          <p:spPr>
            <a:xfrm>
              <a:off x="3502675" y="1245000"/>
              <a:ext cx="95225" cy="102750"/>
            </a:xfrm>
            <a:custGeom>
              <a:avLst/>
              <a:gdLst/>
              <a:ahLst/>
              <a:cxnLst/>
              <a:rect l="l" t="t" r="r" b="b"/>
              <a:pathLst>
                <a:path w="3809" h="4110" extrusionOk="0">
                  <a:moveTo>
                    <a:pt x="1323" y="1"/>
                  </a:moveTo>
                  <a:cubicBezTo>
                    <a:pt x="1204" y="1"/>
                    <a:pt x="1094" y="20"/>
                    <a:pt x="998" y="60"/>
                  </a:cubicBezTo>
                  <a:cubicBezTo>
                    <a:pt x="998" y="60"/>
                    <a:pt x="592" y="356"/>
                    <a:pt x="333" y="762"/>
                  </a:cubicBezTo>
                  <a:cubicBezTo>
                    <a:pt x="37" y="1132"/>
                    <a:pt x="0" y="2093"/>
                    <a:pt x="148" y="2722"/>
                  </a:cubicBezTo>
                  <a:cubicBezTo>
                    <a:pt x="259" y="3313"/>
                    <a:pt x="259" y="3831"/>
                    <a:pt x="592" y="4016"/>
                  </a:cubicBezTo>
                  <a:cubicBezTo>
                    <a:pt x="693" y="4083"/>
                    <a:pt x="832" y="4110"/>
                    <a:pt x="992" y="4110"/>
                  </a:cubicBezTo>
                  <a:cubicBezTo>
                    <a:pt x="1360" y="4110"/>
                    <a:pt x="1844" y="3971"/>
                    <a:pt x="2255" y="3868"/>
                  </a:cubicBezTo>
                  <a:cubicBezTo>
                    <a:pt x="2847" y="3720"/>
                    <a:pt x="3660" y="3277"/>
                    <a:pt x="3734" y="2981"/>
                  </a:cubicBezTo>
                  <a:cubicBezTo>
                    <a:pt x="3808" y="2722"/>
                    <a:pt x="3217" y="1132"/>
                    <a:pt x="2736" y="689"/>
                  </a:cubicBezTo>
                  <a:cubicBezTo>
                    <a:pt x="2301" y="254"/>
                    <a:pt x="1753" y="1"/>
                    <a:pt x="13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59;p51">
              <a:extLst>
                <a:ext uri="{FF2B5EF4-FFF2-40B4-BE49-F238E27FC236}">
                  <a16:creationId xmlns:a16="http://schemas.microsoft.com/office/drawing/2014/main" id="{79EE0A3B-6E33-DC68-A773-A9C6982E90AB}"/>
                </a:ext>
              </a:extLst>
            </p:cNvPr>
            <p:cNvSpPr/>
            <p:nvPr/>
          </p:nvSpPr>
          <p:spPr>
            <a:xfrm>
              <a:off x="3502675" y="1255725"/>
              <a:ext cx="93375" cy="90625"/>
            </a:xfrm>
            <a:custGeom>
              <a:avLst/>
              <a:gdLst/>
              <a:ahLst/>
              <a:cxnLst/>
              <a:rect l="l" t="t" r="r" b="b"/>
              <a:pathLst>
                <a:path w="3735" h="3625" extrusionOk="0">
                  <a:moveTo>
                    <a:pt x="555" y="1"/>
                  </a:moveTo>
                  <a:cubicBezTo>
                    <a:pt x="444" y="112"/>
                    <a:pt x="407" y="186"/>
                    <a:pt x="333" y="297"/>
                  </a:cubicBezTo>
                  <a:cubicBezTo>
                    <a:pt x="37" y="666"/>
                    <a:pt x="0" y="1627"/>
                    <a:pt x="148" y="2219"/>
                  </a:cubicBezTo>
                  <a:cubicBezTo>
                    <a:pt x="259" y="2848"/>
                    <a:pt x="259" y="3328"/>
                    <a:pt x="592" y="3513"/>
                  </a:cubicBezTo>
                  <a:cubicBezTo>
                    <a:pt x="696" y="3594"/>
                    <a:pt x="840" y="3624"/>
                    <a:pt x="1007" y="3624"/>
                  </a:cubicBezTo>
                  <a:cubicBezTo>
                    <a:pt x="1373" y="3624"/>
                    <a:pt x="1849" y="3478"/>
                    <a:pt x="2255" y="3402"/>
                  </a:cubicBezTo>
                  <a:cubicBezTo>
                    <a:pt x="2847" y="3254"/>
                    <a:pt x="3660" y="2774"/>
                    <a:pt x="3734" y="2515"/>
                  </a:cubicBezTo>
                  <a:lnTo>
                    <a:pt x="3734" y="2219"/>
                  </a:lnTo>
                  <a:cubicBezTo>
                    <a:pt x="3586" y="2515"/>
                    <a:pt x="3365" y="2737"/>
                    <a:pt x="3032" y="2737"/>
                  </a:cubicBezTo>
                  <a:cubicBezTo>
                    <a:pt x="2921" y="2737"/>
                    <a:pt x="2773" y="2737"/>
                    <a:pt x="2625" y="2700"/>
                  </a:cubicBezTo>
                  <a:cubicBezTo>
                    <a:pt x="2496" y="2644"/>
                    <a:pt x="2394" y="2616"/>
                    <a:pt x="2288" y="2616"/>
                  </a:cubicBezTo>
                  <a:cubicBezTo>
                    <a:pt x="2182" y="2616"/>
                    <a:pt x="2071" y="2644"/>
                    <a:pt x="1923" y="2700"/>
                  </a:cubicBezTo>
                  <a:cubicBezTo>
                    <a:pt x="1768" y="2751"/>
                    <a:pt x="1614" y="2820"/>
                    <a:pt x="1435" y="2820"/>
                  </a:cubicBezTo>
                  <a:cubicBezTo>
                    <a:pt x="1356" y="2820"/>
                    <a:pt x="1273" y="2807"/>
                    <a:pt x="1183" y="2774"/>
                  </a:cubicBezTo>
                  <a:cubicBezTo>
                    <a:pt x="961" y="2737"/>
                    <a:pt x="777" y="2515"/>
                    <a:pt x="740" y="2293"/>
                  </a:cubicBezTo>
                  <a:cubicBezTo>
                    <a:pt x="703" y="2108"/>
                    <a:pt x="703" y="1960"/>
                    <a:pt x="777" y="1812"/>
                  </a:cubicBezTo>
                  <a:cubicBezTo>
                    <a:pt x="888" y="1590"/>
                    <a:pt x="814" y="1443"/>
                    <a:pt x="703" y="1221"/>
                  </a:cubicBezTo>
                  <a:cubicBezTo>
                    <a:pt x="555" y="999"/>
                    <a:pt x="444" y="740"/>
                    <a:pt x="407" y="444"/>
                  </a:cubicBezTo>
                  <a:cubicBezTo>
                    <a:pt x="407" y="297"/>
                    <a:pt x="444" y="149"/>
                    <a:pt x="5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60;p51">
              <a:extLst>
                <a:ext uri="{FF2B5EF4-FFF2-40B4-BE49-F238E27FC236}">
                  <a16:creationId xmlns:a16="http://schemas.microsoft.com/office/drawing/2014/main" id="{B4D28844-EB09-6558-A65B-1D286529F2F3}"/>
                </a:ext>
              </a:extLst>
            </p:cNvPr>
            <p:cNvSpPr/>
            <p:nvPr/>
          </p:nvSpPr>
          <p:spPr>
            <a:xfrm>
              <a:off x="3503125" y="1224300"/>
              <a:ext cx="40950" cy="25950"/>
            </a:xfrm>
            <a:custGeom>
              <a:avLst/>
              <a:gdLst/>
              <a:ahLst/>
              <a:cxnLst/>
              <a:rect l="l" t="t" r="r" b="b"/>
              <a:pathLst>
                <a:path w="1638" h="1038" extrusionOk="0">
                  <a:moveTo>
                    <a:pt x="1433" y="0"/>
                  </a:moveTo>
                  <a:cubicBezTo>
                    <a:pt x="1396" y="0"/>
                    <a:pt x="1356" y="12"/>
                    <a:pt x="1313" y="38"/>
                  </a:cubicBezTo>
                  <a:cubicBezTo>
                    <a:pt x="1176" y="93"/>
                    <a:pt x="1161" y="189"/>
                    <a:pt x="1117" y="189"/>
                  </a:cubicBezTo>
                  <a:cubicBezTo>
                    <a:pt x="1102" y="189"/>
                    <a:pt x="1083" y="177"/>
                    <a:pt x="1054" y="149"/>
                  </a:cubicBezTo>
                  <a:cubicBezTo>
                    <a:pt x="963" y="103"/>
                    <a:pt x="857" y="71"/>
                    <a:pt x="764" y="71"/>
                  </a:cubicBezTo>
                  <a:cubicBezTo>
                    <a:pt x="706" y="71"/>
                    <a:pt x="653" y="83"/>
                    <a:pt x="611" y="112"/>
                  </a:cubicBezTo>
                  <a:cubicBezTo>
                    <a:pt x="550" y="203"/>
                    <a:pt x="539" y="269"/>
                    <a:pt x="434" y="269"/>
                  </a:cubicBezTo>
                  <a:cubicBezTo>
                    <a:pt x="412" y="269"/>
                    <a:pt x="385" y="266"/>
                    <a:pt x="352" y="260"/>
                  </a:cubicBezTo>
                  <a:cubicBezTo>
                    <a:pt x="336" y="256"/>
                    <a:pt x="321" y="255"/>
                    <a:pt x="306" y="255"/>
                  </a:cubicBezTo>
                  <a:cubicBezTo>
                    <a:pt x="139" y="255"/>
                    <a:pt x="1" y="438"/>
                    <a:pt x="204" y="777"/>
                  </a:cubicBezTo>
                  <a:cubicBezTo>
                    <a:pt x="352" y="1014"/>
                    <a:pt x="736" y="1037"/>
                    <a:pt x="884" y="1037"/>
                  </a:cubicBezTo>
                  <a:cubicBezTo>
                    <a:pt x="921" y="1037"/>
                    <a:pt x="943" y="1036"/>
                    <a:pt x="943" y="1036"/>
                  </a:cubicBezTo>
                  <a:cubicBezTo>
                    <a:pt x="1535" y="814"/>
                    <a:pt x="1535" y="518"/>
                    <a:pt x="1609" y="333"/>
                  </a:cubicBezTo>
                  <a:cubicBezTo>
                    <a:pt x="1637" y="134"/>
                    <a:pt x="1556" y="0"/>
                    <a:pt x="14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61;p51">
              <a:extLst>
                <a:ext uri="{FF2B5EF4-FFF2-40B4-BE49-F238E27FC236}">
                  <a16:creationId xmlns:a16="http://schemas.microsoft.com/office/drawing/2014/main" id="{5B0128B6-44C6-F804-B6D0-18CBAF6E3DB9}"/>
                </a:ext>
              </a:extLst>
            </p:cNvPr>
            <p:cNvSpPr/>
            <p:nvPr/>
          </p:nvSpPr>
          <p:spPr>
            <a:xfrm>
              <a:off x="3504525" y="1231700"/>
              <a:ext cx="37000" cy="18000"/>
            </a:xfrm>
            <a:custGeom>
              <a:avLst/>
              <a:gdLst/>
              <a:ahLst/>
              <a:cxnLst/>
              <a:rect l="l" t="t" r="r" b="b"/>
              <a:pathLst>
                <a:path w="1480" h="720" extrusionOk="0">
                  <a:moveTo>
                    <a:pt x="74" y="1"/>
                  </a:moveTo>
                  <a:lnTo>
                    <a:pt x="74" y="1"/>
                  </a:lnTo>
                  <a:cubicBezTo>
                    <a:pt x="0" y="74"/>
                    <a:pt x="0" y="222"/>
                    <a:pt x="148" y="407"/>
                  </a:cubicBezTo>
                  <a:cubicBezTo>
                    <a:pt x="287" y="657"/>
                    <a:pt x="550" y="719"/>
                    <a:pt x="736" y="719"/>
                  </a:cubicBezTo>
                  <a:cubicBezTo>
                    <a:pt x="797" y="719"/>
                    <a:pt x="851" y="712"/>
                    <a:pt x="887" y="703"/>
                  </a:cubicBezTo>
                  <a:lnTo>
                    <a:pt x="924" y="703"/>
                  </a:lnTo>
                  <a:cubicBezTo>
                    <a:pt x="1405" y="518"/>
                    <a:pt x="1479" y="333"/>
                    <a:pt x="1479" y="75"/>
                  </a:cubicBezTo>
                  <a:lnTo>
                    <a:pt x="1479" y="75"/>
                  </a:lnTo>
                  <a:cubicBezTo>
                    <a:pt x="1479" y="148"/>
                    <a:pt x="1405" y="296"/>
                    <a:pt x="1368" y="333"/>
                  </a:cubicBezTo>
                  <a:cubicBezTo>
                    <a:pt x="1347" y="344"/>
                    <a:pt x="1330" y="348"/>
                    <a:pt x="1316" y="348"/>
                  </a:cubicBezTo>
                  <a:cubicBezTo>
                    <a:pt x="1229" y="348"/>
                    <a:pt x="1252" y="180"/>
                    <a:pt x="1220" y="148"/>
                  </a:cubicBezTo>
                  <a:cubicBezTo>
                    <a:pt x="1183" y="148"/>
                    <a:pt x="1183" y="222"/>
                    <a:pt x="1183" y="222"/>
                  </a:cubicBezTo>
                  <a:cubicBezTo>
                    <a:pt x="1183" y="296"/>
                    <a:pt x="1109" y="370"/>
                    <a:pt x="1072" y="370"/>
                  </a:cubicBezTo>
                  <a:cubicBezTo>
                    <a:pt x="1058" y="377"/>
                    <a:pt x="1044" y="380"/>
                    <a:pt x="1030" y="380"/>
                  </a:cubicBezTo>
                  <a:cubicBezTo>
                    <a:pt x="972" y="380"/>
                    <a:pt x="917" y="326"/>
                    <a:pt x="887" y="296"/>
                  </a:cubicBezTo>
                  <a:lnTo>
                    <a:pt x="851" y="296"/>
                  </a:lnTo>
                  <a:cubicBezTo>
                    <a:pt x="851" y="333"/>
                    <a:pt x="887" y="333"/>
                    <a:pt x="851" y="370"/>
                  </a:cubicBezTo>
                  <a:cubicBezTo>
                    <a:pt x="814" y="407"/>
                    <a:pt x="703" y="407"/>
                    <a:pt x="666" y="407"/>
                  </a:cubicBezTo>
                  <a:cubicBezTo>
                    <a:pt x="629" y="407"/>
                    <a:pt x="555" y="333"/>
                    <a:pt x="518" y="333"/>
                  </a:cubicBezTo>
                  <a:lnTo>
                    <a:pt x="518" y="370"/>
                  </a:lnTo>
                  <a:cubicBezTo>
                    <a:pt x="518" y="407"/>
                    <a:pt x="555" y="555"/>
                    <a:pt x="481" y="555"/>
                  </a:cubicBezTo>
                  <a:cubicBezTo>
                    <a:pt x="370" y="555"/>
                    <a:pt x="296" y="444"/>
                    <a:pt x="259" y="407"/>
                  </a:cubicBezTo>
                  <a:cubicBezTo>
                    <a:pt x="185" y="370"/>
                    <a:pt x="148" y="296"/>
                    <a:pt x="111" y="185"/>
                  </a:cubicBezTo>
                  <a:cubicBezTo>
                    <a:pt x="111" y="148"/>
                    <a:pt x="111" y="148"/>
                    <a:pt x="74" y="74"/>
                  </a:cubicBezTo>
                  <a:lnTo>
                    <a:pt x="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62;p51">
              <a:extLst>
                <a:ext uri="{FF2B5EF4-FFF2-40B4-BE49-F238E27FC236}">
                  <a16:creationId xmlns:a16="http://schemas.microsoft.com/office/drawing/2014/main" id="{4D338BE4-A68B-AC0F-F627-6CF708C8EA04}"/>
                </a:ext>
              </a:extLst>
            </p:cNvPr>
            <p:cNvSpPr/>
            <p:nvPr/>
          </p:nvSpPr>
          <p:spPr>
            <a:xfrm>
              <a:off x="3526700" y="1269600"/>
              <a:ext cx="37925" cy="49925"/>
            </a:xfrm>
            <a:custGeom>
              <a:avLst/>
              <a:gdLst/>
              <a:ahLst/>
              <a:cxnLst/>
              <a:rect l="l" t="t" r="r" b="b"/>
              <a:pathLst>
                <a:path w="1517" h="1997" extrusionOk="0">
                  <a:moveTo>
                    <a:pt x="518" y="0"/>
                  </a:moveTo>
                  <a:lnTo>
                    <a:pt x="296" y="111"/>
                  </a:lnTo>
                  <a:lnTo>
                    <a:pt x="407" y="444"/>
                  </a:lnTo>
                  <a:cubicBezTo>
                    <a:pt x="185" y="518"/>
                    <a:pt x="0" y="703"/>
                    <a:pt x="111" y="999"/>
                  </a:cubicBezTo>
                  <a:cubicBezTo>
                    <a:pt x="155" y="1171"/>
                    <a:pt x="293" y="1215"/>
                    <a:pt x="451" y="1215"/>
                  </a:cubicBezTo>
                  <a:cubicBezTo>
                    <a:pt x="612" y="1215"/>
                    <a:pt x="794" y="1169"/>
                    <a:pt x="913" y="1169"/>
                  </a:cubicBezTo>
                  <a:cubicBezTo>
                    <a:pt x="975" y="1169"/>
                    <a:pt x="1020" y="1182"/>
                    <a:pt x="1036" y="1220"/>
                  </a:cubicBezTo>
                  <a:cubicBezTo>
                    <a:pt x="1073" y="1294"/>
                    <a:pt x="925" y="1368"/>
                    <a:pt x="888" y="1368"/>
                  </a:cubicBezTo>
                  <a:cubicBezTo>
                    <a:pt x="874" y="1382"/>
                    <a:pt x="846" y="1390"/>
                    <a:pt x="813" y="1390"/>
                  </a:cubicBezTo>
                  <a:cubicBezTo>
                    <a:pt x="757" y="1390"/>
                    <a:pt x="689" y="1365"/>
                    <a:pt x="666" y="1294"/>
                  </a:cubicBezTo>
                  <a:lnTo>
                    <a:pt x="222" y="1442"/>
                  </a:lnTo>
                  <a:cubicBezTo>
                    <a:pt x="296" y="1639"/>
                    <a:pt x="436" y="1705"/>
                    <a:pt x="608" y="1705"/>
                  </a:cubicBezTo>
                  <a:cubicBezTo>
                    <a:pt x="695" y="1705"/>
                    <a:pt x="789" y="1689"/>
                    <a:pt x="888" y="1664"/>
                  </a:cubicBezTo>
                  <a:lnTo>
                    <a:pt x="962" y="1997"/>
                  </a:lnTo>
                  <a:lnTo>
                    <a:pt x="1221" y="1923"/>
                  </a:lnTo>
                  <a:lnTo>
                    <a:pt x="1073" y="1590"/>
                  </a:lnTo>
                  <a:cubicBezTo>
                    <a:pt x="1331" y="1442"/>
                    <a:pt x="1516" y="1257"/>
                    <a:pt x="1442" y="999"/>
                  </a:cubicBezTo>
                  <a:cubicBezTo>
                    <a:pt x="1383" y="789"/>
                    <a:pt x="1226" y="737"/>
                    <a:pt x="1058" y="737"/>
                  </a:cubicBezTo>
                  <a:cubicBezTo>
                    <a:pt x="892" y="737"/>
                    <a:pt x="715" y="788"/>
                    <a:pt x="610" y="788"/>
                  </a:cubicBezTo>
                  <a:cubicBezTo>
                    <a:pt x="559" y="788"/>
                    <a:pt x="525" y="776"/>
                    <a:pt x="518" y="740"/>
                  </a:cubicBezTo>
                  <a:cubicBezTo>
                    <a:pt x="518" y="666"/>
                    <a:pt x="592" y="629"/>
                    <a:pt x="666" y="629"/>
                  </a:cubicBezTo>
                  <a:cubicBezTo>
                    <a:pt x="683" y="596"/>
                    <a:pt x="707" y="577"/>
                    <a:pt x="735" y="577"/>
                  </a:cubicBezTo>
                  <a:cubicBezTo>
                    <a:pt x="769" y="577"/>
                    <a:pt x="810" y="605"/>
                    <a:pt x="851" y="666"/>
                  </a:cubicBezTo>
                  <a:lnTo>
                    <a:pt x="1257" y="518"/>
                  </a:lnTo>
                  <a:cubicBezTo>
                    <a:pt x="1177" y="330"/>
                    <a:pt x="1038" y="279"/>
                    <a:pt x="869" y="279"/>
                  </a:cubicBezTo>
                  <a:cubicBezTo>
                    <a:pt x="805" y="279"/>
                    <a:pt x="737" y="286"/>
                    <a:pt x="666" y="296"/>
                  </a:cubicBezTo>
                  <a:lnTo>
                    <a:pt x="5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63;p51">
              <a:extLst>
                <a:ext uri="{FF2B5EF4-FFF2-40B4-BE49-F238E27FC236}">
                  <a16:creationId xmlns:a16="http://schemas.microsoft.com/office/drawing/2014/main" id="{94488F50-2B59-7A35-C384-8FA0BE7C9AAE}"/>
                </a:ext>
              </a:extLst>
            </p:cNvPr>
            <p:cNvSpPr/>
            <p:nvPr/>
          </p:nvSpPr>
          <p:spPr>
            <a:xfrm>
              <a:off x="3516525" y="1240950"/>
              <a:ext cx="25900" cy="15800"/>
            </a:xfrm>
            <a:custGeom>
              <a:avLst/>
              <a:gdLst/>
              <a:ahLst/>
              <a:cxnLst/>
              <a:rect l="l" t="t" r="r" b="b"/>
              <a:pathLst>
                <a:path w="1036" h="632" extrusionOk="0">
                  <a:moveTo>
                    <a:pt x="962" y="0"/>
                  </a:moveTo>
                  <a:cubicBezTo>
                    <a:pt x="962" y="0"/>
                    <a:pt x="518" y="296"/>
                    <a:pt x="1" y="333"/>
                  </a:cubicBezTo>
                  <a:lnTo>
                    <a:pt x="38" y="592"/>
                  </a:lnTo>
                  <a:cubicBezTo>
                    <a:pt x="38" y="592"/>
                    <a:pt x="104" y="632"/>
                    <a:pt x="229" y="632"/>
                  </a:cubicBezTo>
                  <a:cubicBezTo>
                    <a:pt x="313" y="632"/>
                    <a:pt x="422" y="614"/>
                    <a:pt x="555" y="555"/>
                  </a:cubicBezTo>
                  <a:cubicBezTo>
                    <a:pt x="925" y="407"/>
                    <a:pt x="1036" y="222"/>
                    <a:pt x="1036" y="222"/>
                  </a:cubicBezTo>
                  <a:lnTo>
                    <a:pt x="9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64;p51">
              <a:extLst>
                <a:ext uri="{FF2B5EF4-FFF2-40B4-BE49-F238E27FC236}">
                  <a16:creationId xmlns:a16="http://schemas.microsoft.com/office/drawing/2014/main" id="{A2600CB0-750C-C8B2-7B8D-F53F106E82E4}"/>
                </a:ext>
              </a:extLst>
            </p:cNvPr>
            <p:cNvSpPr/>
            <p:nvPr/>
          </p:nvSpPr>
          <p:spPr>
            <a:xfrm>
              <a:off x="3629300" y="1256525"/>
              <a:ext cx="101675" cy="88200"/>
            </a:xfrm>
            <a:custGeom>
              <a:avLst/>
              <a:gdLst/>
              <a:ahLst/>
              <a:cxnLst/>
              <a:rect l="l" t="t" r="r" b="b"/>
              <a:pathLst>
                <a:path w="4067" h="3528" extrusionOk="0">
                  <a:moveTo>
                    <a:pt x="960" y="0"/>
                  </a:moveTo>
                  <a:cubicBezTo>
                    <a:pt x="833" y="0"/>
                    <a:pt x="722" y="22"/>
                    <a:pt x="629" y="80"/>
                  </a:cubicBezTo>
                  <a:cubicBezTo>
                    <a:pt x="296" y="301"/>
                    <a:pt x="185" y="1041"/>
                    <a:pt x="111" y="1632"/>
                  </a:cubicBezTo>
                  <a:cubicBezTo>
                    <a:pt x="0" y="2298"/>
                    <a:pt x="111" y="3185"/>
                    <a:pt x="333" y="3370"/>
                  </a:cubicBezTo>
                  <a:cubicBezTo>
                    <a:pt x="444" y="3462"/>
                    <a:pt x="915" y="3527"/>
                    <a:pt x="1442" y="3527"/>
                  </a:cubicBezTo>
                  <a:cubicBezTo>
                    <a:pt x="1969" y="3527"/>
                    <a:pt x="2551" y="3462"/>
                    <a:pt x="2884" y="3296"/>
                  </a:cubicBezTo>
                  <a:cubicBezTo>
                    <a:pt x="3512" y="3000"/>
                    <a:pt x="4030" y="2446"/>
                    <a:pt x="4067" y="1965"/>
                  </a:cubicBezTo>
                  <a:cubicBezTo>
                    <a:pt x="4067" y="1965"/>
                    <a:pt x="3993" y="1448"/>
                    <a:pt x="3697" y="1078"/>
                  </a:cubicBezTo>
                  <a:cubicBezTo>
                    <a:pt x="3439" y="708"/>
                    <a:pt x="2588" y="265"/>
                    <a:pt x="1997" y="154"/>
                  </a:cubicBezTo>
                  <a:cubicBezTo>
                    <a:pt x="1591" y="103"/>
                    <a:pt x="1237" y="0"/>
                    <a:pt x="9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65;p51">
              <a:extLst>
                <a:ext uri="{FF2B5EF4-FFF2-40B4-BE49-F238E27FC236}">
                  <a16:creationId xmlns:a16="http://schemas.microsoft.com/office/drawing/2014/main" id="{6E3D2334-DDA9-9258-0C4C-535E52647CC0}"/>
                </a:ext>
              </a:extLst>
            </p:cNvPr>
            <p:cNvSpPr/>
            <p:nvPr/>
          </p:nvSpPr>
          <p:spPr>
            <a:xfrm>
              <a:off x="3631150" y="1301025"/>
              <a:ext cx="99825" cy="43700"/>
            </a:xfrm>
            <a:custGeom>
              <a:avLst/>
              <a:gdLst/>
              <a:ahLst/>
              <a:cxnLst/>
              <a:rect l="l" t="t" r="r" b="b"/>
              <a:pathLst>
                <a:path w="3993" h="1748" extrusionOk="0">
                  <a:moveTo>
                    <a:pt x="37" y="0"/>
                  </a:moveTo>
                  <a:lnTo>
                    <a:pt x="37" y="0"/>
                  </a:lnTo>
                  <a:cubicBezTo>
                    <a:pt x="0" y="592"/>
                    <a:pt x="74" y="1368"/>
                    <a:pt x="259" y="1590"/>
                  </a:cubicBezTo>
                  <a:cubicBezTo>
                    <a:pt x="370" y="1682"/>
                    <a:pt x="841" y="1747"/>
                    <a:pt x="1368" y="1747"/>
                  </a:cubicBezTo>
                  <a:cubicBezTo>
                    <a:pt x="1895" y="1747"/>
                    <a:pt x="2477" y="1682"/>
                    <a:pt x="2810" y="1516"/>
                  </a:cubicBezTo>
                  <a:cubicBezTo>
                    <a:pt x="3438" y="1220"/>
                    <a:pt x="3956" y="666"/>
                    <a:pt x="3993" y="185"/>
                  </a:cubicBezTo>
                  <a:lnTo>
                    <a:pt x="3993" y="74"/>
                  </a:lnTo>
                  <a:cubicBezTo>
                    <a:pt x="3418" y="345"/>
                    <a:pt x="2874" y="523"/>
                    <a:pt x="2248" y="523"/>
                  </a:cubicBezTo>
                  <a:cubicBezTo>
                    <a:pt x="2189" y="523"/>
                    <a:pt x="2130" y="521"/>
                    <a:pt x="2071" y="518"/>
                  </a:cubicBezTo>
                  <a:cubicBezTo>
                    <a:pt x="1479" y="518"/>
                    <a:pt x="924" y="407"/>
                    <a:pt x="370" y="185"/>
                  </a:cubicBezTo>
                  <a:cubicBezTo>
                    <a:pt x="222" y="148"/>
                    <a:pt x="111" y="37"/>
                    <a:pt x="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66;p51">
              <a:extLst>
                <a:ext uri="{FF2B5EF4-FFF2-40B4-BE49-F238E27FC236}">
                  <a16:creationId xmlns:a16="http://schemas.microsoft.com/office/drawing/2014/main" id="{C7FBB443-0217-2AB4-6D65-ABF213EC16E3}"/>
                </a:ext>
              </a:extLst>
            </p:cNvPr>
            <p:cNvSpPr/>
            <p:nvPr/>
          </p:nvSpPr>
          <p:spPr>
            <a:xfrm>
              <a:off x="3726350" y="1287975"/>
              <a:ext cx="29325" cy="37900"/>
            </a:xfrm>
            <a:custGeom>
              <a:avLst/>
              <a:gdLst/>
              <a:ahLst/>
              <a:cxnLst/>
              <a:rect l="l" t="t" r="r" b="b"/>
              <a:pathLst>
                <a:path w="1173" h="1516" extrusionOk="0">
                  <a:moveTo>
                    <a:pt x="716" y="1"/>
                  </a:moveTo>
                  <a:cubicBezTo>
                    <a:pt x="688" y="1"/>
                    <a:pt x="659" y="2"/>
                    <a:pt x="629" y="5"/>
                  </a:cubicBezTo>
                  <a:cubicBezTo>
                    <a:pt x="185" y="116"/>
                    <a:pt x="74" y="633"/>
                    <a:pt x="74" y="633"/>
                  </a:cubicBezTo>
                  <a:cubicBezTo>
                    <a:pt x="0" y="1225"/>
                    <a:pt x="296" y="1373"/>
                    <a:pt x="444" y="1447"/>
                  </a:cubicBezTo>
                  <a:cubicBezTo>
                    <a:pt x="515" y="1494"/>
                    <a:pt x="583" y="1515"/>
                    <a:pt x="642" y="1515"/>
                  </a:cubicBezTo>
                  <a:cubicBezTo>
                    <a:pt x="766" y="1515"/>
                    <a:pt x="850" y="1424"/>
                    <a:pt x="850" y="1299"/>
                  </a:cubicBezTo>
                  <a:cubicBezTo>
                    <a:pt x="850" y="1114"/>
                    <a:pt x="703" y="1114"/>
                    <a:pt x="850" y="1040"/>
                  </a:cubicBezTo>
                  <a:cubicBezTo>
                    <a:pt x="998" y="929"/>
                    <a:pt x="1072" y="818"/>
                    <a:pt x="1035" y="670"/>
                  </a:cubicBezTo>
                  <a:cubicBezTo>
                    <a:pt x="998" y="522"/>
                    <a:pt x="924" y="485"/>
                    <a:pt x="1035" y="337"/>
                  </a:cubicBezTo>
                  <a:cubicBezTo>
                    <a:pt x="1172" y="201"/>
                    <a:pt x="1056" y="1"/>
                    <a:pt x="7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67;p51">
              <a:extLst>
                <a:ext uri="{FF2B5EF4-FFF2-40B4-BE49-F238E27FC236}">
                  <a16:creationId xmlns:a16="http://schemas.microsoft.com/office/drawing/2014/main" id="{34EC252F-0B13-DB80-8E4C-F9CC70323C5A}"/>
                </a:ext>
              </a:extLst>
            </p:cNvPr>
            <p:cNvSpPr/>
            <p:nvPr/>
          </p:nvSpPr>
          <p:spPr>
            <a:xfrm>
              <a:off x="3726350" y="1291425"/>
              <a:ext cx="25900" cy="33650"/>
            </a:xfrm>
            <a:custGeom>
              <a:avLst/>
              <a:gdLst/>
              <a:ahLst/>
              <a:cxnLst/>
              <a:rect l="l" t="t" r="r" b="b"/>
              <a:pathLst>
                <a:path w="1036" h="1346" extrusionOk="0">
                  <a:moveTo>
                    <a:pt x="781" y="1"/>
                  </a:moveTo>
                  <a:cubicBezTo>
                    <a:pt x="735" y="1"/>
                    <a:pt x="684" y="5"/>
                    <a:pt x="629" y="15"/>
                  </a:cubicBezTo>
                  <a:cubicBezTo>
                    <a:pt x="259" y="52"/>
                    <a:pt x="111" y="421"/>
                    <a:pt x="74" y="569"/>
                  </a:cubicBezTo>
                  <a:lnTo>
                    <a:pt x="74" y="606"/>
                  </a:lnTo>
                  <a:cubicBezTo>
                    <a:pt x="0" y="1124"/>
                    <a:pt x="185" y="1272"/>
                    <a:pt x="370" y="1346"/>
                  </a:cubicBezTo>
                  <a:cubicBezTo>
                    <a:pt x="370" y="1346"/>
                    <a:pt x="296" y="1124"/>
                    <a:pt x="259" y="1087"/>
                  </a:cubicBezTo>
                  <a:cubicBezTo>
                    <a:pt x="229" y="1028"/>
                    <a:pt x="241" y="1010"/>
                    <a:pt x="273" y="1010"/>
                  </a:cubicBezTo>
                  <a:cubicBezTo>
                    <a:pt x="321" y="1010"/>
                    <a:pt x="414" y="1050"/>
                    <a:pt x="481" y="1050"/>
                  </a:cubicBezTo>
                  <a:cubicBezTo>
                    <a:pt x="481" y="976"/>
                    <a:pt x="444" y="976"/>
                    <a:pt x="370" y="976"/>
                  </a:cubicBezTo>
                  <a:cubicBezTo>
                    <a:pt x="333" y="939"/>
                    <a:pt x="296" y="902"/>
                    <a:pt x="296" y="865"/>
                  </a:cubicBezTo>
                  <a:cubicBezTo>
                    <a:pt x="296" y="754"/>
                    <a:pt x="370" y="754"/>
                    <a:pt x="444" y="717"/>
                  </a:cubicBezTo>
                  <a:cubicBezTo>
                    <a:pt x="481" y="717"/>
                    <a:pt x="481" y="717"/>
                    <a:pt x="444" y="680"/>
                  </a:cubicBezTo>
                  <a:cubicBezTo>
                    <a:pt x="370" y="680"/>
                    <a:pt x="333" y="680"/>
                    <a:pt x="333" y="606"/>
                  </a:cubicBezTo>
                  <a:cubicBezTo>
                    <a:pt x="296" y="569"/>
                    <a:pt x="333" y="495"/>
                    <a:pt x="370" y="421"/>
                  </a:cubicBezTo>
                  <a:cubicBezTo>
                    <a:pt x="444" y="384"/>
                    <a:pt x="481" y="384"/>
                    <a:pt x="518" y="347"/>
                  </a:cubicBezTo>
                  <a:lnTo>
                    <a:pt x="481" y="347"/>
                  </a:lnTo>
                  <a:cubicBezTo>
                    <a:pt x="444" y="347"/>
                    <a:pt x="296" y="347"/>
                    <a:pt x="333" y="236"/>
                  </a:cubicBezTo>
                  <a:cubicBezTo>
                    <a:pt x="333" y="162"/>
                    <a:pt x="481" y="126"/>
                    <a:pt x="555" y="126"/>
                  </a:cubicBezTo>
                  <a:cubicBezTo>
                    <a:pt x="666" y="52"/>
                    <a:pt x="740" y="52"/>
                    <a:pt x="850" y="52"/>
                  </a:cubicBezTo>
                  <a:lnTo>
                    <a:pt x="924" y="52"/>
                  </a:lnTo>
                  <a:cubicBezTo>
                    <a:pt x="924" y="52"/>
                    <a:pt x="998" y="52"/>
                    <a:pt x="1035" y="126"/>
                  </a:cubicBezTo>
                  <a:cubicBezTo>
                    <a:pt x="1008" y="42"/>
                    <a:pt x="917" y="1"/>
                    <a:pt x="7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68;p51">
              <a:extLst>
                <a:ext uri="{FF2B5EF4-FFF2-40B4-BE49-F238E27FC236}">
                  <a16:creationId xmlns:a16="http://schemas.microsoft.com/office/drawing/2014/main" id="{2B964860-36C6-F2BE-CCDB-0E2471F66145}"/>
                </a:ext>
              </a:extLst>
            </p:cNvPr>
            <p:cNvSpPr/>
            <p:nvPr/>
          </p:nvSpPr>
          <p:spPr>
            <a:xfrm>
              <a:off x="3658875" y="1288075"/>
              <a:ext cx="48075" cy="32375"/>
            </a:xfrm>
            <a:custGeom>
              <a:avLst/>
              <a:gdLst/>
              <a:ahLst/>
              <a:cxnLst/>
              <a:rect l="l" t="t" r="r" b="b"/>
              <a:pathLst>
                <a:path w="1923" h="1295" extrusionOk="0">
                  <a:moveTo>
                    <a:pt x="777" y="1"/>
                  </a:moveTo>
                  <a:cubicBezTo>
                    <a:pt x="481" y="1"/>
                    <a:pt x="370" y="260"/>
                    <a:pt x="296" y="518"/>
                  </a:cubicBezTo>
                  <a:lnTo>
                    <a:pt x="0" y="481"/>
                  </a:lnTo>
                  <a:lnTo>
                    <a:pt x="0" y="740"/>
                  </a:lnTo>
                  <a:lnTo>
                    <a:pt x="296" y="740"/>
                  </a:lnTo>
                  <a:cubicBezTo>
                    <a:pt x="296" y="1036"/>
                    <a:pt x="407" y="1295"/>
                    <a:pt x="740" y="1295"/>
                  </a:cubicBezTo>
                  <a:cubicBezTo>
                    <a:pt x="1220" y="1295"/>
                    <a:pt x="1109" y="518"/>
                    <a:pt x="1294" y="518"/>
                  </a:cubicBezTo>
                  <a:cubicBezTo>
                    <a:pt x="1331" y="518"/>
                    <a:pt x="1331" y="666"/>
                    <a:pt x="1331" y="703"/>
                  </a:cubicBezTo>
                  <a:cubicBezTo>
                    <a:pt x="1331" y="740"/>
                    <a:pt x="1294" y="851"/>
                    <a:pt x="1183" y="851"/>
                  </a:cubicBezTo>
                  <a:lnTo>
                    <a:pt x="1146" y="1258"/>
                  </a:lnTo>
                  <a:cubicBezTo>
                    <a:pt x="1163" y="1260"/>
                    <a:pt x="1179" y="1262"/>
                    <a:pt x="1194" y="1262"/>
                  </a:cubicBezTo>
                  <a:cubicBezTo>
                    <a:pt x="1389" y="1262"/>
                    <a:pt x="1519" y="1054"/>
                    <a:pt x="1553" y="814"/>
                  </a:cubicBezTo>
                  <a:lnTo>
                    <a:pt x="1923" y="814"/>
                  </a:lnTo>
                  <a:lnTo>
                    <a:pt x="1923" y="518"/>
                  </a:lnTo>
                  <a:lnTo>
                    <a:pt x="1590" y="518"/>
                  </a:lnTo>
                  <a:cubicBezTo>
                    <a:pt x="1590" y="260"/>
                    <a:pt x="1516" y="1"/>
                    <a:pt x="1220" y="1"/>
                  </a:cubicBezTo>
                  <a:cubicBezTo>
                    <a:pt x="777" y="1"/>
                    <a:pt x="851" y="814"/>
                    <a:pt x="666" y="814"/>
                  </a:cubicBezTo>
                  <a:cubicBezTo>
                    <a:pt x="592" y="814"/>
                    <a:pt x="592" y="666"/>
                    <a:pt x="592" y="629"/>
                  </a:cubicBezTo>
                  <a:cubicBezTo>
                    <a:pt x="592" y="555"/>
                    <a:pt x="592" y="444"/>
                    <a:pt x="740" y="444"/>
                  </a:cubicBezTo>
                  <a:lnTo>
                    <a:pt x="7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69;p51">
              <a:extLst>
                <a:ext uri="{FF2B5EF4-FFF2-40B4-BE49-F238E27FC236}">
                  <a16:creationId xmlns:a16="http://schemas.microsoft.com/office/drawing/2014/main" id="{299D1117-808F-BCDC-690F-C59789D6F5D9}"/>
                </a:ext>
              </a:extLst>
            </p:cNvPr>
            <p:cNvSpPr/>
            <p:nvPr/>
          </p:nvSpPr>
          <p:spPr>
            <a:xfrm>
              <a:off x="3724500" y="1292700"/>
              <a:ext cx="9250" cy="27750"/>
            </a:xfrm>
            <a:custGeom>
              <a:avLst/>
              <a:gdLst/>
              <a:ahLst/>
              <a:cxnLst/>
              <a:rect l="l" t="t" r="r" b="b"/>
              <a:pathLst>
                <a:path w="370" h="1110" extrusionOk="0">
                  <a:moveTo>
                    <a:pt x="148" y="1"/>
                  </a:moveTo>
                  <a:cubicBezTo>
                    <a:pt x="148" y="1"/>
                    <a:pt x="0" y="148"/>
                    <a:pt x="0" y="518"/>
                  </a:cubicBezTo>
                  <a:cubicBezTo>
                    <a:pt x="0" y="888"/>
                    <a:pt x="74" y="1110"/>
                    <a:pt x="74" y="1110"/>
                  </a:cubicBezTo>
                  <a:lnTo>
                    <a:pt x="333" y="1110"/>
                  </a:lnTo>
                  <a:cubicBezTo>
                    <a:pt x="259" y="1073"/>
                    <a:pt x="185" y="518"/>
                    <a:pt x="370" y="75"/>
                  </a:cubicBezTo>
                  <a:lnTo>
                    <a:pt x="14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070;p51">
              <a:extLst>
                <a:ext uri="{FF2B5EF4-FFF2-40B4-BE49-F238E27FC236}">
                  <a16:creationId xmlns:a16="http://schemas.microsoft.com/office/drawing/2014/main" id="{8B999AAE-A82A-C14E-0E25-4DA35CAA587A}"/>
                </a:ext>
              </a:extLst>
            </p:cNvPr>
            <p:cNvSpPr/>
            <p:nvPr/>
          </p:nvSpPr>
          <p:spPr>
            <a:xfrm>
              <a:off x="3762400" y="895050"/>
              <a:ext cx="34950" cy="54775"/>
            </a:xfrm>
            <a:custGeom>
              <a:avLst/>
              <a:gdLst/>
              <a:ahLst/>
              <a:cxnLst/>
              <a:rect l="l" t="t" r="r" b="b"/>
              <a:pathLst>
                <a:path w="1398" h="2191" extrusionOk="0">
                  <a:moveTo>
                    <a:pt x="1283" y="0"/>
                  </a:moveTo>
                  <a:cubicBezTo>
                    <a:pt x="1233" y="0"/>
                    <a:pt x="1168" y="24"/>
                    <a:pt x="1109" y="83"/>
                  </a:cubicBezTo>
                  <a:cubicBezTo>
                    <a:pt x="1035" y="157"/>
                    <a:pt x="850" y="305"/>
                    <a:pt x="739" y="490"/>
                  </a:cubicBezTo>
                  <a:cubicBezTo>
                    <a:pt x="665" y="638"/>
                    <a:pt x="592" y="823"/>
                    <a:pt x="555" y="933"/>
                  </a:cubicBezTo>
                  <a:cubicBezTo>
                    <a:pt x="407" y="1266"/>
                    <a:pt x="407" y="1599"/>
                    <a:pt x="185" y="1858"/>
                  </a:cubicBezTo>
                  <a:cubicBezTo>
                    <a:pt x="370" y="1969"/>
                    <a:pt x="0" y="2117"/>
                    <a:pt x="222" y="2190"/>
                  </a:cubicBezTo>
                  <a:cubicBezTo>
                    <a:pt x="333" y="2153"/>
                    <a:pt x="776" y="2043"/>
                    <a:pt x="1109" y="1969"/>
                  </a:cubicBezTo>
                  <a:cubicBezTo>
                    <a:pt x="1146" y="1562"/>
                    <a:pt x="1220" y="1118"/>
                    <a:pt x="1331" y="712"/>
                  </a:cubicBezTo>
                  <a:lnTo>
                    <a:pt x="1331" y="712"/>
                  </a:lnTo>
                  <a:cubicBezTo>
                    <a:pt x="1290" y="773"/>
                    <a:pt x="1261" y="800"/>
                    <a:pt x="1224" y="800"/>
                  </a:cubicBezTo>
                  <a:cubicBezTo>
                    <a:pt x="1194" y="800"/>
                    <a:pt x="1159" y="782"/>
                    <a:pt x="1109" y="749"/>
                  </a:cubicBezTo>
                  <a:cubicBezTo>
                    <a:pt x="961" y="675"/>
                    <a:pt x="1146" y="490"/>
                    <a:pt x="1220" y="453"/>
                  </a:cubicBezTo>
                  <a:cubicBezTo>
                    <a:pt x="1294" y="342"/>
                    <a:pt x="1294" y="157"/>
                    <a:pt x="1331" y="120"/>
                  </a:cubicBezTo>
                  <a:cubicBezTo>
                    <a:pt x="1398" y="54"/>
                    <a:pt x="1358" y="0"/>
                    <a:pt x="1283"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71;p51">
              <a:extLst>
                <a:ext uri="{FF2B5EF4-FFF2-40B4-BE49-F238E27FC236}">
                  <a16:creationId xmlns:a16="http://schemas.microsoft.com/office/drawing/2014/main" id="{9263313C-6AE9-CF6B-65E0-5F2590BD369C}"/>
                </a:ext>
              </a:extLst>
            </p:cNvPr>
            <p:cNvSpPr/>
            <p:nvPr/>
          </p:nvSpPr>
          <p:spPr>
            <a:xfrm>
              <a:off x="3612650" y="1296400"/>
              <a:ext cx="84150" cy="55425"/>
            </a:xfrm>
            <a:custGeom>
              <a:avLst/>
              <a:gdLst/>
              <a:ahLst/>
              <a:cxnLst/>
              <a:rect l="l" t="t" r="r" b="b"/>
              <a:pathLst>
                <a:path w="3366" h="2217" extrusionOk="0">
                  <a:moveTo>
                    <a:pt x="444" y="0"/>
                  </a:moveTo>
                  <a:cubicBezTo>
                    <a:pt x="444" y="0"/>
                    <a:pt x="223" y="407"/>
                    <a:pt x="112" y="740"/>
                  </a:cubicBezTo>
                  <a:cubicBezTo>
                    <a:pt x="38" y="1073"/>
                    <a:pt x="1" y="1442"/>
                    <a:pt x="75" y="1516"/>
                  </a:cubicBezTo>
                  <a:cubicBezTo>
                    <a:pt x="235" y="1741"/>
                    <a:pt x="2181" y="2217"/>
                    <a:pt x="2859" y="2217"/>
                  </a:cubicBezTo>
                  <a:cubicBezTo>
                    <a:pt x="2962" y="2217"/>
                    <a:pt x="3035" y="2206"/>
                    <a:pt x="3069" y="2182"/>
                  </a:cubicBezTo>
                  <a:cubicBezTo>
                    <a:pt x="3365" y="1997"/>
                    <a:pt x="3328" y="1590"/>
                    <a:pt x="2811" y="1294"/>
                  </a:cubicBezTo>
                  <a:cubicBezTo>
                    <a:pt x="2256" y="1036"/>
                    <a:pt x="2145" y="1073"/>
                    <a:pt x="1849" y="851"/>
                  </a:cubicBezTo>
                  <a:cubicBezTo>
                    <a:pt x="1517" y="592"/>
                    <a:pt x="1701" y="222"/>
                    <a:pt x="1701" y="222"/>
                  </a:cubicBezTo>
                  <a:lnTo>
                    <a:pt x="4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72;p51">
              <a:extLst>
                <a:ext uri="{FF2B5EF4-FFF2-40B4-BE49-F238E27FC236}">
                  <a16:creationId xmlns:a16="http://schemas.microsoft.com/office/drawing/2014/main" id="{A3D77030-D759-582B-5A69-889E080DEC9B}"/>
                </a:ext>
              </a:extLst>
            </p:cNvPr>
            <p:cNvSpPr/>
            <p:nvPr/>
          </p:nvSpPr>
          <p:spPr>
            <a:xfrm>
              <a:off x="3545175" y="986775"/>
              <a:ext cx="116500" cy="323525"/>
            </a:xfrm>
            <a:custGeom>
              <a:avLst/>
              <a:gdLst/>
              <a:ahLst/>
              <a:cxnLst/>
              <a:rect l="l" t="t" r="r" b="b"/>
              <a:pathLst>
                <a:path w="4660" h="12941" extrusionOk="0">
                  <a:moveTo>
                    <a:pt x="1" y="0"/>
                  </a:moveTo>
                  <a:cubicBezTo>
                    <a:pt x="1" y="0"/>
                    <a:pt x="2589" y="6359"/>
                    <a:pt x="2811" y="7210"/>
                  </a:cubicBezTo>
                  <a:cubicBezTo>
                    <a:pt x="3069" y="8023"/>
                    <a:pt x="2737" y="12940"/>
                    <a:pt x="2737" y="12940"/>
                  </a:cubicBezTo>
                  <a:lnTo>
                    <a:pt x="4363" y="12940"/>
                  </a:lnTo>
                  <a:cubicBezTo>
                    <a:pt x="4363" y="12940"/>
                    <a:pt x="4659" y="7210"/>
                    <a:pt x="4622" y="6840"/>
                  </a:cubicBezTo>
                  <a:cubicBezTo>
                    <a:pt x="4548" y="6433"/>
                    <a:pt x="3365" y="0"/>
                    <a:pt x="33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73;p51">
              <a:extLst>
                <a:ext uri="{FF2B5EF4-FFF2-40B4-BE49-F238E27FC236}">
                  <a16:creationId xmlns:a16="http://schemas.microsoft.com/office/drawing/2014/main" id="{C739EA2F-E9C2-8D18-8B06-693A38C444B9}"/>
                </a:ext>
              </a:extLst>
            </p:cNvPr>
            <p:cNvSpPr/>
            <p:nvPr/>
          </p:nvSpPr>
          <p:spPr>
            <a:xfrm>
              <a:off x="3414875" y="1276075"/>
              <a:ext cx="84125" cy="45975"/>
            </a:xfrm>
            <a:custGeom>
              <a:avLst/>
              <a:gdLst/>
              <a:ahLst/>
              <a:cxnLst/>
              <a:rect l="l" t="t" r="r" b="b"/>
              <a:pathLst>
                <a:path w="3365" h="1839" extrusionOk="0">
                  <a:moveTo>
                    <a:pt x="3106" y="0"/>
                  </a:moveTo>
                  <a:lnTo>
                    <a:pt x="1886" y="37"/>
                  </a:lnTo>
                  <a:cubicBezTo>
                    <a:pt x="1886" y="37"/>
                    <a:pt x="2033" y="444"/>
                    <a:pt x="1664" y="629"/>
                  </a:cubicBezTo>
                  <a:cubicBezTo>
                    <a:pt x="1294" y="813"/>
                    <a:pt x="1257" y="776"/>
                    <a:pt x="629" y="961"/>
                  </a:cubicBezTo>
                  <a:cubicBezTo>
                    <a:pt x="74" y="1146"/>
                    <a:pt x="0" y="1553"/>
                    <a:pt x="222" y="1775"/>
                  </a:cubicBezTo>
                  <a:cubicBezTo>
                    <a:pt x="276" y="1820"/>
                    <a:pt x="473" y="1838"/>
                    <a:pt x="744" y="1838"/>
                  </a:cubicBezTo>
                  <a:cubicBezTo>
                    <a:pt x="1590" y="1838"/>
                    <a:pt x="3150" y="1656"/>
                    <a:pt x="3290" y="1516"/>
                  </a:cubicBezTo>
                  <a:cubicBezTo>
                    <a:pt x="3364" y="1405"/>
                    <a:pt x="3364" y="1035"/>
                    <a:pt x="3327" y="740"/>
                  </a:cubicBezTo>
                  <a:cubicBezTo>
                    <a:pt x="3290" y="407"/>
                    <a:pt x="3106" y="0"/>
                    <a:pt x="3106" y="0"/>
                  </a:cubicBezTo>
                  <a:close/>
                </a:path>
              </a:pathLst>
            </a:custGeom>
            <a:solidFill>
              <a:srgbClr val="1614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74;p51">
              <a:extLst>
                <a:ext uri="{FF2B5EF4-FFF2-40B4-BE49-F238E27FC236}">
                  <a16:creationId xmlns:a16="http://schemas.microsoft.com/office/drawing/2014/main" id="{16AB483C-2E7A-0BAC-ABC5-F7F4753B68B4}"/>
                </a:ext>
              </a:extLst>
            </p:cNvPr>
            <p:cNvSpPr/>
            <p:nvPr/>
          </p:nvSpPr>
          <p:spPr>
            <a:xfrm>
              <a:off x="3461075" y="985850"/>
              <a:ext cx="147900" cy="320750"/>
            </a:xfrm>
            <a:custGeom>
              <a:avLst/>
              <a:gdLst/>
              <a:ahLst/>
              <a:cxnLst/>
              <a:rect l="l" t="t" r="r" b="b"/>
              <a:pathLst>
                <a:path w="5916" h="12830" extrusionOk="0">
                  <a:moveTo>
                    <a:pt x="2589" y="0"/>
                  </a:moveTo>
                  <a:cubicBezTo>
                    <a:pt x="2589" y="0"/>
                    <a:pt x="629" y="6174"/>
                    <a:pt x="481" y="6544"/>
                  </a:cubicBezTo>
                  <a:cubicBezTo>
                    <a:pt x="407" y="6914"/>
                    <a:pt x="1" y="12644"/>
                    <a:pt x="1" y="12644"/>
                  </a:cubicBezTo>
                  <a:lnTo>
                    <a:pt x="1553" y="12829"/>
                  </a:lnTo>
                  <a:cubicBezTo>
                    <a:pt x="1553" y="12829"/>
                    <a:pt x="1886" y="7949"/>
                    <a:pt x="2219" y="7173"/>
                  </a:cubicBezTo>
                  <a:cubicBezTo>
                    <a:pt x="2552" y="6433"/>
                    <a:pt x="5916" y="407"/>
                    <a:pt x="5916" y="407"/>
                  </a:cubicBezTo>
                  <a:lnTo>
                    <a:pt x="25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75;p51">
              <a:extLst>
                <a:ext uri="{FF2B5EF4-FFF2-40B4-BE49-F238E27FC236}">
                  <a16:creationId xmlns:a16="http://schemas.microsoft.com/office/drawing/2014/main" id="{7CF1DB66-01B1-97E7-F797-D01211D9746B}"/>
                </a:ext>
              </a:extLst>
            </p:cNvPr>
            <p:cNvSpPr/>
            <p:nvPr/>
          </p:nvSpPr>
          <p:spPr>
            <a:xfrm>
              <a:off x="3596950" y="743425"/>
              <a:ext cx="110000" cy="89275"/>
            </a:xfrm>
            <a:custGeom>
              <a:avLst/>
              <a:gdLst/>
              <a:ahLst/>
              <a:cxnLst/>
              <a:rect l="l" t="t" r="r" b="b"/>
              <a:pathLst>
                <a:path w="4400" h="3571" extrusionOk="0">
                  <a:moveTo>
                    <a:pt x="2042" y="1"/>
                  </a:moveTo>
                  <a:cubicBezTo>
                    <a:pt x="1300" y="1"/>
                    <a:pt x="615" y="393"/>
                    <a:pt x="370" y="1046"/>
                  </a:cubicBezTo>
                  <a:cubicBezTo>
                    <a:pt x="0" y="1933"/>
                    <a:pt x="518" y="3006"/>
                    <a:pt x="1553" y="3412"/>
                  </a:cubicBezTo>
                  <a:cubicBezTo>
                    <a:pt x="1817" y="3520"/>
                    <a:pt x="2091" y="3570"/>
                    <a:pt x="2358" y="3570"/>
                  </a:cubicBezTo>
                  <a:cubicBezTo>
                    <a:pt x="3100" y="3570"/>
                    <a:pt x="3785" y="3178"/>
                    <a:pt x="4030" y="2525"/>
                  </a:cubicBezTo>
                  <a:cubicBezTo>
                    <a:pt x="4400" y="1601"/>
                    <a:pt x="3882" y="566"/>
                    <a:pt x="2847" y="159"/>
                  </a:cubicBezTo>
                  <a:cubicBezTo>
                    <a:pt x="2583" y="51"/>
                    <a:pt x="2309" y="1"/>
                    <a:pt x="20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076;p51">
              <a:extLst>
                <a:ext uri="{FF2B5EF4-FFF2-40B4-BE49-F238E27FC236}">
                  <a16:creationId xmlns:a16="http://schemas.microsoft.com/office/drawing/2014/main" id="{90EC34EB-E04C-092E-D7E5-C750E2E1969B}"/>
                </a:ext>
              </a:extLst>
            </p:cNvPr>
            <p:cNvSpPr/>
            <p:nvPr/>
          </p:nvSpPr>
          <p:spPr>
            <a:xfrm>
              <a:off x="3592325" y="759400"/>
              <a:ext cx="82275" cy="94550"/>
            </a:xfrm>
            <a:custGeom>
              <a:avLst/>
              <a:gdLst/>
              <a:ahLst/>
              <a:cxnLst/>
              <a:rect l="l" t="t" r="r" b="b"/>
              <a:pathLst>
                <a:path w="3291" h="3782" extrusionOk="0">
                  <a:moveTo>
                    <a:pt x="2182" y="0"/>
                  </a:moveTo>
                  <a:cubicBezTo>
                    <a:pt x="2182" y="0"/>
                    <a:pt x="1442" y="1442"/>
                    <a:pt x="1073" y="1479"/>
                  </a:cubicBezTo>
                  <a:cubicBezTo>
                    <a:pt x="1073" y="1479"/>
                    <a:pt x="0" y="3106"/>
                    <a:pt x="1368" y="3661"/>
                  </a:cubicBezTo>
                  <a:cubicBezTo>
                    <a:pt x="1581" y="3745"/>
                    <a:pt x="1767" y="3781"/>
                    <a:pt x="1931" y="3781"/>
                  </a:cubicBezTo>
                  <a:cubicBezTo>
                    <a:pt x="2986" y="3781"/>
                    <a:pt x="3069" y="2256"/>
                    <a:pt x="3069" y="2256"/>
                  </a:cubicBezTo>
                  <a:cubicBezTo>
                    <a:pt x="2847" y="2034"/>
                    <a:pt x="3291" y="444"/>
                    <a:pt x="3291" y="444"/>
                  </a:cubicBezTo>
                  <a:lnTo>
                    <a:pt x="2736" y="222"/>
                  </a:lnTo>
                  <a:lnTo>
                    <a:pt x="21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77;p51">
              <a:extLst>
                <a:ext uri="{FF2B5EF4-FFF2-40B4-BE49-F238E27FC236}">
                  <a16:creationId xmlns:a16="http://schemas.microsoft.com/office/drawing/2014/main" id="{1B2D1066-3AF6-80DB-FA5E-8004F99A73A5}"/>
                </a:ext>
              </a:extLst>
            </p:cNvPr>
            <p:cNvSpPr/>
            <p:nvPr/>
          </p:nvSpPr>
          <p:spPr>
            <a:xfrm>
              <a:off x="3517450" y="795250"/>
              <a:ext cx="197825" cy="238675"/>
            </a:xfrm>
            <a:custGeom>
              <a:avLst/>
              <a:gdLst/>
              <a:ahLst/>
              <a:cxnLst/>
              <a:rect l="l" t="t" r="r" b="b"/>
              <a:pathLst>
                <a:path w="7913" h="9547" extrusionOk="0">
                  <a:moveTo>
                    <a:pt x="2561" y="0"/>
                  </a:moveTo>
                  <a:cubicBezTo>
                    <a:pt x="2178" y="0"/>
                    <a:pt x="1788" y="21"/>
                    <a:pt x="1480" y="82"/>
                  </a:cubicBezTo>
                  <a:cubicBezTo>
                    <a:pt x="1480" y="82"/>
                    <a:pt x="1258" y="1524"/>
                    <a:pt x="703" y="3003"/>
                  </a:cubicBezTo>
                  <a:lnTo>
                    <a:pt x="223" y="6626"/>
                  </a:lnTo>
                  <a:lnTo>
                    <a:pt x="1" y="8586"/>
                  </a:lnTo>
                  <a:lnTo>
                    <a:pt x="4770" y="9547"/>
                  </a:lnTo>
                  <a:lnTo>
                    <a:pt x="5140" y="7366"/>
                  </a:lnTo>
                  <a:cubicBezTo>
                    <a:pt x="5177" y="7107"/>
                    <a:pt x="5325" y="6811"/>
                    <a:pt x="5472" y="6552"/>
                  </a:cubicBezTo>
                  <a:cubicBezTo>
                    <a:pt x="6027" y="5776"/>
                    <a:pt x="6508" y="4962"/>
                    <a:pt x="6951" y="4149"/>
                  </a:cubicBezTo>
                  <a:cubicBezTo>
                    <a:pt x="7432" y="3225"/>
                    <a:pt x="7913" y="2522"/>
                    <a:pt x="7913" y="2522"/>
                  </a:cubicBezTo>
                  <a:cubicBezTo>
                    <a:pt x="7432" y="1746"/>
                    <a:pt x="6064" y="859"/>
                    <a:pt x="6064" y="859"/>
                  </a:cubicBezTo>
                  <a:cubicBezTo>
                    <a:pt x="5911" y="895"/>
                    <a:pt x="5757" y="913"/>
                    <a:pt x="5605" y="913"/>
                  </a:cubicBezTo>
                  <a:cubicBezTo>
                    <a:pt x="4983" y="913"/>
                    <a:pt x="4394" y="617"/>
                    <a:pt x="4068" y="82"/>
                  </a:cubicBezTo>
                  <a:cubicBezTo>
                    <a:pt x="4068" y="82"/>
                    <a:pt x="3328" y="0"/>
                    <a:pt x="25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78;p51">
              <a:extLst>
                <a:ext uri="{FF2B5EF4-FFF2-40B4-BE49-F238E27FC236}">
                  <a16:creationId xmlns:a16="http://schemas.microsoft.com/office/drawing/2014/main" id="{56A90C9C-C2EC-F447-ADCE-F495EE4EE752}"/>
                </a:ext>
              </a:extLst>
            </p:cNvPr>
            <p:cNvSpPr/>
            <p:nvPr/>
          </p:nvSpPr>
          <p:spPr>
            <a:xfrm>
              <a:off x="3466625" y="797300"/>
              <a:ext cx="100775" cy="164550"/>
            </a:xfrm>
            <a:custGeom>
              <a:avLst/>
              <a:gdLst/>
              <a:ahLst/>
              <a:cxnLst/>
              <a:rect l="l" t="t" r="r" b="b"/>
              <a:pathLst>
                <a:path w="4031" h="6582" extrusionOk="0">
                  <a:moveTo>
                    <a:pt x="3513" y="0"/>
                  </a:moveTo>
                  <a:cubicBezTo>
                    <a:pt x="3513" y="0"/>
                    <a:pt x="3180" y="37"/>
                    <a:pt x="2625" y="666"/>
                  </a:cubicBezTo>
                  <a:cubicBezTo>
                    <a:pt x="1664" y="1664"/>
                    <a:pt x="37" y="3439"/>
                    <a:pt x="0" y="3845"/>
                  </a:cubicBezTo>
                  <a:cubicBezTo>
                    <a:pt x="0" y="3956"/>
                    <a:pt x="1664" y="6248"/>
                    <a:pt x="2810" y="6470"/>
                  </a:cubicBezTo>
                  <a:lnTo>
                    <a:pt x="3291" y="6581"/>
                  </a:lnTo>
                  <a:cubicBezTo>
                    <a:pt x="3291" y="6581"/>
                    <a:pt x="4030" y="185"/>
                    <a:pt x="3513" y="0"/>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79;p51">
              <a:extLst>
                <a:ext uri="{FF2B5EF4-FFF2-40B4-BE49-F238E27FC236}">
                  <a16:creationId xmlns:a16="http://schemas.microsoft.com/office/drawing/2014/main" id="{EC78B441-293C-CF2B-06EC-21B22B7E871C}"/>
                </a:ext>
              </a:extLst>
            </p:cNvPr>
            <p:cNvSpPr/>
            <p:nvPr/>
          </p:nvSpPr>
          <p:spPr>
            <a:xfrm>
              <a:off x="3526700" y="837950"/>
              <a:ext cx="159925" cy="194125"/>
            </a:xfrm>
            <a:custGeom>
              <a:avLst/>
              <a:gdLst/>
              <a:ahLst/>
              <a:cxnLst/>
              <a:rect l="l" t="t" r="r" b="b"/>
              <a:pathLst>
                <a:path w="6397" h="7765" extrusionOk="0">
                  <a:moveTo>
                    <a:pt x="1331" y="1"/>
                  </a:moveTo>
                  <a:cubicBezTo>
                    <a:pt x="1257" y="186"/>
                    <a:pt x="1147" y="371"/>
                    <a:pt x="1036" y="556"/>
                  </a:cubicBezTo>
                  <a:cubicBezTo>
                    <a:pt x="777" y="888"/>
                    <a:pt x="518" y="1184"/>
                    <a:pt x="333" y="1554"/>
                  </a:cubicBezTo>
                  <a:lnTo>
                    <a:pt x="0" y="4142"/>
                  </a:lnTo>
                  <a:lnTo>
                    <a:pt x="111" y="4253"/>
                  </a:lnTo>
                  <a:cubicBezTo>
                    <a:pt x="111" y="4401"/>
                    <a:pt x="148" y="4585"/>
                    <a:pt x="148" y="4696"/>
                  </a:cubicBezTo>
                  <a:cubicBezTo>
                    <a:pt x="185" y="4770"/>
                    <a:pt x="111" y="5805"/>
                    <a:pt x="37" y="6841"/>
                  </a:cubicBezTo>
                  <a:lnTo>
                    <a:pt x="4474" y="7765"/>
                  </a:lnTo>
                  <a:cubicBezTo>
                    <a:pt x="4474" y="7765"/>
                    <a:pt x="4992" y="5029"/>
                    <a:pt x="5176" y="4807"/>
                  </a:cubicBezTo>
                  <a:cubicBezTo>
                    <a:pt x="5657" y="4142"/>
                    <a:pt x="5990" y="3550"/>
                    <a:pt x="6396" y="2885"/>
                  </a:cubicBezTo>
                  <a:cubicBezTo>
                    <a:pt x="6322" y="2811"/>
                    <a:pt x="6322" y="2774"/>
                    <a:pt x="6286" y="2700"/>
                  </a:cubicBezTo>
                  <a:cubicBezTo>
                    <a:pt x="5842" y="2996"/>
                    <a:pt x="5361" y="3217"/>
                    <a:pt x="4844" y="3402"/>
                  </a:cubicBezTo>
                  <a:cubicBezTo>
                    <a:pt x="4573" y="3501"/>
                    <a:pt x="4301" y="3550"/>
                    <a:pt x="4030" y="3550"/>
                  </a:cubicBezTo>
                  <a:cubicBezTo>
                    <a:pt x="3895" y="3550"/>
                    <a:pt x="3759" y="3538"/>
                    <a:pt x="3624" y="3513"/>
                  </a:cubicBezTo>
                  <a:lnTo>
                    <a:pt x="3439" y="3513"/>
                  </a:lnTo>
                  <a:cubicBezTo>
                    <a:pt x="2736" y="3402"/>
                    <a:pt x="2182" y="2774"/>
                    <a:pt x="1849" y="2145"/>
                  </a:cubicBezTo>
                  <a:cubicBezTo>
                    <a:pt x="1775" y="2034"/>
                    <a:pt x="1701" y="1850"/>
                    <a:pt x="1627" y="1702"/>
                  </a:cubicBezTo>
                  <a:cubicBezTo>
                    <a:pt x="1331" y="1184"/>
                    <a:pt x="1221" y="593"/>
                    <a:pt x="1331" y="38"/>
                  </a:cubicBezTo>
                  <a:lnTo>
                    <a:pt x="13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80;p51">
              <a:extLst>
                <a:ext uri="{FF2B5EF4-FFF2-40B4-BE49-F238E27FC236}">
                  <a16:creationId xmlns:a16="http://schemas.microsoft.com/office/drawing/2014/main" id="{E0C6A7C3-AE05-A160-5AE5-68C162EF26D4}"/>
                </a:ext>
              </a:extLst>
            </p:cNvPr>
            <p:cNvSpPr/>
            <p:nvPr/>
          </p:nvSpPr>
          <p:spPr>
            <a:xfrm>
              <a:off x="3618200" y="725325"/>
              <a:ext cx="82275" cy="91175"/>
            </a:xfrm>
            <a:custGeom>
              <a:avLst/>
              <a:gdLst/>
              <a:ahLst/>
              <a:cxnLst/>
              <a:rect l="l" t="t" r="r" b="b"/>
              <a:pathLst>
                <a:path w="3291" h="3647" extrusionOk="0">
                  <a:moveTo>
                    <a:pt x="1394" y="0"/>
                  </a:moveTo>
                  <a:cubicBezTo>
                    <a:pt x="1278" y="0"/>
                    <a:pt x="1167" y="30"/>
                    <a:pt x="1073" y="106"/>
                  </a:cubicBezTo>
                  <a:cubicBezTo>
                    <a:pt x="629" y="439"/>
                    <a:pt x="518" y="1548"/>
                    <a:pt x="518" y="1548"/>
                  </a:cubicBezTo>
                  <a:cubicBezTo>
                    <a:pt x="518" y="1548"/>
                    <a:pt x="437" y="1304"/>
                    <a:pt x="297" y="1304"/>
                  </a:cubicBezTo>
                  <a:cubicBezTo>
                    <a:pt x="274" y="1304"/>
                    <a:pt x="249" y="1311"/>
                    <a:pt x="222" y="1327"/>
                  </a:cubicBezTo>
                  <a:cubicBezTo>
                    <a:pt x="1" y="1400"/>
                    <a:pt x="222" y="1992"/>
                    <a:pt x="333" y="2103"/>
                  </a:cubicBezTo>
                  <a:cubicBezTo>
                    <a:pt x="333" y="2103"/>
                    <a:pt x="444" y="3434"/>
                    <a:pt x="925" y="3619"/>
                  </a:cubicBezTo>
                  <a:cubicBezTo>
                    <a:pt x="970" y="3638"/>
                    <a:pt x="1022" y="3646"/>
                    <a:pt x="1077" y="3646"/>
                  </a:cubicBezTo>
                  <a:cubicBezTo>
                    <a:pt x="1569" y="3646"/>
                    <a:pt x="2404" y="2990"/>
                    <a:pt x="2404" y="2990"/>
                  </a:cubicBezTo>
                  <a:cubicBezTo>
                    <a:pt x="2552" y="2990"/>
                    <a:pt x="3106" y="2694"/>
                    <a:pt x="2995" y="2473"/>
                  </a:cubicBezTo>
                  <a:cubicBezTo>
                    <a:pt x="2967" y="2389"/>
                    <a:pt x="2909" y="2363"/>
                    <a:pt x="2846" y="2363"/>
                  </a:cubicBezTo>
                  <a:cubicBezTo>
                    <a:pt x="2741" y="2363"/>
                    <a:pt x="2626" y="2436"/>
                    <a:pt x="2626" y="2436"/>
                  </a:cubicBezTo>
                  <a:cubicBezTo>
                    <a:pt x="2626" y="2436"/>
                    <a:pt x="3291" y="1548"/>
                    <a:pt x="3180" y="994"/>
                  </a:cubicBezTo>
                  <a:cubicBezTo>
                    <a:pt x="3106" y="439"/>
                    <a:pt x="2219" y="328"/>
                    <a:pt x="2219" y="328"/>
                  </a:cubicBezTo>
                  <a:cubicBezTo>
                    <a:pt x="2219" y="328"/>
                    <a:pt x="1781" y="0"/>
                    <a:pt x="1394"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81;p51">
              <a:extLst>
                <a:ext uri="{FF2B5EF4-FFF2-40B4-BE49-F238E27FC236}">
                  <a16:creationId xmlns:a16="http://schemas.microsoft.com/office/drawing/2014/main" id="{FAE263CE-741B-AE6C-49E0-B87729127B3B}"/>
                </a:ext>
              </a:extLst>
            </p:cNvPr>
            <p:cNvSpPr/>
            <p:nvPr/>
          </p:nvSpPr>
          <p:spPr>
            <a:xfrm>
              <a:off x="3621900" y="722075"/>
              <a:ext cx="48075" cy="51225"/>
            </a:xfrm>
            <a:custGeom>
              <a:avLst/>
              <a:gdLst/>
              <a:ahLst/>
              <a:cxnLst/>
              <a:rect l="l" t="t" r="r" b="b"/>
              <a:pathLst>
                <a:path w="1923" h="2049" extrusionOk="0">
                  <a:moveTo>
                    <a:pt x="1075" y="0"/>
                  </a:moveTo>
                  <a:cubicBezTo>
                    <a:pt x="432" y="0"/>
                    <a:pt x="0" y="1493"/>
                    <a:pt x="0" y="1493"/>
                  </a:cubicBezTo>
                  <a:cubicBezTo>
                    <a:pt x="23" y="1459"/>
                    <a:pt x="57" y="1443"/>
                    <a:pt x="93" y="1443"/>
                  </a:cubicBezTo>
                  <a:cubicBezTo>
                    <a:pt x="175" y="1443"/>
                    <a:pt x="271" y="1525"/>
                    <a:pt x="296" y="1678"/>
                  </a:cubicBezTo>
                  <a:cubicBezTo>
                    <a:pt x="296" y="1752"/>
                    <a:pt x="370" y="1900"/>
                    <a:pt x="407" y="2011"/>
                  </a:cubicBezTo>
                  <a:cubicBezTo>
                    <a:pt x="444" y="2011"/>
                    <a:pt x="444" y="2048"/>
                    <a:pt x="481" y="2048"/>
                  </a:cubicBezTo>
                  <a:cubicBezTo>
                    <a:pt x="518" y="2048"/>
                    <a:pt x="666" y="1567"/>
                    <a:pt x="666" y="1493"/>
                  </a:cubicBezTo>
                  <a:cubicBezTo>
                    <a:pt x="740" y="1309"/>
                    <a:pt x="777" y="1124"/>
                    <a:pt x="851" y="976"/>
                  </a:cubicBezTo>
                  <a:cubicBezTo>
                    <a:pt x="988" y="800"/>
                    <a:pt x="1228" y="758"/>
                    <a:pt x="1425" y="758"/>
                  </a:cubicBezTo>
                  <a:cubicBezTo>
                    <a:pt x="1599" y="758"/>
                    <a:pt x="1738" y="791"/>
                    <a:pt x="1738" y="791"/>
                  </a:cubicBezTo>
                  <a:cubicBezTo>
                    <a:pt x="1738" y="791"/>
                    <a:pt x="1923" y="236"/>
                    <a:pt x="1184" y="15"/>
                  </a:cubicBezTo>
                  <a:cubicBezTo>
                    <a:pt x="1147" y="5"/>
                    <a:pt x="1110" y="0"/>
                    <a:pt x="1075" y="0"/>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82;p51">
              <a:extLst>
                <a:ext uri="{FF2B5EF4-FFF2-40B4-BE49-F238E27FC236}">
                  <a16:creationId xmlns:a16="http://schemas.microsoft.com/office/drawing/2014/main" id="{9E570B92-3507-3CC5-120F-357089FD4E01}"/>
                </a:ext>
              </a:extLst>
            </p:cNvPr>
            <p:cNvSpPr/>
            <p:nvPr/>
          </p:nvSpPr>
          <p:spPr>
            <a:xfrm>
              <a:off x="3674575" y="736825"/>
              <a:ext cx="37925" cy="51675"/>
            </a:xfrm>
            <a:custGeom>
              <a:avLst/>
              <a:gdLst/>
              <a:ahLst/>
              <a:cxnLst/>
              <a:rect l="l" t="t" r="r" b="b"/>
              <a:pathLst>
                <a:path w="1517" h="2067" extrusionOk="0">
                  <a:moveTo>
                    <a:pt x="591" y="1"/>
                  </a:moveTo>
                  <a:cubicBezTo>
                    <a:pt x="155" y="1"/>
                    <a:pt x="1" y="386"/>
                    <a:pt x="1" y="386"/>
                  </a:cubicBezTo>
                  <a:cubicBezTo>
                    <a:pt x="1" y="386"/>
                    <a:pt x="555" y="756"/>
                    <a:pt x="518" y="1088"/>
                  </a:cubicBezTo>
                  <a:cubicBezTo>
                    <a:pt x="481" y="1273"/>
                    <a:pt x="371" y="1421"/>
                    <a:pt x="297" y="1532"/>
                  </a:cubicBezTo>
                  <a:cubicBezTo>
                    <a:pt x="223" y="1643"/>
                    <a:pt x="1" y="2050"/>
                    <a:pt x="1" y="2050"/>
                  </a:cubicBezTo>
                  <a:cubicBezTo>
                    <a:pt x="1" y="2050"/>
                    <a:pt x="17" y="2066"/>
                    <a:pt x="50" y="2066"/>
                  </a:cubicBezTo>
                  <a:cubicBezTo>
                    <a:pt x="67" y="2066"/>
                    <a:pt x="87" y="2062"/>
                    <a:pt x="112" y="2050"/>
                  </a:cubicBezTo>
                  <a:cubicBezTo>
                    <a:pt x="186" y="2013"/>
                    <a:pt x="334" y="1976"/>
                    <a:pt x="407" y="1865"/>
                  </a:cubicBezTo>
                  <a:cubicBezTo>
                    <a:pt x="469" y="1815"/>
                    <a:pt x="527" y="1795"/>
                    <a:pt x="576" y="1795"/>
                  </a:cubicBezTo>
                  <a:cubicBezTo>
                    <a:pt x="674" y="1795"/>
                    <a:pt x="740" y="1877"/>
                    <a:pt x="740" y="1976"/>
                  </a:cubicBezTo>
                  <a:cubicBezTo>
                    <a:pt x="740" y="1976"/>
                    <a:pt x="1517" y="386"/>
                    <a:pt x="888" y="53"/>
                  </a:cubicBezTo>
                  <a:cubicBezTo>
                    <a:pt x="777" y="16"/>
                    <a:pt x="679" y="1"/>
                    <a:pt x="591" y="1"/>
                  </a:cubicBezTo>
                  <a:close/>
                </a:path>
              </a:pathLst>
            </a:custGeom>
            <a:solidFill>
              <a:srgbClr val="2E2E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83;p51">
              <a:extLst>
                <a:ext uri="{FF2B5EF4-FFF2-40B4-BE49-F238E27FC236}">
                  <a16:creationId xmlns:a16="http://schemas.microsoft.com/office/drawing/2014/main" id="{5A0CE771-3369-C97F-C200-CC24B2B9DBEB}"/>
                </a:ext>
              </a:extLst>
            </p:cNvPr>
            <p:cNvSpPr/>
            <p:nvPr/>
          </p:nvSpPr>
          <p:spPr>
            <a:xfrm>
              <a:off x="3626525" y="744600"/>
              <a:ext cx="74875" cy="47025"/>
            </a:xfrm>
            <a:custGeom>
              <a:avLst/>
              <a:gdLst/>
              <a:ahLst/>
              <a:cxnLst/>
              <a:rect l="l" t="t" r="r" b="b"/>
              <a:pathLst>
                <a:path w="2995" h="1881" extrusionOk="0">
                  <a:moveTo>
                    <a:pt x="0" y="1"/>
                  </a:moveTo>
                  <a:lnTo>
                    <a:pt x="37" y="777"/>
                  </a:lnTo>
                  <a:cubicBezTo>
                    <a:pt x="37" y="777"/>
                    <a:pt x="185" y="1295"/>
                    <a:pt x="555" y="1406"/>
                  </a:cubicBezTo>
                  <a:cubicBezTo>
                    <a:pt x="740" y="1480"/>
                    <a:pt x="814" y="1480"/>
                    <a:pt x="925" y="1480"/>
                  </a:cubicBezTo>
                  <a:cubicBezTo>
                    <a:pt x="950" y="1463"/>
                    <a:pt x="980" y="1455"/>
                    <a:pt x="1012" y="1455"/>
                  </a:cubicBezTo>
                  <a:cubicBezTo>
                    <a:pt x="1115" y="1455"/>
                    <a:pt x="1238" y="1534"/>
                    <a:pt x="1294" y="1591"/>
                  </a:cubicBezTo>
                  <a:cubicBezTo>
                    <a:pt x="1331" y="1702"/>
                    <a:pt x="1405" y="1739"/>
                    <a:pt x="1590" y="1849"/>
                  </a:cubicBezTo>
                  <a:cubicBezTo>
                    <a:pt x="1664" y="1872"/>
                    <a:pt x="1742" y="1881"/>
                    <a:pt x="1820" y="1881"/>
                  </a:cubicBezTo>
                  <a:cubicBezTo>
                    <a:pt x="2133" y="1881"/>
                    <a:pt x="2440" y="1739"/>
                    <a:pt x="2440" y="1739"/>
                  </a:cubicBezTo>
                  <a:lnTo>
                    <a:pt x="2995" y="1184"/>
                  </a:lnTo>
                  <a:cubicBezTo>
                    <a:pt x="2329" y="1036"/>
                    <a:pt x="1849" y="925"/>
                    <a:pt x="1405" y="777"/>
                  </a:cubicBezTo>
                  <a:cubicBezTo>
                    <a:pt x="999" y="592"/>
                    <a:pt x="555" y="37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84;p51">
              <a:extLst>
                <a:ext uri="{FF2B5EF4-FFF2-40B4-BE49-F238E27FC236}">
                  <a16:creationId xmlns:a16="http://schemas.microsoft.com/office/drawing/2014/main" id="{59AC5F82-38D2-5C7C-72DD-B3AAB3157E75}"/>
                </a:ext>
              </a:extLst>
            </p:cNvPr>
            <p:cNvSpPr/>
            <p:nvPr/>
          </p:nvSpPr>
          <p:spPr>
            <a:xfrm>
              <a:off x="3594175" y="708350"/>
              <a:ext cx="125725" cy="140300"/>
            </a:xfrm>
            <a:custGeom>
              <a:avLst/>
              <a:gdLst/>
              <a:ahLst/>
              <a:cxnLst/>
              <a:rect l="l" t="t" r="r" b="b"/>
              <a:pathLst>
                <a:path w="5029" h="5612" extrusionOk="0">
                  <a:moveTo>
                    <a:pt x="2729" y="1"/>
                  </a:moveTo>
                  <a:cubicBezTo>
                    <a:pt x="2157" y="1"/>
                    <a:pt x="1358" y="207"/>
                    <a:pt x="629" y="1081"/>
                  </a:cubicBezTo>
                  <a:cubicBezTo>
                    <a:pt x="0" y="1821"/>
                    <a:pt x="37" y="2634"/>
                    <a:pt x="111" y="3189"/>
                  </a:cubicBezTo>
                  <a:cubicBezTo>
                    <a:pt x="222" y="3743"/>
                    <a:pt x="925" y="5407"/>
                    <a:pt x="1331" y="5592"/>
                  </a:cubicBezTo>
                  <a:cubicBezTo>
                    <a:pt x="1331" y="5481"/>
                    <a:pt x="703" y="2412"/>
                    <a:pt x="999" y="1932"/>
                  </a:cubicBezTo>
                  <a:cubicBezTo>
                    <a:pt x="1106" y="1771"/>
                    <a:pt x="1334" y="1717"/>
                    <a:pt x="1596" y="1717"/>
                  </a:cubicBezTo>
                  <a:cubicBezTo>
                    <a:pt x="2057" y="1717"/>
                    <a:pt x="2621" y="1884"/>
                    <a:pt x="2810" y="1932"/>
                  </a:cubicBezTo>
                  <a:cubicBezTo>
                    <a:pt x="3069" y="2042"/>
                    <a:pt x="4252" y="2634"/>
                    <a:pt x="4104" y="3152"/>
                  </a:cubicBezTo>
                  <a:cubicBezTo>
                    <a:pt x="3956" y="3706"/>
                    <a:pt x="1405" y="5555"/>
                    <a:pt x="1331" y="5592"/>
                  </a:cubicBezTo>
                  <a:cubicBezTo>
                    <a:pt x="1369" y="5605"/>
                    <a:pt x="1418" y="5612"/>
                    <a:pt x="1475" y="5612"/>
                  </a:cubicBezTo>
                  <a:cubicBezTo>
                    <a:pt x="2037" y="5612"/>
                    <a:pt x="3446" y="5003"/>
                    <a:pt x="3882" y="4667"/>
                  </a:cubicBezTo>
                  <a:cubicBezTo>
                    <a:pt x="4326" y="4335"/>
                    <a:pt x="4880" y="3743"/>
                    <a:pt x="4917" y="2782"/>
                  </a:cubicBezTo>
                  <a:cubicBezTo>
                    <a:pt x="5028" y="785"/>
                    <a:pt x="3550" y="157"/>
                    <a:pt x="3513" y="157"/>
                  </a:cubicBezTo>
                  <a:cubicBezTo>
                    <a:pt x="3480" y="125"/>
                    <a:pt x="3173" y="1"/>
                    <a:pt x="27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085;p51">
              <a:extLst>
                <a:ext uri="{FF2B5EF4-FFF2-40B4-BE49-F238E27FC236}">
                  <a16:creationId xmlns:a16="http://schemas.microsoft.com/office/drawing/2014/main" id="{318CB82D-E8ED-C64B-64C1-9830E0052CA4}"/>
                </a:ext>
              </a:extLst>
            </p:cNvPr>
            <p:cNvSpPr/>
            <p:nvPr/>
          </p:nvSpPr>
          <p:spPr>
            <a:xfrm>
              <a:off x="3668125" y="857950"/>
              <a:ext cx="120175" cy="161800"/>
            </a:xfrm>
            <a:custGeom>
              <a:avLst/>
              <a:gdLst/>
              <a:ahLst/>
              <a:cxnLst/>
              <a:rect l="l" t="t" r="r" b="b"/>
              <a:pathLst>
                <a:path w="4807" h="6472" extrusionOk="0">
                  <a:moveTo>
                    <a:pt x="1820" y="0"/>
                  </a:moveTo>
                  <a:cubicBezTo>
                    <a:pt x="1055" y="0"/>
                    <a:pt x="74" y="2245"/>
                    <a:pt x="74" y="2528"/>
                  </a:cubicBezTo>
                  <a:cubicBezTo>
                    <a:pt x="0" y="3785"/>
                    <a:pt x="370" y="6299"/>
                    <a:pt x="813" y="6447"/>
                  </a:cubicBezTo>
                  <a:cubicBezTo>
                    <a:pt x="876" y="6464"/>
                    <a:pt x="942" y="6472"/>
                    <a:pt x="1011" y="6472"/>
                  </a:cubicBezTo>
                  <a:cubicBezTo>
                    <a:pt x="2336" y="6472"/>
                    <a:pt x="4806" y="3601"/>
                    <a:pt x="4806" y="3601"/>
                  </a:cubicBezTo>
                  <a:lnTo>
                    <a:pt x="4141" y="2602"/>
                  </a:lnTo>
                  <a:cubicBezTo>
                    <a:pt x="4141" y="2602"/>
                    <a:pt x="2107" y="4266"/>
                    <a:pt x="1886" y="4377"/>
                  </a:cubicBezTo>
                  <a:cubicBezTo>
                    <a:pt x="1884" y="4378"/>
                    <a:pt x="1882" y="4379"/>
                    <a:pt x="1881" y="4379"/>
                  </a:cubicBezTo>
                  <a:cubicBezTo>
                    <a:pt x="1780" y="4379"/>
                    <a:pt x="1961" y="1996"/>
                    <a:pt x="2070" y="1013"/>
                  </a:cubicBezTo>
                  <a:cubicBezTo>
                    <a:pt x="2144" y="273"/>
                    <a:pt x="1922" y="14"/>
                    <a:pt x="1922" y="14"/>
                  </a:cubicBezTo>
                  <a:cubicBezTo>
                    <a:pt x="1889" y="5"/>
                    <a:pt x="1855" y="0"/>
                    <a:pt x="1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86;p51">
              <a:extLst>
                <a:ext uri="{FF2B5EF4-FFF2-40B4-BE49-F238E27FC236}">
                  <a16:creationId xmlns:a16="http://schemas.microsoft.com/office/drawing/2014/main" id="{73D9944B-46AD-4C45-7ED6-271F158D4268}"/>
                </a:ext>
              </a:extLst>
            </p:cNvPr>
            <p:cNvSpPr/>
            <p:nvPr/>
          </p:nvSpPr>
          <p:spPr>
            <a:xfrm>
              <a:off x="3007250" y="492275"/>
              <a:ext cx="525025" cy="872550"/>
            </a:xfrm>
            <a:custGeom>
              <a:avLst/>
              <a:gdLst/>
              <a:ahLst/>
              <a:cxnLst/>
              <a:rect l="l" t="t" r="r" b="b"/>
              <a:pathLst>
                <a:path w="21001" h="34902" extrusionOk="0">
                  <a:moveTo>
                    <a:pt x="851" y="1"/>
                  </a:moveTo>
                  <a:cubicBezTo>
                    <a:pt x="371" y="1"/>
                    <a:pt x="1" y="408"/>
                    <a:pt x="1" y="888"/>
                  </a:cubicBezTo>
                  <a:lnTo>
                    <a:pt x="1" y="34014"/>
                  </a:lnTo>
                  <a:cubicBezTo>
                    <a:pt x="1" y="34532"/>
                    <a:pt x="371" y="34901"/>
                    <a:pt x="851" y="34901"/>
                  </a:cubicBezTo>
                  <a:lnTo>
                    <a:pt x="20150" y="34901"/>
                  </a:lnTo>
                  <a:cubicBezTo>
                    <a:pt x="20631" y="34901"/>
                    <a:pt x="21000" y="34495"/>
                    <a:pt x="21000" y="34014"/>
                  </a:cubicBezTo>
                  <a:lnTo>
                    <a:pt x="21000" y="888"/>
                  </a:lnTo>
                  <a:cubicBezTo>
                    <a:pt x="21000" y="371"/>
                    <a:pt x="20594" y="1"/>
                    <a:pt x="201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87;p51">
              <a:extLst>
                <a:ext uri="{FF2B5EF4-FFF2-40B4-BE49-F238E27FC236}">
                  <a16:creationId xmlns:a16="http://schemas.microsoft.com/office/drawing/2014/main" id="{484FDC3E-239E-AA21-1223-F2257D415411}"/>
                </a:ext>
              </a:extLst>
            </p:cNvPr>
            <p:cNvSpPr/>
            <p:nvPr/>
          </p:nvSpPr>
          <p:spPr>
            <a:xfrm>
              <a:off x="3047000" y="528325"/>
              <a:ext cx="451075" cy="764400"/>
            </a:xfrm>
            <a:custGeom>
              <a:avLst/>
              <a:gdLst/>
              <a:ahLst/>
              <a:cxnLst/>
              <a:rect l="l" t="t" r="r" b="b"/>
              <a:pathLst>
                <a:path w="18043" h="30576" extrusionOk="0">
                  <a:moveTo>
                    <a:pt x="1" y="1"/>
                  </a:moveTo>
                  <a:lnTo>
                    <a:pt x="1" y="30576"/>
                  </a:lnTo>
                  <a:lnTo>
                    <a:pt x="18042" y="30576"/>
                  </a:lnTo>
                  <a:lnTo>
                    <a:pt x="180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88;p51">
              <a:extLst>
                <a:ext uri="{FF2B5EF4-FFF2-40B4-BE49-F238E27FC236}">
                  <a16:creationId xmlns:a16="http://schemas.microsoft.com/office/drawing/2014/main" id="{14723166-73D7-436A-0557-65D47823792E}"/>
                </a:ext>
              </a:extLst>
            </p:cNvPr>
            <p:cNvSpPr/>
            <p:nvPr/>
          </p:nvSpPr>
          <p:spPr>
            <a:xfrm>
              <a:off x="3254975" y="1312100"/>
              <a:ext cx="27750" cy="27775"/>
            </a:xfrm>
            <a:custGeom>
              <a:avLst/>
              <a:gdLst/>
              <a:ahLst/>
              <a:cxnLst/>
              <a:rect l="l" t="t" r="r" b="b"/>
              <a:pathLst>
                <a:path w="1110" h="1111" extrusionOk="0">
                  <a:moveTo>
                    <a:pt x="555" y="1"/>
                  </a:moveTo>
                  <a:cubicBezTo>
                    <a:pt x="259" y="1"/>
                    <a:pt x="0" y="260"/>
                    <a:pt x="0" y="556"/>
                  </a:cubicBezTo>
                  <a:cubicBezTo>
                    <a:pt x="0" y="888"/>
                    <a:pt x="259" y="1110"/>
                    <a:pt x="555" y="1110"/>
                  </a:cubicBezTo>
                  <a:cubicBezTo>
                    <a:pt x="887" y="1110"/>
                    <a:pt x="1109" y="888"/>
                    <a:pt x="1109" y="556"/>
                  </a:cubicBezTo>
                  <a:cubicBezTo>
                    <a:pt x="1109" y="260"/>
                    <a:pt x="887" y="1"/>
                    <a:pt x="5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089;p51">
              <a:extLst>
                <a:ext uri="{FF2B5EF4-FFF2-40B4-BE49-F238E27FC236}">
                  <a16:creationId xmlns:a16="http://schemas.microsoft.com/office/drawing/2014/main" id="{F6263CD9-31AA-D695-15FF-1B470769B0C8}"/>
                </a:ext>
              </a:extLst>
            </p:cNvPr>
            <p:cNvSpPr/>
            <p:nvPr/>
          </p:nvSpPr>
          <p:spPr>
            <a:xfrm>
              <a:off x="3253125" y="528325"/>
              <a:ext cx="6475" cy="544425"/>
            </a:xfrm>
            <a:custGeom>
              <a:avLst/>
              <a:gdLst/>
              <a:ahLst/>
              <a:cxnLst/>
              <a:rect l="l" t="t" r="r" b="b"/>
              <a:pathLst>
                <a:path w="259" h="21777" extrusionOk="0">
                  <a:moveTo>
                    <a:pt x="0" y="1"/>
                  </a:moveTo>
                  <a:lnTo>
                    <a:pt x="0" y="21703"/>
                  </a:lnTo>
                  <a:cubicBezTo>
                    <a:pt x="74" y="21703"/>
                    <a:pt x="185" y="21703"/>
                    <a:pt x="259" y="21777"/>
                  </a:cubicBezTo>
                  <a:lnTo>
                    <a:pt x="2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90;p51">
              <a:extLst>
                <a:ext uri="{FF2B5EF4-FFF2-40B4-BE49-F238E27FC236}">
                  <a16:creationId xmlns:a16="http://schemas.microsoft.com/office/drawing/2014/main" id="{5AB82FA5-4280-872F-726F-D86B8B787673}"/>
                </a:ext>
              </a:extLst>
            </p:cNvPr>
            <p:cNvSpPr/>
            <p:nvPr/>
          </p:nvSpPr>
          <p:spPr>
            <a:xfrm>
              <a:off x="3253125" y="1229850"/>
              <a:ext cx="6475" cy="62875"/>
            </a:xfrm>
            <a:custGeom>
              <a:avLst/>
              <a:gdLst/>
              <a:ahLst/>
              <a:cxnLst/>
              <a:rect l="l" t="t" r="r" b="b"/>
              <a:pathLst>
                <a:path w="259" h="2515" extrusionOk="0">
                  <a:moveTo>
                    <a:pt x="259" y="1"/>
                  </a:moveTo>
                  <a:cubicBezTo>
                    <a:pt x="185" y="38"/>
                    <a:pt x="74" y="38"/>
                    <a:pt x="0" y="75"/>
                  </a:cubicBezTo>
                  <a:lnTo>
                    <a:pt x="0" y="2515"/>
                  </a:lnTo>
                  <a:lnTo>
                    <a:pt x="259" y="2515"/>
                  </a:lnTo>
                  <a:lnTo>
                    <a:pt x="2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91;p51">
              <a:extLst>
                <a:ext uri="{FF2B5EF4-FFF2-40B4-BE49-F238E27FC236}">
                  <a16:creationId xmlns:a16="http://schemas.microsoft.com/office/drawing/2014/main" id="{723A9B6B-5178-91B7-685F-B754998002CE}"/>
                </a:ext>
              </a:extLst>
            </p:cNvPr>
            <p:cNvSpPr/>
            <p:nvPr/>
          </p:nvSpPr>
          <p:spPr>
            <a:xfrm>
              <a:off x="3090450" y="528325"/>
              <a:ext cx="407625" cy="706175"/>
            </a:xfrm>
            <a:custGeom>
              <a:avLst/>
              <a:gdLst/>
              <a:ahLst/>
              <a:cxnLst/>
              <a:rect l="l" t="t" r="r" b="b"/>
              <a:pathLst>
                <a:path w="16305" h="28247" extrusionOk="0">
                  <a:moveTo>
                    <a:pt x="0" y="1"/>
                  </a:moveTo>
                  <a:lnTo>
                    <a:pt x="16304" y="28246"/>
                  </a:lnTo>
                  <a:lnTo>
                    <a:pt x="16304" y="27692"/>
                  </a:lnTo>
                  <a:lnTo>
                    <a:pt x="2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92;p51">
              <a:extLst>
                <a:ext uri="{FF2B5EF4-FFF2-40B4-BE49-F238E27FC236}">
                  <a16:creationId xmlns:a16="http://schemas.microsoft.com/office/drawing/2014/main" id="{DBD583D6-AC83-107B-C907-9945CDEE3CB1}"/>
                </a:ext>
              </a:extLst>
            </p:cNvPr>
            <p:cNvSpPr/>
            <p:nvPr/>
          </p:nvSpPr>
          <p:spPr>
            <a:xfrm>
              <a:off x="3047000" y="682675"/>
              <a:ext cx="451075" cy="269925"/>
            </a:xfrm>
            <a:custGeom>
              <a:avLst/>
              <a:gdLst/>
              <a:ahLst/>
              <a:cxnLst/>
              <a:rect l="l" t="t" r="r" b="b"/>
              <a:pathLst>
                <a:path w="18043" h="10797" extrusionOk="0">
                  <a:moveTo>
                    <a:pt x="1" y="1"/>
                  </a:moveTo>
                  <a:lnTo>
                    <a:pt x="1" y="371"/>
                  </a:lnTo>
                  <a:lnTo>
                    <a:pt x="18042" y="10796"/>
                  </a:lnTo>
                  <a:lnTo>
                    <a:pt x="18042" y="10464"/>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93;p51">
              <a:extLst>
                <a:ext uri="{FF2B5EF4-FFF2-40B4-BE49-F238E27FC236}">
                  <a16:creationId xmlns:a16="http://schemas.microsoft.com/office/drawing/2014/main" id="{AD7B1C72-77E0-44B9-463C-B411E06877CF}"/>
                </a:ext>
              </a:extLst>
            </p:cNvPr>
            <p:cNvSpPr/>
            <p:nvPr/>
          </p:nvSpPr>
          <p:spPr>
            <a:xfrm>
              <a:off x="3047000" y="805625"/>
              <a:ext cx="451075" cy="6475"/>
            </a:xfrm>
            <a:custGeom>
              <a:avLst/>
              <a:gdLst/>
              <a:ahLst/>
              <a:cxnLst/>
              <a:rect l="l" t="t" r="r" b="b"/>
              <a:pathLst>
                <a:path w="18043" h="259" extrusionOk="0">
                  <a:moveTo>
                    <a:pt x="1" y="0"/>
                  </a:moveTo>
                  <a:lnTo>
                    <a:pt x="1" y="259"/>
                  </a:lnTo>
                  <a:lnTo>
                    <a:pt x="18042" y="259"/>
                  </a:lnTo>
                  <a:lnTo>
                    <a:pt x="180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094;p51">
              <a:extLst>
                <a:ext uri="{FF2B5EF4-FFF2-40B4-BE49-F238E27FC236}">
                  <a16:creationId xmlns:a16="http://schemas.microsoft.com/office/drawing/2014/main" id="{EBB151CB-A83C-DB81-BD88-30872817B322}"/>
                </a:ext>
              </a:extLst>
            </p:cNvPr>
            <p:cNvSpPr/>
            <p:nvPr/>
          </p:nvSpPr>
          <p:spPr>
            <a:xfrm>
              <a:off x="3047000" y="664200"/>
              <a:ext cx="451075" cy="269900"/>
            </a:xfrm>
            <a:custGeom>
              <a:avLst/>
              <a:gdLst/>
              <a:ahLst/>
              <a:cxnLst/>
              <a:rect l="l" t="t" r="r" b="b"/>
              <a:pathLst>
                <a:path w="18043" h="10796" extrusionOk="0">
                  <a:moveTo>
                    <a:pt x="18042" y="0"/>
                  </a:moveTo>
                  <a:lnTo>
                    <a:pt x="1" y="10463"/>
                  </a:lnTo>
                  <a:lnTo>
                    <a:pt x="1" y="10796"/>
                  </a:lnTo>
                  <a:lnTo>
                    <a:pt x="18042" y="370"/>
                  </a:lnTo>
                  <a:lnTo>
                    <a:pt x="180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95;p51">
              <a:extLst>
                <a:ext uri="{FF2B5EF4-FFF2-40B4-BE49-F238E27FC236}">
                  <a16:creationId xmlns:a16="http://schemas.microsoft.com/office/drawing/2014/main" id="{D995D925-9235-DF32-64A0-D93BEE0CE879}"/>
                </a:ext>
              </a:extLst>
            </p:cNvPr>
            <p:cNvSpPr/>
            <p:nvPr/>
          </p:nvSpPr>
          <p:spPr>
            <a:xfrm>
              <a:off x="3047000" y="528325"/>
              <a:ext cx="374350" cy="650725"/>
            </a:xfrm>
            <a:custGeom>
              <a:avLst/>
              <a:gdLst/>
              <a:ahLst/>
              <a:cxnLst/>
              <a:rect l="l" t="t" r="r" b="b"/>
              <a:pathLst>
                <a:path w="14974" h="26029" extrusionOk="0">
                  <a:moveTo>
                    <a:pt x="14678" y="1"/>
                  </a:moveTo>
                  <a:lnTo>
                    <a:pt x="1" y="25474"/>
                  </a:lnTo>
                  <a:lnTo>
                    <a:pt x="1" y="26028"/>
                  </a:lnTo>
                  <a:lnTo>
                    <a:pt x="149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96;p51">
              <a:extLst>
                <a:ext uri="{FF2B5EF4-FFF2-40B4-BE49-F238E27FC236}">
                  <a16:creationId xmlns:a16="http://schemas.microsoft.com/office/drawing/2014/main" id="{AD78BCA2-92EE-6600-0B2B-46E04A6480F7}"/>
                </a:ext>
              </a:extLst>
            </p:cNvPr>
            <p:cNvSpPr/>
            <p:nvPr/>
          </p:nvSpPr>
          <p:spPr>
            <a:xfrm>
              <a:off x="3112625" y="668825"/>
              <a:ext cx="287475" cy="280075"/>
            </a:xfrm>
            <a:custGeom>
              <a:avLst/>
              <a:gdLst/>
              <a:ahLst/>
              <a:cxnLst/>
              <a:rect l="l" t="t" r="r" b="b"/>
              <a:pathLst>
                <a:path w="11499" h="11203" extrusionOk="0">
                  <a:moveTo>
                    <a:pt x="5879" y="222"/>
                  </a:moveTo>
                  <a:cubicBezTo>
                    <a:pt x="6175" y="703"/>
                    <a:pt x="6544" y="1036"/>
                    <a:pt x="6988" y="1109"/>
                  </a:cubicBezTo>
                  <a:cubicBezTo>
                    <a:pt x="7173" y="1146"/>
                    <a:pt x="7358" y="1220"/>
                    <a:pt x="7543" y="1220"/>
                  </a:cubicBezTo>
                  <a:cubicBezTo>
                    <a:pt x="7949" y="1220"/>
                    <a:pt x="8319" y="1073"/>
                    <a:pt x="8504" y="999"/>
                  </a:cubicBezTo>
                  <a:cubicBezTo>
                    <a:pt x="8578" y="1294"/>
                    <a:pt x="8689" y="1960"/>
                    <a:pt x="9169" y="2366"/>
                  </a:cubicBezTo>
                  <a:cubicBezTo>
                    <a:pt x="9502" y="2699"/>
                    <a:pt x="9946" y="2847"/>
                    <a:pt x="10463" y="2884"/>
                  </a:cubicBezTo>
                  <a:cubicBezTo>
                    <a:pt x="10352" y="3032"/>
                    <a:pt x="10315" y="3291"/>
                    <a:pt x="10278" y="3587"/>
                  </a:cubicBezTo>
                  <a:cubicBezTo>
                    <a:pt x="10278" y="3697"/>
                    <a:pt x="10242" y="3808"/>
                    <a:pt x="10242" y="3956"/>
                  </a:cubicBezTo>
                  <a:lnTo>
                    <a:pt x="10242" y="4030"/>
                  </a:lnTo>
                  <a:lnTo>
                    <a:pt x="10242" y="4067"/>
                  </a:lnTo>
                  <a:cubicBezTo>
                    <a:pt x="10242" y="4215"/>
                    <a:pt x="10278" y="4326"/>
                    <a:pt x="10278" y="4437"/>
                  </a:cubicBezTo>
                  <a:cubicBezTo>
                    <a:pt x="10352" y="4807"/>
                    <a:pt x="10611" y="5102"/>
                    <a:pt x="10870" y="5324"/>
                  </a:cubicBezTo>
                  <a:cubicBezTo>
                    <a:pt x="10981" y="5435"/>
                    <a:pt x="11055" y="5472"/>
                    <a:pt x="11092" y="5509"/>
                  </a:cubicBezTo>
                  <a:cubicBezTo>
                    <a:pt x="10981" y="5620"/>
                    <a:pt x="10796" y="5805"/>
                    <a:pt x="10611" y="6027"/>
                  </a:cubicBezTo>
                  <a:cubicBezTo>
                    <a:pt x="10500" y="6101"/>
                    <a:pt x="10463" y="6211"/>
                    <a:pt x="10352" y="6359"/>
                  </a:cubicBezTo>
                  <a:lnTo>
                    <a:pt x="10315" y="6396"/>
                  </a:lnTo>
                  <a:cubicBezTo>
                    <a:pt x="10315" y="6396"/>
                    <a:pt x="10315" y="6433"/>
                    <a:pt x="10278" y="6433"/>
                  </a:cubicBezTo>
                  <a:cubicBezTo>
                    <a:pt x="10242" y="6544"/>
                    <a:pt x="10205" y="6655"/>
                    <a:pt x="10131" y="6803"/>
                  </a:cubicBezTo>
                  <a:cubicBezTo>
                    <a:pt x="10057" y="7173"/>
                    <a:pt x="10094" y="7542"/>
                    <a:pt x="10242" y="7875"/>
                  </a:cubicBezTo>
                  <a:cubicBezTo>
                    <a:pt x="10278" y="7986"/>
                    <a:pt x="10315" y="8097"/>
                    <a:pt x="10352" y="8208"/>
                  </a:cubicBezTo>
                  <a:cubicBezTo>
                    <a:pt x="9835" y="8282"/>
                    <a:pt x="9391" y="8430"/>
                    <a:pt x="9095" y="8762"/>
                  </a:cubicBezTo>
                  <a:cubicBezTo>
                    <a:pt x="8615" y="9206"/>
                    <a:pt x="8467" y="9798"/>
                    <a:pt x="8430" y="10130"/>
                  </a:cubicBezTo>
                  <a:cubicBezTo>
                    <a:pt x="8197" y="10027"/>
                    <a:pt x="7837" y="9905"/>
                    <a:pt x="7438" y="9905"/>
                  </a:cubicBezTo>
                  <a:cubicBezTo>
                    <a:pt x="7268" y="9905"/>
                    <a:pt x="7091" y="9927"/>
                    <a:pt x="6914" y="9982"/>
                  </a:cubicBezTo>
                  <a:cubicBezTo>
                    <a:pt x="6434" y="10130"/>
                    <a:pt x="6064" y="10463"/>
                    <a:pt x="5805" y="10907"/>
                  </a:cubicBezTo>
                  <a:cubicBezTo>
                    <a:pt x="5509" y="10463"/>
                    <a:pt x="5140" y="10130"/>
                    <a:pt x="4696" y="10056"/>
                  </a:cubicBezTo>
                  <a:cubicBezTo>
                    <a:pt x="4503" y="10000"/>
                    <a:pt x="4311" y="9978"/>
                    <a:pt x="4128" y="9978"/>
                  </a:cubicBezTo>
                  <a:cubicBezTo>
                    <a:pt x="3714" y="9978"/>
                    <a:pt x="3348" y="10090"/>
                    <a:pt x="3143" y="10167"/>
                  </a:cubicBezTo>
                  <a:cubicBezTo>
                    <a:pt x="3106" y="9872"/>
                    <a:pt x="2958" y="9206"/>
                    <a:pt x="2515" y="8799"/>
                  </a:cubicBezTo>
                  <a:cubicBezTo>
                    <a:pt x="2182" y="8467"/>
                    <a:pt x="1738" y="8319"/>
                    <a:pt x="1221" y="8282"/>
                  </a:cubicBezTo>
                  <a:cubicBezTo>
                    <a:pt x="1295" y="8134"/>
                    <a:pt x="1369" y="7875"/>
                    <a:pt x="1406" y="7579"/>
                  </a:cubicBezTo>
                  <a:cubicBezTo>
                    <a:pt x="1406" y="7468"/>
                    <a:pt x="1442" y="7358"/>
                    <a:pt x="1442" y="7210"/>
                  </a:cubicBezTo>
                  <a:lnTo>
                    <a:pt x="1442" y="7136"/>
                  </a:lnTo>
                  <a:lnTo>
                    <a:pt x="1442" y="7099"/>
                  </a:lnTo>
                  <a:cubicBezTo>
                    <a:pt x="1442" y="6951"/>
                    <a:pt x="1406" y="6840"/>
                    <a:pt x="1406" y="6729"/>
                  </a:cubicBezTo>
                  <a:cubicBezTo>
                    <a:pt x="1295" y="6359"/>
                    <a:pt x="1073" y="6064"/>
                    <a:pt x="814" y="5842"/>
                  </a:cubicBezTo>
                  <a:cubicBezTo>
                    <a:pt x="703" y="5731"/>
                    <a:pt x="629" y="5694"/>
                    <a:pt x="555" y="5657"/>
                  </a:cubicBezTo>
                  <a:cubicBezTo>
                    <a:pt x="703" y="5546"/>
                    <a:pt x="888" y="5361"/>
                    <a:pt x="1073" y="5139"/>
                  </a:cubicBezTo>
                  <a:cubicBezTo>
                    <a:pt x="1184" y="5065"/>
                    <a:pt x="1221" y="4954"/>
                    <a:pt x="1295" y="4807"/>
                  </a:cubicBezTo>
                  <a:cubicBezTo>
                    <a:pt x="1295" y="4770"/>
                    <a:pt x="1369" y="4770"/>
                    <a:pt x="1369" y="4733"/>
                  </a:cubicBezTo>
                  <a:lnTo>
                    <a:pt x="1369" y="4696"/>
                  </a:lnTo>
                  <a:cubicBezTo>
                    <a:pt x="1406" y="4585"/>
                    <a:pt x="1442" y="4437"/>
                    <a:pt x="1479" y="4326"/>
                  </a:cubicBezTo>
                  <a:cubicBezTo>
                    <a:pt x="1590" y="3956"/>
                    <a:pt x="1553" y="3587"/>
                    <a:pt x="1406" y="3254"/>
                  </a:cubicBezTo>
                  <a:cubicBezTo>
                    <a:pt x="1369" y="3106"/>
                    <a:pt x="1295" y="3032"/>
                    <a:pt x="1258" y="2921"/>
                  </a:cubicBezTo>
                  <a:cubicBezTo>
                    <a:pt x="1775" y="2921"/>
                    <a:pt x="2219" y="2736"/>
                    <a:pt x="2552" y="2403"/>
                  </a:cubicBezTo>
                  <a:cubicBezTo>
                    <a:pt x="3032" y="1960"/>
                    <a:pt x="3143" y="1368"/>
                    <a:pt x="3217" y="1036"/>
                  </a:cubicBezTo>
                  <a:cubicBezTo>
                    <a:pt x="3439" y="1109"/>
                    <a:pt x="3809" y="1257"/>
                    <a:pt x="4215" y="1257"/>
                  </a:cubicBezTo>
                  <a:cubicBezTo>
                    <a:pt x="4400" y="1257"/>
                    <a:pt x="4585" y="1257"/>
                    <a:pt x="4770" y="1146"/>
                  </a:cubicBezTo>
                  <a:cubicBezTo>
                    <a:pt x="5250" y="1036"/>
                    <a:pt x="5620" y="703"/>
                    <a:pt x="5879" y="222"/>
                  </a:cubicBezTo>
                  <a:close/>
                  <a:moveTo>
                    <a:pt x="5620" y="0"/>
                  </a:moveTo>
                  <a:cubicBezTo>
                    <a:pt x="5324" y="518"/>
                    <a:pt x="4992" y="851"/>
                    <a:pt x="4548" y="962"/>
                  </a:cubicBezTo>
                  <a:cubicBezTo>
                    <a:pt x="4383" y="1016"/>
                    <a:pt x="4220" y="1038"/>
                    <a:pt x="4065" y="1038"/>
                  </a:cubicBezTo>
                  <a:cubicBezTo>
                    <a:pt x="3488" y="1038"/>
                    <a:pt x="3017" y="740"/>
                    <a:pt x="2958" y="740"/>
                  </a:cubicBezTo>
                  <a:lnTo>
                    <a:pt x="2921" y="851"/>
                  </a:lnTo>
                  <a:lnTo>
                    <a:pt x="2847" y="851"/>
                  </a:lnTo>
                  <a:cubicBezTo>
                    <a:pt x="2847" y="851"/>
                    <a:pt x="2847" y="1775"/>
                    <a:pt x="2219" y="2293"/>
                  </a:cubicBezTo>
                  <a:cubicBezTo>
                    <a:pt x="1953" y="2558"/>
                    <a:pt x="1538" y="2705"/>
                    <a:pt x="1027" y="2705"/>
                  </a:cubicBezTo>
                  <a:cubicBezTo>
                    <a:pt x="969" y="2705"/>
                    <a:pt x="911" y="2703"/>
                    <a:pt x="851" y="2699"/>
                  </a:cubicBezTo>
                  <a:lnTo>
                    <a:pt x="851" y="2810"/>
                  </a:lnTo>
                  <a:lnTo>
                    <a:pt x="740" y="2884"/>
                  </a:lnTo>
                  <a:cubicBezTo>
                    <a:pt x="851" y="2995"/>
                    <a:pt x="925" y="3143"/>
                    <a:pt x="999" y="3328"/>
                  </a:cubicBezTo>
                  <a:cubicBezTo>
                    <a:pt x="1073" y="3623"/>
                    <a:pt x="1110" y="4030"/>
                    <a:pt x="1036" y="4437"/>
                  </a:cubicBezTo>
                  <a:cubicBezTo>
                    <a:pt x="1036" y="4474"/>
                    <a:pt x="999" y="4548"/>
                    <a:pt x="999" y="4585"/>
                  </a:cubicBezTo>
                  <a:lnTo>
                    <a:pt x="703" y="4991"/>
                  </a:lnTo>
                  <a:cubicBezTo>
                    <a:pt x="703" y="4991"/>
                    <a:pt x="703" y="5028"/>
                    <a:pt x="666" y="5028"/>
                  </a:cubicBezTo>
                  <a:cubicBezTo>
                    <a:pt x="481" y="5213"/>
                    <a:pt x="296" y="5361"/>
                    <a:pt x="1" y="5509"/>
                  </a:cubicBezTo>
                  <a:lnTo>
                    <a:pt x="75" y="5657"/>
                  </a:lnTo>
                  <a:lnTo>
                    <a:pt x="1" y="5731"/>
                  </a:lnTo>
                  <a:cubicBezTo>
                    <a:pt x="185" y="5842"/>
                    <a:pt x="333" y="5916"/>
                    <a:pt x="444" y="6027"/>
                  </a:cubicBezTo>
                  <a:cubicBezTo>
                    <a:pt x="666" y="6248"/>
                    <a:pt x="888" y="6507"/>
                    <a:pt x="1036" y="6951"/>
                  </a:cubicBezTo>
                  <a:cubicBezTo>
                    <a:pt x="1036" y="6988"/>
                    <a:pt x="1036" y="7025"/>
                    <a:pt x="1073" y="7062"/>
                  </a:cubicBezTo>
                  <a:lnTo>
                    <a:pt x="1073" y="7542"/>
                  </a:lnTo>
                  <a:lnTo>
                    <a:pt x="1073" y="7579"/>
                  </a:lnTo>
                  <a:cubicBezTo>
                    <a:pt x="1036" y="7801"/>
                    <a:pt x="925" y="8060"/>
                    <a:pt x="777" y="8319"/>
                  </a:cubicBezTo>
                  <a:lnTo>
                    <a:pt x="888" y="8430"/>
                  </a:lnTo>
                  <a:lnTo>
                    <a:pt x="888" y="8504"/>
                  </a:lnTo>
                  <a:cubicBezTo>
                    <a:pt x="951" y="8500"/>
                    <a:pt x="1013" y="8498"/>
                    <a:pt x="1073" y="8498"/>
                  </a:cubicBezTo>
                  <a:cubicBezTo>
                    <a:pt x="1605" y="8498"/>
                    <a:pt x="1994" y="8644"/>
                    <a:pt x="2293" y="8910"/>
                  </a:cubicBezTo>
                  <a:cubicBezTo>
                    <a:pt x="2884" y="9502"/>
                    <a:pt x="2884" y="10352"/>
                    <a:pt x="2884" y="10352"/>
                  </a:cubicBezTo>
                  <a:lnTo>
                    <a:pt x="2995" y="10352"/>
                  </a:lnTo>
                  <a:lnTo>
                    <a:pt x="3032" y="10463"/>
                  </a:lnTo>
                  <a:cubicBezTo>
                    <a:pt x="3032" y="10463"/>
                    <a:pt x="3514" y="10165"/>
                    <a:pt x="4098" y="10165"/>
                  </a:cubicBezTo>
                  <a:cubicBezTo>
                    <a:pt x="4256" y="10165"/>
                    <a:pt x="4420" y="10186"/>
                    <a:pt x="4585" y="10241"/>
                  </a:cubicBezTo>
                  <a:cubicBezTo>
                    <a:pt x="5066" y="10352"/>
                    <a:pt x="5398" y="10685"/>
                    <a:pt x="5657" y="11202"/>
                  </a:cubicBezTo>
                  <a:lnTo>
                    <a:pt x="5805" y="11166"/>
                  </a:lnTo>
                  <a:lnTo>
                    <a:pt x="5879" y="11202"/>
                  </a:lnTo>
                  <a:cubicBezTo>
                    <a:pt x="6175" y="10685"/>
                    <a:pt x="6507" y="10352"/>
                    <a:pt x="6951" y="10241"/>
                  </a:cubicBezTo>
                  <a:cubicBezTo>
                    <a:pt x="7116" y="10186"/>
                    <a:pt x="7279" y="10165"/>
                    <a:pt x="7434" y="10165"/>
                  </a:cubicBezTo>
                  <a:cubicBezTo>
                    <a:pt x="8011" y="10165"/>
                    <a:pt x="8483" y="10463"/>
                    <a:pt x="8541" y="10463"/>
                  </a:cubicBezTo>
                  <a:lnTo>
                    <a:pt x="8578" y="10352"/>
                  </a:lnTo>
                  <a:lnTo>
                    <a:pt x="8652" y="10352"/>
                  </a:lnTo>
                  <a:cubicBezTo>
                    <a:pt x="8652" y="10352"/>
                    <a:pt x="8652" y="9428"/>
                    <a:pt x="9280" y="8910"/>
                  </a:cubicBezTo>
                  <a:cubicBezTo>
                    <a:pt x="9546" y="8644"/>
                    <a:pt x="9961" y="8498"/>
                    <a:pt x="10472" y="8498"/>
                  </a:cubicBezTo>
                  <a:cubicBezTo>
                    <a:pt x="10530" y="8498"/>
                    <a:pt x="10588" y="8500"/>
                    <a:pt x="10648" y="8504"/>
                  </a:cubicBezTo>
                  <a:lnTo>
                    <a:pt x="10648" y="8393"/>
                  </a:lnTo>
                  <a:lnTo>
                    <a:pt x="10759" y="8319"/>
                  </a:lnTo>
                  <a:cubicBezTo>
                    <a:pt x="10648" y="8134"/>
                    <a:pt x="10574" y="8023"/>
                    <a:pt x="10500" y="7875"/>
                  </a:cubicBezTo>
                  <a:cubicBezTo>
                    <a:pt x="10426" y="7579"/>
                    <a:pt x="10389" y="7173"/>
                    <a:pt x="10463" y="6766"/>
                  </a:cubicBezTo>
                  <a:cubicBezTo>
                    <a:pt x="10463" y="6729"/>
                    <a:pt x="10500" y="6655"/>
                    <a:pt x="10500" y="6618"/>
                  </a:cubicBezTo>
                  <a:lnTo>
                    <a:pt x="10796" y="6211"/>
                  </a:lnTo>
                  <a:lnTo>
                    <a:pt x="10833" y="6174"/>
                  </a:lnTo>
                  <a:cubicBezTo>
                    <a:pt x="11018" y="5990"/>
                    <a:pt x="11203" y="5842"/>
                    <a:pt x="11499" y="5694"/>
                  </a:cubicBezTo>
                  <a:lnTo>
                    <a:pt x="11425" y="5546"/>
                  </a:lnTo>
                  <a:lnTo>
                    <a:pt x="11499" y="5472"/>
                  </a:lnTo>
                  <a:cubicBezTo>
                    <a:pt x="11314" y="5361"/>
                    <a:pt x="11166" y="5287"/>
                    <a:pt x="11055" y="5176"/>
                  </a:cubicBezTo>
                  <a:cubicBezTo>
                    <a:pt x="10833" y="4954"/>
                    <a:pt x="10611" y="4696"/>
                    <a:pt x="10463" y="4252"/>
                  </a:cubicBezTo>
                  <a:cubicBezTo>
                    <a:pt x="10463" y="4215"/>
                    <a:pt x="10463" y="4178"/>
                    <a:pt x="10426" y="4141"/>
                  </a:cubicBezTo>
                  <a:lnTo>
                    <a:pt x="10426" y="3660"/>
                  </a:lnTo>
                  <a:lnTo>
                    <a:pt x="10426" y="3623"/>
                  </a:lnTo>
                  <a:cubicBezTo>
                    <a:pt x="10463" y="3402"/>
                    <a:pt x="10574" y="3143"/>
                    <a:pt x="10722" y="2884"/>
                  </a:cubicBezTo>
                  <a:lnTo>
                    <a:pt x="10611" y="2773"/>
                  </a:lnTo>
                  <a:lnTo>
                    <a:pt x="10611" y="2699"/>
                  </a:lnTo>
                  <a:cubicBezTo>
                    <a:pt x="10548" y="2703"/>
                    <a:pt x="10486" y="2705"/>
                    <a:pt x="10426" y="2705"/>
                  </a:cubicBezTo>
                  <a:cubicBezTo>
                    <a:pt x="9894" y="2705"/>
                    <a:pt x="9505" y="2558"/>
                    <a:pt x="9206" y="2293"/>
                  </a:cubicBezTo>
                  <a:cubicBezTo>
                    <a:pt x="8615" y="1701"/>
                    <a:pt x="8615" y="851"/>
                    <a:pt x="8615" y="851"/>
                  </a:cubicBezTo>
                  <a:lnTo>
                    <a:pt x="8504" y="851"/>
                  </a:lnTo>
                  <a:lnTo>
                    <a:pt x="8467" y="740"/>
                  </a:lnTo>
                  <a:cubicBezTo>
                    <a:pt x="8467" y="740"/>
                    <a:pt x="7985" y="1038"/>
                    <a:pt x="7401" y="1038"/>
                  </a:cubicBezTo>
                  <a:cubicBezTo>
                    <a:pt x="7244" y="1038"/>
                    <a:pt x="7079" y="1016"/>
                    <a:pt x="6914" y="962"/>
                  </a:cubicBezTo>
                  <a:cubicBezTo>
                    <a:pt x="6434" y="851"/>
                    <a:pt x="6101" y="518"/>
                    <a:pt x="5842" y="0"/>
                  </a:cubicBezTo>
                  <a:lnTo>
                    <a:pt x="5694" y="37"/>
                  </a:lnTo>
                  <a:lnTo>
                    <a:pt x="56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97;p51">
              <a:extLst>
                <a:ext uri="{FF2B5EF4-FFF2-40B4-BE49-F238E27FC236}">
                  <a16:creationId xmlns:a16="http://schemas.microsoft.com/office/drawing/2014/main" id="{6847C436-AE1E-1844-B02F-A45D2E45A286}"/>
                </a:ext>
              </a:extLst>
            </p:cNvPr>
            <p:cNvSpPr/>
            <p:nvPr/>
          </p:nvSpPr>
          <p:spPr>
            <a:xfrm>
              <a:off x="3052550" y="606900"/>
              <a:ext cx="409475" cy="406700"/>
            </a:xfrm>
            <a:custGeom>
              <a:avLst/>
              <a:gdLst/>
              <a:ahLst/>
              <a:cxnLst/>
              <a:rect l="l" t="t" r="r" b="b"/>
              <a:pathLst>
                <a:path w="16379" h="16268" extrusionOk="0">
                  <a:moveTo>
                    <a:pt x="8208" y="444"/>
                  </a:moveTo>
                  <a:cubicBezTo>
                    <a:pt x="8615" y="1109"/>
                    <a:pt x="9132" y="1553"/>
                    <a:pt x="9761" y="1738"/>
                  </a:cubicBezTo>
                  <a:cubicBezTo>
                    <a:pt x="10057" y="1849"/>
                    <a:pt x="10278" y="1849"/>
                    <a:pt x="10537" y="1849"/>
                  </a:cubicBezTo>
                  <a:cubicBezTo>
                    <a:pt x="11166" y="1849"/>
                    <a:pt x="11646" y="1664"/>
                    <a:pt x="11979" y="1516"/>
                  </a:cubicBezTo>
                  <a:cubicBezTo>
                    <a:pt x="12016" y="1960"/>
                    <a:pt x="12201" y="2884"/>
                    <a:pt x="12903" y="3550"/>
                  </a:cubicBezTo>
                  <a:cubicBezTo>
                    <a:pt x="13384" y="3993"/>
                    <a:pt x="14012" y="4252"/>
                    <a:pt x="14752" y="4252"/>
                  </a:cubicBezTo>
                  <a:cubicBezTo>
                    <a:pt x="14678" y="4474"/>
                    <a:pt x="14530" y="4843"/>
                    <a:pt x="14493" y="5250"/>
                  </a:cubicBezTo>
                  <a:cubicBezTo>
                    <a:pt x="14419" y="5435"/>
                    <a:pt x="14419" y="5620"/>
                    <a:pt x="14419" y="5805"/>
                  </a:cubicBezTo>
                  <a:lnTo>
                    <a:pt x="14419" y="5916"/>
                  </a:lnTo>
                  <a:lnTo>
                    <a:pt x="14419" y="5990"/>
                  </a:lnTo>
                  <a:cubicBezTo>
                    <a:pt x="14419" y="6174"/>
                    <a:pt x="14493" y="6322"/>
                    <a:pt x="14530" y="6507"/>
                  </a:cubicBezTo>
                  <a:cubicBezTo>
                    <a:pt x="14678" y="7025"/>
                    <a:pt x="14974" y="7431"/>
                    <a:pt x="15417" y="7801"/>
                  </a:cubicBezTo>
                  <a:cubicBezTo>
                    <a:pt x="15528" y="7912"/>
                    <a:pt x="15639" y="8023"/>
                    <a:pt x="15713" y="8097"/>
                  </a:cubicBezTo>
                  <a:cubicBezTo>
                    <a:pt x="15528" y="8208"/>
                    <a:pt x="15269" y="8467"/>
                    <a:pt x="14974" y="8762"/>
                  </a:cubicBezTo>
                  <a:cubicBezTo>
                    <a:pt x="14863" y="8910"/>
                    <a:pt x="14752" y="9058"/>
                    <a:pt x="14678" y="9243"/>
                  </a:cubicBezTo>
                  <a:cubicBezTo>
                    <a:pt x="14678" y="9280"/>
                    <a:pt x="14604" y="9280"/>
                    <a:pt x="14604" y="9317"/>
                  </a:cubicBezTo>
                  <a:lnTo>
                    <a:pt x="14567" y="9391"/>
                  </a:lnTo>
                  <a:cubicBezTo>
                    <a:pt x="14493" y="9502"/>
                    <a:pt x="14419" y="9687"/>
                    <a:pt x="14382" y="9871"/>
                  </a:cubicBezTo>
                  <a:cubicBezTo>
                    <a:pt x="14234" y="10389"/>
                    <a:pt x="14308" y="10907"/>
                    <a:pt x="14530" y="11461"/>
                  </a:cubicBezTo>
                  <a:cubicBezTo>
                    <a:pt x="14567" y="11646"/>
                    <a:pt x="14678" y="11831"/>
                    <a:pt x="14715" y="11905"/>
                  </a:cubicBezTo>
                  <a:cubicBezTo>
                    <a:pt x="14012" y="11905"/>
                    <a:pt x="13384" y="12164"/>
                    <a:pt x="12903" y="12607"/>
                  </a:cubicBezTo>
                  <a:cubicBezTo>
                    <a:pt x="12238" y="13273"/>
                    <a:pt x="12053" y="14123"/>
                    <a:pt x="11979" y="14604"/>
                  </a:cubicBezTo>
                  <a:cubicBezTo>
                    <a:pt x="11671" y="14475"/>
                    <a:pt x="11149" y="14293"/>
                    <a:pt x="10561" y="14293"/>
                  </a:cubicBezTo>
                  <a:cubicBezTo>
                    <a:pt x="10303" y="14293"/>
                    <a:pt x="10032" y="14329"/>
                    <a:pt x="9761" y="14419"/>
                  </a:cubicBezTo>
                  <a:cubicBezTo>
                    <a:pt x="9132" y="14604"/>
                    <a:pt x="8615" y="15047"/>
                    <a:pt x="8208" y="15713"/>
                  </a:cubicBezTo>
                  <a:cubicBezTo>
                    <a:pt x="7801" y="15047"/>
                    <a:pt x="7284" y="14604"/>
                    <a:pt x="6618" y="14419"/>
                  </a:cubicBezTo>
                  <a:cubicBezTo>
                    <a:pt x="6347" y="14329"/>
                    <a:pt x="6080" y="14293"/>
                    <a:pt x="5825" y="14293"/>
                  </a:cubicBezTo>
                  <a:cubicBezTo>
                    <a:pt x="5246" y="14293"/>
                    <a:pt x="4734" y="14475"/>
                    <a:pt x="4400" y="14604"/>
                  </a:cubicBezTo>
                  <a:cubicBezTo>
                    <a:pt x="4363" y="14123"/>
                    <a:pt x="4178" y="13199"/>
                    <a:pt x="3476" y="12570"/>
                  </a:cubicBezTo>
                  <a:cubicBezTo>
                    <a:pt x="3032" y="12090"/>
                    <a:pt x="2367" y="11868"/>
                    <a:pt x="1627" y="11868"/>
                  </a:cubicBezTo>
                  <a:cubicBezTo>
                    <a:pt x="1738" y="11646"/>
                    <a:pt x="1849" y="11276"/>
                    <a:pt x="1923" y="10870"/>
                  </a:cubicBezTo>
                  <a:cubicBezTo>
                    <a:pt x="1960" y="10685"/>
                    <a:pt x="1960" y="10500"/>
                    <a:pt x="1960" y="10315"/>
                  </a:cubicBezTo>
                  <a:lnTo>
                    <a:pt x="1960" y="10204"/>
                  </a:lnTo>
                  <a:lnTo>
                    <a:pt x="1960" y="10130"/>
                  </a:lnTo>
                  <a:cubicBezTo>
                    <a:pt x="1960" y="9945"/>
                    <a:pt x="1923" y="9798"/>
                    <a:pt x="1849" y="9613"/>
                  </a:cubicBezTo>
                  <a:cubicBezTo>
                    <a:pt x="1738" y="9095"/>
                    <a:pt x="1405" y="8688"/>
                    <a:pt x="999" y="8319"/>
                  </a:cubicBezTo>
                  <a:cubicBezTo>
                    <a:pt x="851" y="8208"/>
                    <a:pt x="740" y="8097"/>
                    <a:pt x="666" y="8023"/>
                  </a:cubicBezTo>
                  <a:cubicBezTo>
                    <a:pt x="851" y="7912"/>
                    <a:pt x="1110" y="7653"/>
                    <a:pt x="1405" y="7357"/>
                  </a:cubicBezTo>
                  <a:cubicBezTo>
                    <a:pt x="1553" y="7210"/>
                    <a:pt x="1627" y="7062"/>
                    <a:pt x="1664" y="6877"/>
                  </a:cubicBezTo>
                  <a:cubicBezTo>
                    <a:pt x="1664" y="6840"/>
                    <a:pt x="1738" y="6766"/>
                    <a:pt x="1738" y="6766"/>
                  </a:cubicBezTo>
                  <a:cubicBezTo>
                    <a:pt x="1738" y="6766"/>
                    <a:pt x="1738" y="6729"/>
                    <a:pt x="1775" y="6729"/>
                  </a:cubicBezTo>
                  <a:cubicBezTo>
                    <a:pt x="1849" y="6618"/>
                    <a:pt x="1923" y="6396"/>
                    <a:pt x="1960" y="6211"/>
                  </a:cubicBezTo>
                  <a:cubicBezTo>
                    <a:pt x="2108" y="5731"/>
                    <a:pt x="2034" y="5213"/>
                    <a:pt x="1812" y="4659"/>
                  </a:cubicBezTo>
                  <a:cubicBezTo>
                    <a:pt x="1775" y="4474"/>
                    <a:pt x="1664" y="4289"/>
                    <a:pt x="1627" y="4178"/>
                  </a:cubicBezTo>
                  <a:cubicBezTo>
                    <a:pt x="2367" y="4141"/>
                    <a:pt x="3032" y="3919"/>
                    <a:pt x="3476" y="3513"/>
                  </a:cubicBezTo>
                  <a:cubicBezTo>
                    <a:pt x="4178" y="2847"/>
                    <a:pt x="4363" y="1960"/>
                    <a:pt x="4400" y="1516"/>
                  </a:cubicBezTo>
                  <a:cubicBezTo>
                    <a:pt x="4733" y="1664"/>
                    <a:pt x="5250" y="1849"/>
                    <a:pt x="5842" y="1849"/>
                  </a:cubicBezTo>
                  <a:cubicBezTo>
                    <a:pt x="6064" y="1849"/>
                    <a:pt x="6359" y="1775"/>
                    <a:pt x="6618" y="1738"/>
                  </a:cubicBezTo>
                  <a:cubicBezTo>
                    <a:pt x="7284" y="1553"/>
                    <a:pt x="7764" y="1109"/>
                    <a:pt x="8208" y="444"/>
                  </a:cubicBezTo>
                  <a:close/>
                  <a:moveTo>
                    <a:pt x="8023" y="0"/>
                  </a:moveTo>
                  <a:cubicBezTo>
                    <a:pt x="7653" y="740"/>
                    <a:pt x="7136" y="1183"/>
                    <a:pt x="6470" y="1442"/>
                  </a:cubicBezTo>
                  <a:cubicBezTo>
                    <a:pt x="6259" y="1499"/>
                    <a:pt x="6048" y="1521"/>
                    <a:pt x="5844" y="1521"/>
                  </a:cubicBezTo>
                  <a:cubicBezTo>
                    <a:pt x="4979" y="1521"/>
                    <a:pt x="4252" y="1109"/>
                    <a:pt x="4252" y="1109"/>
                  </a:cubicBezTo>
                  <a:lnTo>
                    <a:pt x="4178" y="1257"/>
                  </a:lnTo>
                  <a:lnTo>
                    <a:pt x="4030" y="1257"/>
                  </a:lnTo>
                  <a:cubicBezTo>
                    <a:pt x="4030" y="1257"/>
                    <a:pt x="4030" y="2551"/>
                    <a:pt x="3217" y="3328"/>
                  </a:cubicBezTo>
                  <a:cubicBezTo>
                    <a:pt x="2776" y="3735"/>
                    <a:pt x="2149" y="3924"/>
                    <a:pt x="1420" y="3924"/>
                  </a:cubicBezTo>
                  <a:cubicBezTo>
                    <a:pt x="1354" y="3924"/>
                    <a:pt x="1288" y="3922"/>
                    <a:pt x="1221" y="3919"/>
                  </a:cubicBezTo>
                  <a:lnTo>
                    <a:pt x="1221" y="4104"/>
                  </a:lnTo>
                  <a:lnTo>
                    <a:pt x="1073" y="4215"/>
                  </a:lnTo>
                  <a:cubicBezTo>
                    <a:pt x="1221" y="4437"/>
                    <a:pt x="1295" y="4622"/>
                    <a:pt x="1405" y="4843"/>
                  </a:cubicBezTo>
                  <a:cubicBezTo>
                    <a:pt x="1553" y="5250"/>
                    <a:pt x="1627" y="5879"/>
                    <a:pt x="1442" y="6433"/>
                  </a:cubicBezTo>
                  <a:cubicBezTo>
                    <a:pt x="1442" y="6507"/>
                    <a:pt x="1405" y="6544"/>
                    <a:pt x="1368" y="6655"/>
                  </a:cubicBezTo>
                  <a:cubicBezTo>
                    <a:pt x="1258" y="6877"/>
                    <a:pt x="1110" y="7062"/>
                    <a:pt x="999" y="7247"/>
                  </a:cubicBezTo>
                  <a:lnTo>
                    <a:pt x="925" y="7284"/>
                  </a:lnTo>
                  <a:cubicBezTo>
                    <a:pt x="703" y="7542"/>
                    <a:pt x="370" y="7801"/>
                    <a:pt x="1" y="7986"/>
                  </a:cubicBezTo>
                  <a:lnTo>
                    <a:pt x="148" y="8171"/>
                  </a:lnTo>
                  <a:lnTo>
                    <a:pt x="1" y="8319"/>
                  </a:lnTo>
                  <a:cubicBezTo>
                    <a:pt x="259" y="8430"/>
                    <a:pt x="518" y="8578"/>
                    <a:pt x="703" y="8725"/>
                  </a:cubicBezTo>
                  <a:cubicBezTo>
                    <a:pt x="1036" y="9058"/>
                    <a:pt x="1405" y="9465"/>
                    <a:pt x="1553" y="10056"/>
                  </a:cubicBezTo>
                  <a:cubicBezTo>
                    <a:pt x="1553" y="10167"/>
                    <a:pt x="1590" y="10204"/>
                    <a:pt x="1590" y="10278"/>
                  </a:cubicBezTo>
                  <a:cubicBezTo>
                    <a:pt x="1590" y="10537"/>
                    <a:pt x="1590" y="10759"/>
                    <a:pt x="1553" y="10981"/>
                  </a:cubicBezTo>
                  <a:lnTo>
                    <a:pt x="1553" y="11018"/>
                  </a:lnTo>
                  <a:cubicBezTo>
                    <a:pt x="1442" y="11350"/>
                    <a:pt x="1295" y="11720"/>
                    <a:pt x="1073" y="12053"/>
                  </a:cubicBezTo>
                  <a:lnTo>
                    <a:pt x="1258" y="12164"/>
                  </a:lnTo>
                  <a:lnTo>
                    <a:pt x="1221" y="12312"/>
                  </a:lnTo>
                  <a:cubicBezTo>
                    <a:pt x="1287" y="12309"/>
                    <a:pt x="1354" y="12307"/>
                    <a:pt x="1420" y="12307"/>
                  </a:cubicBezTo>
                  <a:cubicBezTo>
                    <a:pt x="2154" y="12307"/>
                    <a:pt x="2813" y="12499"/>
                    <a:pt x="3254" y="12940"/>
                  </a:cubicBezTo>
                  <a:cubicBezTo>
                    <a:pt x="4067" y="13716"/>
                    <a:pt x="4067" y="15010"/>
                    <a:pt x="4067" y="15010"/>
                  </a:cubicBezTo>
                  <a:lnTo>
                    <a:pt x="4215" y="15010"/>
                  </a:lnTo>
                  <a:lnTo>
                    <a:pt x="4326" y="15158"/>
                  </a:lnTo>
                  <a:cubicBezTo>
                    <a:pt x="4326" y="15158"/>
                    <a:pt x="5036" y="14732"/>
                    <a:pt x="5888" y="14732"/>
                  </a:cubicBezTo>
                  <a:cubicBezTo>
                    <a:pt x="6101" y="14732"/>
                    <a:pt x="6323" y="14759"/>
                    <a:pt x="6544" y="14826"/>
                  </a:cubicBezTo>
                  <a:cubicBezTo>
                    <a:pt x="7173" y="15010"/>
                    <a:pt x="7690" y="15454"/>
                    <a:pt x="8060" y="16267"/>
                  </a:cubicBezTo>
                  <a:lnTo>
                    <a:pt x="8245" y="16157"/>
                  </a:lnTo>
                  <a:lnTo>
                    <a:pt x="8319" y="16267"/>
                  </a:lnTo>
                  <a:cubicBezTo>
                    <a:pt x="8689" y="15528"/>
                    <a:pt x="9243" y="15010"/>
                    <a:pt x="9909" y="14826"/>
                  </a:cubicBezTo>
                  <a:cubicBezTo>
                    <a:pt x="10131" y="14759"/>
                    <a:pt x="10352" y="14732"/>
                    <a:pt x="10565" y="14732"/>
                  </a:cubicBezTo>
                  <a:cubicBezTo>
                    <a:pt x="11417" y="14732"/>
                    <a:pt x="12127" y="15158"/>
                    <a:pt x="12127" y="15158"/>
                  </a:cubicBezTo>
                  <a:lnTo>
                    <a:pt x="12201" y="15010"/>
                  </a:lnTo>
                  <a:lnTo>
                    <a:pt x="12349" y="15010"/>
                  </a:lnTo>
                  <a:cubicBezTo>
                    <a:pt x="12349" y="15010"/>
                    <a:pt x="12349" y="13716"/>
                    <a:pt x="13199" y="12940"/>
                  </a:cubicBezTo>
                  <a:cubicBezTo>
                    <a:pt x="13606" y="12499"/>
                    <a:pt x="14231" y="12307"/>
                    <a:pt x="14989" y="12307"/>
                  </a:cubicBezTo>
                  <a:cubicBezTo>
                    <a:pt x="15057" y="12307"/>
                    <a:pt x="15126" y="12309"/>
                    <a:pt x="15195" y="12312"/>
                  </a:cubicBezTo>
                  <a:lnTo>
                    <a:pt x="15195" y="12127"/>
                  </a:lnTo>
                  <a:lnTo>
                    <a:pt x="15306" y="12127"/>
                  </a:lnTo>
                  <a:cubicBezTo>
                    <a:pt x="15122" y="11831"/>
                    <a:pt x="15048" y="11535"/>
                    <a:pt x="14937" y="11313"/>
                  </a:cubicBezTo>
                  <a:cubicBezTo>
                    <a:pt x="14826" y="10907"/>
                    <a:pt x="14715" y="10315"/>
                    <a:pt x="14900" y="9761"/>
                  </a:cubicBezTo>
                  <a:cubicBezTo>
                    <a:pt x="14900" y="9650"/>
                    <a:pt x="14937" y="9613"/>
                    <a:pt x="15011" y="9502"/>
                  </a:cubicBezTo>
                  <a:cubicBezTo>
                    <a:pt x="15085" y="9280"/>
                    <a:pt x="15232" y="9095"/>
                    <a:pt x="15380" y="8910"/>
                  </a:cubicBezTo>
                  <a:lnTo>
                    <a:pt x="15417" y="8873"/>
                  </a:lnTo>
                  <a:cubicBezTo>
                    <a:pt x="15639" y="8651"/>
                    <a:pt x="15972" y="8393"/>
                    <a:pt x="16342" y="8208"/>
                  </a:cubicBezTo>
                  <a:lnTo>
                    <a:pt x="16231" y="8023"/>
                  </a:lnTo>
                  <a:lnTo>
                    <a:pt x="16379" y="7949"/>
                  </a:lnTo>
                  <a:cubicBezTo>
                    <a:pt x="16157" y="7801"/>
                    <a:pt x="15861" y="7653"/>
                    <a:pt x="15676" y="7542"/>
                  </a:cubicBezTo>
                  <a:cubicBezTo>
                    <a:pt x="15380" y="7210"/>
                    <a:pt x="15011" y="6803"/>
                    <a:pt x="14863" y="6174"/>
                  </a:cubicBezTo>
                  <a:cubicBezTo>
                    <a:pt x="14863" y="6100"/>
                    <a:pt x="14826" y="6064"/>
                    <a:pt x="14826" y="5953"/>
                  </a:cubicBezTo>
                  <a:cubicBezTo>
                    <a:pt x="14826" y="5731"/>
                    <a:pt x="14826" y="5509"/>
                    <a:pt x="14863" y="5250"/>
                  </a:cubicBezTo>
                  <a:lnTo>
                    <a:pt x="14863" y="5213"/>
                  </a:lnTo>
                  <a:cubicBezTo>
                    <a:pt x="14937" y="4880"/>
                    <a:pt x="15085" y="4511"/>
                    <a:pt x="15306" y="4215"/>
                  </a:cubicBezTo>
                  <a:lnTo>
                    <a:pt x="15122" y="4104"/>
                  </a:lnTo>
                  <a:lnTo>
                    <a:pt x="15195" y="3919"/>
                  </a:lnTo>
                  <a:lnTo>
                    <a:pt x="15195" y="3919"/>
                  </a:lnTo>
                  <a:cubicBezTo>
                    <a:pt x="15125" y="3922"/>
                    <a:pt x="15056" y="3924"/>
                    <a:pt x="14987" y="3924"/>
                  </a:cubicBezTo>
                  <a:cubicBezTo>
                    <a:pt x="14230" y="3924"/>
                    <a:pt x="13603" y="3735"/>
                    <a:pt x="13162" y="3328"/>
                  </a:cubicBezTo>
                  <a:cubicBezTo>
                    <a:pt x="12312" y="2551"/>
                    <a:pt x="12312" y="1257"/>
                    <a:pt x="12312" y="1257"/>
                  </a:cubicBezTo>
                  <a:lnTo>
                    <a:pt x="12164" y="1257"/>
                  </a:lnTo>
                  <a:lnTo>
                    <a:pt x="12090" y="1109"/>
                  </a:lnTo>
                  <a:cubicBezTo>
                    <a:pt x="12090" y="1109"/>
                    <a:pt x="11363" y="1521"/>
                    <a:pt x="10498" y="1521"/>
                  </a:cubicBezTo>
                  <a:cubicBezTo>
                    <a:pt x="10294" y="1521"/>
                    <a:pt x="10083" y="1499"/>
                    <a:pt x="9872" y="1442"/>
                  </a:cubicBezTo>
                  <a:cubicBezTo>
                    <a:pt x="9206" y="1257"/>
                    <a:pt x="8726" y="777"/>
                    <a:pt x="8319" y="0"/>
                  </a:cubicBezTo>
                  <a:lnTo>
                    <a:pt x="8134" y="74"/>
                  </a:lnTo>
                  <a:lnTo>
                    <a:pt x="80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98;p51">
              <a:extLst>
                <a:ext uri="{FF2B5EF4-FFF2-40B4-BE49-F238E27FC236}">
                  <a16:creationId xmlns:a16="http://schemas.microsoft.com/office/drawing/2014/main" id="{73723548-A131-DCCE-BB0A-0FC4BD32CCA9}"/>
                </a:ext>
              </a:extLst>
            </p:cNvPr>
            <p:cNvSpPr/>
            <p:nvPr/>
          </p:nvSpPr>
          <p:spPr>
            <a:xfrm>
              <a:off x="3046075" y="992325"/>
              <a:ext cx="174725" cy="119250"/>
            </a:xfrm>
            <a:custGeom>
              <a:avLst/>
              <a:gdLst/>
              <a:ahLst/>
              <a:cxnLst/>
              <a:rect l="l" t="t" r="r" b="b"/>
              <a:pathLst>
                <a:path w="6989" h="4770" extrusionOk="0">
                  <a:moveTo>
                    <a:pt x="1" y="0"/>
                  </a:moveTo>
                  <a:lnTo>
                    <a:pt x="1" y="850"/>
                  </a:lnTo>
                  <a:cubicBezTo>
                    <a:pt x="1406" y="2181"/>
                    <a:pt x="1406" y="4289"/>
                    <a:pt x="1406" y="4363"/>
                  </a:cubicBezTo>
                  <a:lnTo>
                    <a:pt x="1627" y="4363"/>
                  </a:lnTo>
                  <a:lnTo>
                    <a:pt x="1775" y="4584"/>
                  </a:lnTo>
                  <a:cubicBezTo>
                    <a:pt x="1775" y="4584"/>
                    <a:pt x="2966" y="3908"/>
                    <a:pt x="4400" y="3908"/>
                  </a:cubicBezTo>
                  <a:cubicBezTo>
                    <a:pt x="4771" y="3908"/>
                    <a:pt x="5159" y="3953"/>
                    <a:pt x="5546" y="4067"/>
                  </a:cubicBezTo>
                  <a:cubicBezTo>
                    <a:pt x="6027" y="4215"/>
                    <a:pt x="6434" y="4437"/>
                    <a:pt x="6803" y="4769"/>
                  </a:cubicBezTo>
                  <a:cubicBezTo>
                    <a:pt x="6877" y="4511"/>
                    <a:pt x="6951" y="4289"/>
                    <a:pt x="6988" y="4067"/>
                  </a:cubicBezTo>
                  <a:cubicBezTo>
                    <a:pt x="6618" y="3734"/>
                    <a:pt x="6212" y="3586"/>
                    <a:pt x="5731" y="3438"/>
                  </a:cubicBezTo>
                  <a:cubicBezTo>
                    <a:pt x="5268" y="3291"/>
                    <a:pt x="4811" y="3234"/>
                    <a:pt x="4379" y="3234"/>
                  </a:cubicBezTo>
                  <a:cubicBezTo>
                    <a:pt x="3396" y="3234"/>
                    <a:pt x="2536" y="3529"/>
                    <a:pt x="1997" y="3734"/>
                  </a:cubicBezTo>
                  <a:cubicBezTo>
                    <a:pt x="1886" y="2921"/>
                    <a:pt x="1590" y="1405"/>
                    <a:pt x="407" y="333"/>
                  </a:cubicBezTo>
                  <a:cubicBezTo>
                    <a:pt x="297" y="185"/>
                    <a:pt x="149" y="11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099;p51">
              <a:extLst>
                <a:ext uri="{FF2B5EF4-FFF2-40B4-BE49-F238E27FC236}">
                  <a16:creationId xmlns:a16="http://schemas.microsoft.com/office/drawing/2014/main" id="{7A850DE1-B612-A5EF-AD85-A39E046E0FEB}"/>
                </a:ext>
              </a:extLst>
            </p:cNvPr>
            <p:cNvSpPr/>
            <p:nvPr/>
          </p:nvSpPr>
          <p:spPr>
            <a:xfrm>
              <a:off x="3294700" y="977525"/>
              <a:ext cx="204300" cy="128500"/>
            </a:xfrm>
            <a:custGeom>
              <a:avLst/>
              <a:gdLst/>
              <a:ahLst/>
              <a:cxnLst/>
              <a:rect l="l" t="t" r="r" b="b"/>
              <a:pathLst>
                <a:path w="8172" h="5140" extrusionOk="0">
                  <a:moveTo>
                    <a:pt x="8171" y="1"/>
                  </a:moveTo>
                  <a:cubicBezTo>
                    <a:pt x="7469" y="185"/>
                    <a:pt x="6988" y="518"/>
                    <a:pt x="6508" y="925"/>
                  </a:cubicBezTo>
                  <a:cubicBezTo>
                    <a:pt x="5362" y="1997"/>
                    <a:pt x="5029" y="3513"/>
                    <a:pt x="4955" y="4363"/>
                  </a:cubicBezTo>
                  <a:cubicBezTo>
                    <a:pt x="4440" y="4131"/>
                    <a:pt x="3565" y="3827"/>
                    <a:pt x="2556" y="3827"/>
                  </a:cubicBezTo>
                  <a:cubicBezTo>
                    <a:pt x="2118" y="3827"/>
                    <a:pt x="1654" y="3885"/>
                    <a:pt x="1184" y="4030"/>
                  </a:cubicBezTo>
                  <a:cubicBezTo>
                    <a:pt x="777" y="4178"/>
                    <a:pt x="371" y="4363"/>
                    <a:pt x="1" y="4585"/>
                  </a:cubicBezTo>
                  <a:cubicBezTo>
                    <a:pt x="186" y="4733"/>
                    <a:pt x="260" y="4918"/>
                    <a:pt x="371" y="5103"/>
                  </a:cubicBezTo>
                  <a:cubicBezTo>
                    <a:pt x="703" y="4881"/>
                    <a:pt x="999" y="4733"/>
                    <a:pt x="1332" y="4622"/>
                  </a:cubicBezTo>
                  <a:cubicBezTo>
                    <a:pt x="1712" y="4508"/>
                    <a:pt x="2093" y="4463"/>
                    <a:pt x="2460" y="4463"/>
                  </a:cubicBezTo>
                  <a:cubicBezTo>
                    <a:pt x="3879" y="4463"/>
                    <a:pt x="5081" y="5140"/>
                    <a:pt x="5140" y="5140"/>
                  </a:cubicBezTo>
                  <a:lnTo>
                    <a:pt x="5251" y="4955"/>
                  </a:lnTo>
                  <a:lnTo>
                    <a:pt x="5546" y="4955"/>
                  </a:lnTo>
                  <a:cubicBezTo>
                    <a:pt x="5546" y="4955"/>
                    <a:pt x="5546" y="2736"/>
                    <a:pt x="6988" y="1442"/>
                  </a:cubicBezTo>
                  <a:cubicBezTo>
                    <a:pt x="7284" y="1110"/>
                    <a:pt x="7728" y="888"/>
                    <a:pt x="8171" y="703"/>
                  </a:cubicBezTo>
                  <a:lnTo>
                    <a:pt x="8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00;p51">
              <a:extLst>
                <a:ext uri="{FF2B5EF4-FFF2-40B4-BE49-F238E27FC236}">
                  <a16:creationId xmlns:a16="http://schemas.microsoft.com/office/drawing/2014/main" id="{16D066FE-563A-E539-B2ED-32539BB505C9}"/>
                </a:ext>
              </a:extLst>
            </p:cNvPr>
            <p:cNvSpPr/>
            <p:nvPr/>
          </p:nvSpPr>
          <p:spPr>
            <a:xfrm>
              <a:off x="3200425" y="777200"/>
              <a:ext cx="137750" cy="148350"/>
            </a:xfrm>
            <a:custGeom>
              <a:avLst/>
              <a:gdLst/>
              <a:ahLst/>
              <a:cxnLst/>
              <a:rect l="l" t="t" r="r" b="b"/>
              <a:pathLst>
                <a:path w="5510" h="5934" extrusionOk="0">
                  <a:moveTo>
                    <a:pt x="3043" y="1"/>
                  </a:moveTo>
                  <a:cubicBezTo>
                    <a:pt x="1908" y="1"/>
                    <a:pt x="798" y="936"/>
                    <a:pt x="444" y="2320"/>
                  </a:cubicBezTo>
                  <a:cubicBezTo>
                    <a:pt x="1" y="3910"/>
                    <a:pt x="666" y="5500"/>
                    <a:pt x="1960" y="5869"/>
                  </a:cubicBezTo>
                  <a:cubicBezTo>
                    <a:pt x="2123" y="5912"/>
                    <a:pt x="2289" y="5933"/>
                    <a:pt x="2454" y="5933"/>
                  </a:cubicBezTo>
                  <a:cubicBezTo>
                    <a:pt x="3565" y="5933"/>
                    <a:pt x="4680" y="4998"/>
                    <a:pt x="5066" y="3614"/>
                  </a:cubicBezTo>
                  <a:cubicBezTo>
                    <a:pt x="5509" y="1987"/>
                    <a:pt x="4807" y="398"/>
                    <a:pt x="3550" y="65"/>
                  </a:cubicBezTo>
                  <a:cubicBezTo>
                    <a:pt x="3382" y="22"/>
                    <a:pt x="3213" y="1"/>
                    <a:pt x="30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01;p51">
              <a:extLst>
                <a:ext uri="{FF2B5EF4-FFF2-40B4-BE49-F238E27FC236}">
                  <a16:creationId xmlns:a16="http://schemas.microsoft.com/office/drawing/2014/main" id="{58937053-79F8-76E3-DCAF-877EEE3F984B}"/>
                </a:ext>
              </a:extLst>
            </p:cNvPr>
            <p:cNvSpPr/>
            <p:nvPr/>
          </p:nvSpPr>
          <p:spPr>
            <a:xfrm>
              <a:off x="3253125" y="740325"/>
              <a:ext cx="73950" cy="62800"/>
            </a:xfrm>
            <a:custGeom>
              <a:avLst/>
              <a:gdLst/>
              <a:ahLst/>
              <a:cxnLst/>
              <a:rect l="l" t="t" r="r" b="b"/>
              <a:pathLst>
                <a:path w="2958" h="2512" extrusionOk="0">
                  <a:moveTo>
                    <a:pt x="1418" y="0"/>
                  </a:moveTo>
                  <a:cubicBezTo>
                    <a:pt x="852" y="0"/>
                    <a:pt x="335" y="370"/>
                    <a:pt x="185" y="911"/>
                  </a:cubicBezTo>
                  <a:cubicBezTo>
                    <a:pt x="0" y="1577"/>
                    <a:pt x="444" y="2279"/>
                    <a:pt x="1146" y="2464"/>
                  </a:cubicBezTo>
                  <a:cubicBezTo>
                    <a:pt x="1275" y="2496"/>
                    <a:pt x="1402" y="2512"/>
                    <a:pt x="1526" y="2512"/>
                  </a:cubicBezTo>
                  <a:cubicBezTo>
                    <a:pt x="2114" y="2512"/>
                    <a:pt x="2620" y="2164"/>
                    <a:pt x="2773" y="1614"/>
                  </a:cubicBezTo>
                  <a:cubicBezTo>
                    <a:pt x="2958" y="948"/>
                    <a:pt x="2551" y="246"/>
                    <a:pt x="1812" y="61"/>
                  </a:cubicBezTo>
                  <a:cubicBezTo>
                    <a:pt x="1681" y="20"/>
                    <a:pt x="1548" y="0"/>
                    <a:pt x="14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02;p51">
              <a:extLst>
                <a:ext uri="{FF2B5EF4-FFF2-40B4-BE49-F238E27FC236}">
                  <a16:creationId xmlns:a16="http://schemas.microsoft.com/office/drawing/2014/main" id="{31DCE092-01B1-F5E9-B9F0-08CCEA6F2005}"/>
                </a:ext>
              </a:extLst>
            </p:cNvPr>
            <p:cNvSpPr/>
            <p:nvPr/>
          </p:nvSpPr>
          <p:spPr>
            <a:xfrm>
              <a:off x="3293775" y="777525"/>
              <a:ext cx="110950" cy="57450"/>
            </a:xfrm>
            <a:custGeom>
              <a:avLst/>
              <a:gdLst/>
              <a:ahLst/>
              <a:cxnLst/>
              <a:rect l="l" t="t" r="r" b="b"/>
              <a:pathLst>
                <a:path w="4438" h="2298" extrusionOk="0">
                  <a:moveTo>
                    <a:pt x="4081" y="0"/>
                  </a:moveTo>
                  <a:cubicBezTo>
                    <a:pt x="3998" y="0"/>
                    <a:pt x="3924" y="28"/>
                    <a:pt x="3883" y="89"/>
                  </a:cubicBezTo>
                  <a:cubicBezTo>
                    <a:pt x="3818" y="154"/>
                    <a:pt x="2574" y="1656"/>
                    <a:pt x="1039" y="1656"/>
                  </a:cubicBezTo>
                  <a:cubicBezTo>
                    <a:pt x="833" y="1656"/>
                    <a:pt x="622" y="1629"/>
                    <a:pt x="408" y="1568"/>
                  </a:cubicBezTo>
                  <a:cubicBezTo>
                    <a:pt x="392" y="1564"/>
                    <a:pt x="376" y="1562"/>
                    <a:pt x="360" y="1562"/>
                  </a:cubicBezTo>
                  <a:cubicBezTo>
                    <a:pt x="222" y="1562"/>
                    <a:pt x="71" y="1694"/>
                    <a:pt x="38" y="1826"/>
                  </a:cubicBezTo>
                  <a:cubicBezTo>
                    <a:pt x="1" y="1937"/>
                    <a:pt x="112" y="2122"/>
                    <a:pt x="260" y="2196"/>
                  </a:cubicBezTo>
                  <a:cubicBezTo>
                    <a:pt x="519" y="2267"/>
                    <a:pt x="774" y="2298"/>
                    <a:pt x="1021" y="2298"/>
                  </a:cubicBezTo>
                  <a:cubicBezTo>
                    <a:pt x="2855" y="2298"/>
                    <a:pt x="4294" y="589"/>
                    <a:pt x="4326" y="459"/>
                  </a:cubicBezTo>
                  <a:cubicBezTo>
                    <a:pt x="4437" y="348"/>
                    <a:pt x="4437" y="163"/>
                    <a:pt x="4289" y="52"/>
                  </a:cubicBezTo>
                  <a:cubicBezTo>
                    <a:pt x="4223" y="19"/>
                    <a:pt x="4149" y="0"/>
                    <a:pt x="40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03;p51">
              <a:extLst>
                <a:ext uri="{FF2B5EF4-FFF2-40B4-BE49-F238E27FC236}">
                  <a16:creationId xmlns:a16="http://schemas.microsoft.com/office/drawing/2014/main" id="{D145060D-CB58-4FEE-445D-30A720E7F879}"/>
                </a:ext>
              </a:extLst>
            </p:cNvPr>
            <p:cNvSpPr/>
            <p:nvPr/>
          </p:nvSpPr>
          <p:spPr>
            <a:xfrm>
              <a:off x="3266975" y="886025"/>
              <a:ext cx="85075" cy="95225"/>
            </a:xfrm>
            <a:custGeom>
              <a:avLst/>
              <a:gdLst/>
              <a:ahLst/>
              <a:cxnLst/>
              <a:rect l="l" t="t" r="r" b="b"/>
              <a:pathLst>
                <a:path w="3403" h="3809" extrusionOk="0">
                  <a:moveTo>
                    <a:pt x="333" y="0"/>
                  </a:moveTo>
                  <a:cubicBezTo>
                    <a:pt x="186" y="0"/>
                    <a:pt x="1" y="111"/>
                    <a:pt x="1" y="296"/>
                  </a:cubicBezTo>
                  <a:cubicBezTo>
                    <a:pt x="1" y="444"/>
                    <a:pt x="75" y="629"/>
                    <a:pt x="260" y="629"/>
                  </a:cubicBezTo>
                  <a:cubicBezTo>
                    <a:pt x="333" y="666"/>
                    <a:pt x="2182" y="888"/>
                    <a:pt x="2811" y="3587"/>
                  </a:cubicBezTo>
                  <a:cubicBezTo>
                    <a:pt x="2847" y="3698"/>
                    <a:pt x="2958" y="3771"/>
                    <a:pt x="3032" y="3808"/>
                  </a:cubicBezTo>
                  <a:lnTo>
                    <a:pt x="3143" y="3808"/>
                  </a:lnTo>
                  <a:cubicBezTo>
                    <a:pt x="3328" y="3735"/>
                    <a:pt x="3402" y="3624"/>
                    <a:pt x="3365" y="3439"/>
                  </a:cubicBezTo>
                  <a:cubicBezTo>
                    <a:pt x="2626" y="296"/>
                    <a:pt x="407" y="0"/>
                    <a:pt x="3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04;p51">
              <a:extLst>
                <a:ext uri="{FF2B5EF4-FFF2-40B4-BE49-F238E27FC236}">
                  <a16:creationId xmlns:a16="http://schemas.microsoft.com/office/drawing/2014/main" id="{4EDA9097-5AA7-B111-F370-F46AA72BC915}"/>
                </a:ext>
              </a:extLst>
            </p:cNvPr>
            <p:cNvSpPr/>
            <p:nvPr/>
          </p:nvSpPr>
          <p:spPr>
            <a:xfrm>
              <a:off x="3254050" y="841175"/>
              <a:ext cx="151600" cy="52500"/>
            </a:xfrm>
            <a:custGeom>
              <a:avLst/>
              <a:gdLst/>
              <a:ahLst/>
              <a:cxnLst/>
              <a:rect l="l" t="t" r="r" b="b"/>
              <a:pathLst>
                <a:path w="6064" h="2100" extrusionOk="0">
                  <a:moveTo>
                    <a:pt x="339" y="0"/>
                  </a:moveTo>
                  <a:cubicBezTo>
                    <a:pt x="232" y="0"/>
                    <a:pt x="97" y="121"/>
                    <a:pt x="37" y="242"/>
                  </a:cubicBezTo>
                  <a:cubicBezTo>
                    <a:pt x="0" y="390"/>
                    <a:pt x="148" y="574"/>
                    <a:pt x="296" y="611"/>
                  </a:cubicBezTo>
                  <a:lnTo>
                    <a:pt x="5657" y="2090"/>
                  </a:lnTo>
                  <a:cubicBezTo>
                    <a:pt x="5687" y="2096"/>
                    <a:pt x="5716" y="2099"/>
                    <a:pt x="5743" y="2099"/>
                  </a:cubicBezTo>
                  <a:cubicBezTo>
                    <a:pt x="5877" y="2099"/>
                    <a:pt x="5965" y="2022"/>
                    <a:pt x="6026" y="1868"/>
                  </a:cubicBezTo>
                  <a:cubicBezTo>
                    <a:pt x="6063" y="1721"/>
                    <a:pt x="5952" y="1536"/>
                    <a:pt x="5768" y="1499"/>
                  </a:cubicBezTo>
                  <a:lnTo>
                    <a:pt x="407" y="20"/>
                  </a:lnTo>
                  <a:cubicBezTo>
                    <a:pt x="386" y="6"/>
                    <a:pt x="364" y="0"/>
                    <a:pt x="3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05;p51">
              <a:extLst>
                <a:ext uri="{FF2B5EF4-FFF2-40B4-BE49-F238E27FC236}">
                  <a16:creationId xmlns:a16="http://schemas.microsoft.com/office/drawing/2014/main" id="{7C83FA4A-E04E-77AE-E866-0F24940941E7}"/>
                </a:ext>
              </a:extLst>
            </p:cNvPr>
            <p:cNvSpPr/>
            <p:nvPr/>
          </p:nvSpPr>
          <p:spPr>
            <a:xfrm>
              <a:off x="3183800" y="721025"/>
              <a:ext cx="78575" cy="97725"/>
            </a:xfrm>
            <a:custGeom>
              <a:avLst/>
              <a:gdLst/>
              <a:ahLst/>
              <a:cxnLst/>
              <a:rect l="l" t="t" r="r" b="b"/>
              <a:pathLst>
                <a:path w="3143" h="3909" extrusionOk="0">
                  <a:moveTo>
                    <a:pt x="357" y="0"/>
                  </a:moveTo>
                  <a:cubicBezTo>
                    <a:pt x="326" y="0"/>
                    <a:pt x="293" y="6"/>
                    <a:pt x="259" y="20"/>
                  </a:cubicBezTo>
                  <a:cubicBezTo>
                    <a:pt x="111" y="57"/>
                    <a:pt x="0" y="205"/>
                    <a:pt x="37" y="389"/>
                  </a:cubicBezTo>
                  <a:cubicBezTo>
                    <a:pt x="74" y="500"/>
                    <a:pt x="555" y="3273"/>
                    <a:pt x="2736" y="3902"/>
                  </a:cubicBezTo>
                  <a:cubicBezTo>
                    <a:pt x="2750" y="3906"/>
                    <a:pt x="2766" y="3909"/>
                    <a:pt x="2782" y="3909"/>
                  </a:cubicBezTo>
                  <a:cubicBezTo>
                    <a:pt x="2892" y="3909"/>
                    <a:pt x="3041" y="3799"/>
                    <a:pt x="3106" y="3606"/>
                  </a:cubicBezTo>
                  <a:cubicBezTo>
                    <a:pt x="3143" y="3458"/>
                    <a:pt x="2995" y="3273"/>
                    <a:pt x="2847" y="3236"/>
                  </a:cubicBezTo>
                  <a:cubicBezTo>
                    <a:pt x="1073" y="2792"/>
                    <a:pt x="629" y="278"/>
                    <a:pt x="629" y="242"/>
                  </a:cubicBezTo>
                  <a:cubicBezTo>
                    <a:pt x="599" y="121"/>
                    <a:pt x="495" y="0"/>
                    <a:pt x="3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06;p51">
              <a:extLst>
                <a:ext uri="{FF2B5EF4-FFF2-40B4-BE49-F238E27FC236}">
                  <a16:creationId xmlns:a16="http://schemas.microsoft.com/office/drawing/2014/main" id="{DDFEA82B-8FCD-AF3B-DC12-456FA512744F}"/>
                </a:ext>
              </a:extLst>
            </p:cNvPr>
            <p:cNvSpPr/>
            <p:nvPr/>
          </p:nvSpPr>
          <p:spPr>
            <a:xfrm>
              <a:off x="3132950" y="871875"/>
              <a:ext cx="117425" cy="53350"/>
            </a:xfrm>
            <a:custGeom>
              <a:avLst/>
              <a:gdLst/>
              <a:ahLst/>
              <a:cxnLst/>
              <a:rect l="l" t="t" r="r" b="b"/>
              <a:pathLst>
                <a:path w="4697" h="2134" extrusionOk="0">
                  <a:moveTo>
                    <a:pt x="3379" y="1"/>
                  </a:moveTo>
                  <a:cubicBezTo>
                    <a:pt x="2568" y="1"/>
                    <a:pt x="1394" y="295"/>
                    <a:pt x="149" y="1602"/>
                  </a:cubicBezTo>
                  <a:cubicBezTo>
                    <a:pt x="1" y="1676"/>
                    <a:pt x="1" y="1860"/>
                    <a:pt x="149" y="2008"/>
                  </a:cubicBezTo>
                  <a:cubicBezTo>
                    <a:pt x="186" y="2045"/>
                    <a:pt x="223" y="2119"/>
                    <a:pt x="260" y="2119"/>
                  </a:cubicBezTo>
                  <a:cubicBezTo>
                    <a:pt x="288" y="2128"/>
                    <a:pt x="313" y="2133"/>
                    <a:pt x="337" y="2133"/>
                  </a:cubicBezTo>
                  <a:cubicBezTo>
                    <a:pt x="410" y="2133"/>
                    <a:pt x="472" y="2092"/>
                    <a:pt x="556" y="2008"/>
                  </a:cubicBezTo>
                  <a:cubicBezTo>
                    <a:pt x="1646" y="854"/>
                    <a:pt x="2662" y="602"/>
                    <a:pt x="3347" y="602"/>
                  </a:cubicBezTo>
                  <a:cubicBezTo>
                    <a:pt x="3846" y="602"/>
                    <a:pt x="4169" y="736"/>
                    <a:pt x="4216" y="751"/>
                  </a:cubicBezTo>
                  <a:cubicBezTo>
                    <a:pt x="4270" y="784"/>
                    <a:pt x="4324" y="797"/>
                    <a:pt x="4374" y="797"/>
                  </a:cubicBezTo>
                  <a:cubicBezTo>
                    <a:pt x="4496" y="797"/>
                    <a:pt x="4596" y="719"/>
                    <a:pt x="4622" y="640"/>
                  </a:cubicBezTo>
                  <a:cubicBezTo>
                    <a:pt x="4696" y="456"/>
                    <a:pt x="4622" y="271"/>
                    <a:pt x="4474" y="197"/>
                  </a:cubicBezTo>
                  <a:cubicBezTo>
                    <a:pt x="4426" y="181"/>
                    <a:pt x="4014" y="1"/>
                    <a:pt x="33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1107;p51">
              <a:extLst>
                <a:ext uri="{FF2B5EF4-FFF2-40B4-BE49-F238E27FC236}">
                  <a16:creationId xmlns:a16="http://schemas.microsoft.com/office/drawing/2014/main" id="{D9822421-016E-729E-A530-12611218A803}"/>
                </a:ext>
              </a:extLst>
            </p:cNvPr>
            <p:cNvSpPr/>
            <p:nvPr/>
          </p:nvSpPr>
          <p:spPr>
            <a:xfrm>
              <a:off x="3132050" y="807325"/>
              <a:ext cx="150675" cy="53025"/>
            </a:xfrm>
            <a:custGeom>
              <a:avLst/>
              <a:gdLst/>
              <a:ahLst/>
              <a:cxnLst/>
              <a:rect l="l" t="t" r="r" b="b"/>
              <a:pathLst>
                <a:path w="6027" h="2121" extrusionOk="0">
                  <a:moveTo>
                    <a:pt x="359" y="0"/>
                  </a:moveTo>
                  <a:cubicBezTo>
                    <a:pt x="221" y="0"/>
                    <a:pt x="70" y="132"/>
                    <a:pt x="37" y="265"/>
                  </a:cubicBezTo>
                  <a:cubicBezTo>
                    <a:pt x="0" y="376"/>
                    <a:pt x="111" y="561"/>
                    <a:pt x="259" y="597"/>
                  </a:cubicBezTo>
                  <a:lnTo>
                    <a:pt x="5620" y="2113"/>
                  </a:lnTo>
                  <a:cubicBezTo>
                    <a:pt x="5643" y="2118"/>
                    <a:pt x="5667" y="2120"/>
                    <a:pt x="5691" y="2120"/>
                  </a:cubicBezTo>
                  <a:cubicBezTo>
                    <a:pt x="5849" y="2120"/>
                    <a:pt x="5989" y="2015"/>
                    <a:pt x="5989" y="1854"/>
                  </a:cubicBezTo>
                  <a:cubicBezTo>
                    <a:pt x="6026" y="1744"/>
                    <a:pt x="5915" y="1559"/>
                    <a:pt x="5767" y="1485"/>
                  </a:cubicBezTo>
                  <a:lnTo>
                    <a:pt x="407" y="6"/>
                  </a:lnTo>
                  <a:cubicBezTo>
                    <a:pt x="391" y="2"/>
                    <a:pt x="375" y="0"/>
                    <a:pt x="3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1108;p51">
              <a:extLst>
                <a:ext uri="{FF2B5EF4-FFF2-40B4-BE49-F238E27FC236}">
                  <a16:creationId xmlns:a16="http://schemas.microsoft.com/office/drawing/2014/main" id="{0CB38670-FD2B-AF2A-E89D-BBED46A2FAA2}"/>
                </a:ext>
              </a:extLst>
            </p:cNvPr>
            <p:cNvSpPr/>
            <p:nvPr/>
          </p:nvSpPr>
          <p:spPr>
            <a:xfrm>
              <a:off x="3270675" y="732000"/>
              <a:ext cx="52700" cy="29625"/>
            </a:xfrm>
            <a:custGeom>
              <a:avLst/>
              <a:gdLst/>
              <a:ahLst/>
              <a:cxnLst/>
              <a:rect l="l" t="t" r="r" b="b"/>
              <a:pathLst>
                <a:path w="2108" h="1185" extrusionOk="0">
                  <a:moveTo>
                    <a:pt x="1891" y="0"/>
                  </a:moveTo>
                  <a:cubicBezTo>
                    <a:pt x="1838" y="0"/>
                    <a:pt x="1782" y="18"/>
                    <a:pt x="1738" y="61"/>
                  </a:cubicBezTo>
                  <a:cubicBezTo>
                    <a:pt x="1738" y="61"/>
                    <a:pt x="1132" y="789"/>
                    <a:pt x="468" y="789"/>
                  </a:cubicBezTo>
                  <a:cubicBezTo>
                    <a:pt x="399" y="789"/>
                    <a:pt x="329" y="781"/>
                    <a:pt x="259" y="764"/>
                  </a:cubicBezTo>
                  <a:cubicBezTo>
                    <a:pt x="246" y="757"/>
                    <a:pt x="232" y="754"/>
                    <a:pt x="217" y="754"/>
                  </a:cubicBezTo>
                  <a:cubicBezTo>
                    <a:pt x="148" y="754"/>
                    <a:pt x="68" y="820"/>
                    <a:pt x="38" y="912"/>
                  </a:cubicBezTo>
                  <a:cubicBezTo>
                    <a:pt x="1" y="986"/>
                    <a:pt x="75" y="1096"/>
                    <a:pt x="185" y="1133"/>
                  </a:cubicBezTo>
                  <a:cubicBezTo>
                    <a:pt x="302" y="1169"/>
                    <a:pt x="417" y="1185"/>
                    <a:pt x="530" y="1185"/>
                  </a:cubicBezTo>
                  <a:cubicBezTo>
                    <a:pt x="1349" y="1185"/>
                    <a:pt x="2038" y="353"/>
                    <a:pt x="2071" y="320"/>
                  </a:cubicBezTo>
                  <a:cubicBezTo>
                    <a:pt x="2108" y="209"/>
                    <a:pt x="2108" y="135"/>
                    <a:pt x="1997" y="24"/>
                  </a:cubicBezTo>
                  <a:cubicBezTo>
                    <a:pt x="1966" y="9"/>
                    <a:pt x="1929" y="0"/>
                    <a:pt x="18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1109;p51">
              <a:extLst>
                <a:ext uri="{FF2B5EF4-FFF2-40B4-BE49-F238E27FC236}">
                  <a16:creationId xmlns:a16="http://schemas.microsoft.com/office/drawing/2014/main" id="{F18DDA09-1276-04D5-A5C8-88F8EF494C61}"/>
                </a:ext>
              </a:extLst>
            </p:cNvPr>
            <p:cNvSpPr/>
            <p:nvPr/>
          </p:nvSpPr>
          <p:spPr>
            <a:xfrm>
              <a:off x="3279925" y="723350"/>
              <a:ext cx="37925" cy="47175"/>
            </a:xfrm>
            <a:custGeom>
              <a:avLst/>
              <a:gdLst/>
              <a:ahLst/>
              <a:cxnLst/>
              <a:rect l="l" t="t" r="r" b="b"/>
              <a:pathLst>
                <a:path w="1517" h="1887" extrusionOk="0">
                  <a:moveTo>
                    <a:pt x="185" y="1"/>
                  </a:moveTo>
                  <a:cubicBezTo>
                    <a:pt x="37" y="1"/>
                    <a:pt x="0" y="149"/>
                    <a:pt x="0" y="222"/>
                  </a:cubicBezTo>
                  <a:cubicBezTo>
                    <a:pt x="0" y="296"/>
                    <a:pt x="222" y="1627"/>
                    <a:pt x="1183" y="1886"/>
                  </a:cubicBezTo>
                  <a:cubicBezTo>
                    <a:pt x="1294" y="1886"/>
                    <a:pt x="1405" y="1849"/>
                    <a:pt x="1479" y="1775"/>
                  </a:cubicBezTo>
                  <a:cubicBezTo>
                    <a:pt x="1516" y="1664"/>
                    <a:pt x="1405" y="1590"/>
                    <a:pt x="1331" y="1516"/>
                  </a:cubicBezTo>
                  <a:cubicBezTo>
                    <a:pt x="592" y="1332"/>
                    <a:pt x="407" y="185"/>
                    <a:pt x="407" y="185"/>
                  </a:cubicBezTo>
                  <a:cubicBezTo>
                    <a:pt x="407" y="38"/>
                    <a:pt x="259" y="1"/>
                    <a:pt x="1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1110;p51">
              <a:extLst>
                <a:ext uri="{FF2B5EF4-FFF2-40B4-BE49-F238E27FC236}">
                  <a16:creationId xmlns:a16="http://schemas.microsoft.com/office/drawing/2014/main" id="{AD3EEC97-8AD2-C462-37B3-0E60DE749F43}"/>
                </a:ext>
              </a:extLst>
            </p:cNvPr>
            <p:cNvSpPr/>
            <p:nvPr/>
          </p:nvSpPr>
          <p:spPr>
            <a:xfrm>
              <a:off x="3275300" y="750850"/>
              <a:ext cx="11125" cy="9500"/>
            </a:xfrm>
            <a:custGeom>
              <a:avLst/>
              <a:gdLst/>
              <a:ahLst/>
              <a:cxnLst/>
              <a:rect l="l" t="t" r="r" b="b"/>
              <a:pathLst>
                <a:path w="445" h="380" extrusionOk="0">
                  <a:moveTo>
                    <a:pt x="217" y="0"/>
                  </a:moveTo>
                  <a:cubicBezTo>
                    <a:pt x="148" y="0"/>
                    <a:pt x="68" y="66"/>
                    <a:pt x="37" y="158"/>
                  </a:cubicBezTo>
                  <a:cubicBezTo>
                    <a:pt x="0" y="232"/>
                    <a:pt x="74" y="342"/>
                    <a:pt x="185" y="379"/>
                  </a:cubicBezTo>
                  <a:cubicBezTo>
                    <a:pt x="259" y="379"/>
                    <a:pt x="370" y="342"/>
                    <a:pt x="407" y="232"/>
                  </a:cubicBezTo>
                  <a:cubicBezTo>
                    <a:pt x="444" y="158"/>
                    <a:pt x="370" y="47"/>
                    <a:pt x="259" y="10"/>
                  </a:cubicBezTo>
                  <a:cubicBezTo>
                    <a:pt x="246" y="3"/>
                    <a:pt x="232" y="0"/>
                    <a:pt x="2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1111;p51">
              <a:extLst>
                <a:ext uri="{FF2B5EF4-FFF2-40B4-BE49-F238E27FC236}">
                  <a16:creationId xmlns:a16="http://schemas.microsoft.com/office/drawing/2014/main" id="{82B90690-9328-1769-FFF8-383A95D7F2AA}"/>
                </a:ext>
              </a:extLst>
            </p:cNvPr>
            <p:cNvSpPr/>
            <p:nvPr/>
          </p:nvSpPr>
          <p:spPr>
            <a:xfrm>
              <a:off x="3301175" y="758125"/>
              <a:ext cx="10200" cy="8950"/>
            </a:xfrm>
            <a:custGeom>
              <a:avLst/>
              <a:gdLst/>
              <a:ahLst/>
              <a:cxnLst/>
              <a:rect l="l" t="t" r="r" b="b"/>
              <a:pathLst>
                <a:path w="408" h="358" extrusionOk="0">
                  <a:moveTo>
                    <a:pt x="178" y="1"/>
                  </a:moveTo>
                  <a:cubicBezTo>
                    <a:pt x="100" y="1"/>
                    <a:pt x="38" y="42"/>
                    <a:pt x="38" y="125"/>
                  </a:cubicBezTo>
                  <a:cubicBezTo>
                    <a:pt x="1" y="236"/>
                    <a:pt x="75" y="347"/>
                    <a:pt x="149" y="347"/>
                  </a:cubicBezTo>
                  <a:cubicBezTo>
                    <a:pt x="169" y="354"/>
                    <a:pt x="189" y="357"/>
                    <a:pt x="209" y="357"/>
                  </a:cubicBezTo>
                  <a:cubicBezTo>
                    <a:pt x="296" y="357"/>
                    <a:pt x="370" y="297"/>
                    <a:pt x="370" y="236"/>
                  </a:cubicBezTo>
                  <a:cubicBezTo>
                    <a:pt x="407" y="125"/>
                    <a:pt x="370" y="15"/>
                    <a:pt x="259" y="15"/>
                  </a:cubicBezTo>
                  <a:cubicBezTo>
                    <a:pt x="232" y="5"/>
                    <a:pt x="204" y="1"/>
                    <a:pt x="1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1112;p51">
              <a:extLst>
                <a:ext uri="{FF2B5EF4-FFF2-40B4-BE49-F238E27FC236}">
                  <a16:creationId xmlns:a16="http://schemas.microsoft.com/office/drawing/2014/main" id="{4B45D2E5-1419-F457-465C-E218518F1299}"/>
                </a:ext>
              </a:extLst>
            </p:cNvPr>
            <p:cNvSpPr/>
            <p:nvPr/>
          </p:nvSpPr>
          <p:spPr>
            <a:xfrm>
              <a:off x="3199500" y="1062550"/>
              <a:ext cx="168250" cy="170100"/>
            </a:xfrm>
            <a:custGeom>
              <a:avLst/>
              <a:gdLst/>
              <a:ahLst/>
              <a:cxnLst/>
              <a:rect l="l" t="t" r="r" b="b"/>
              <a:pathLst>
                <a:path w="6730" h="6804" extrusionOk="0">
                  <a:moveTo>
                    <a:pt x="1591" y="1"/>
                  </a:moveTo>
                  <a:lnTo>
                    <a:pt x="1" y="6803"/>
                  </a:lnTo>
                  <a:lnTo>
                    <a:pt x="1" y="6803"/>
                  </a:lnTo>
                  <a:lnTo>
                    <a:pt x="6730" y="4733"/>
                  </a:lnTo>
                  <a:lnTo>
                    <a:pt x="15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1113;p51">
              <a:extLst>
                <a:ext uri="{FF2B5EF4-FFF2-40B4-BE49-F238E27FC236}">
                  <a16:creationId xmlns:a16="http://schemas.microsoft.com/office/drawing/2014/main" id="{031AFD2B-1566-BFB8-2584-EF669ED21332}"/>
                </a:ext>
              </a:extLst>
            </p:cNvPr>
            <p:cNvSpPr/>
            <p:nvPr/>
          </p:nvSpPr>
          <p:spPr>
            <a:xfrm>
              <a:off x="3169925" y="1020050"/>
              <a:ext cx="242200" cy="246800"/>
            </a:xfrm>
            <a:custGeom>
              <a:avLst/>
              <a:gdLst/>
              <a:ahLst/>
              <a:cxnLst/>
              <a:rect l="l" t="t" r="r" b="b"/>
              <a:pathLst>
                <a:path w="9688" h="9872" extrusionOk="0">
                  <a:moveTo>
                    <a:pt x="2774" y="1701"/>
                  </a:moveTo>
                  <a:lnTo>
                    <a:pt x="7913" y="6433"/>
                  </a:lnTo>
                  <a:lnTo>
                    <a:pt x="1184" y="8503"/>
                  </a:lnTo>
                  <a:lnTo>
                    <a:pt x="1184" y="8503"/>
                  </a:lnTo>
                  <a:lnTo>
                    <a:pt x="2774" y="1701"/>
                  </a:lnTo>
                  <a:close/>
                  <a:moveTo>
                    <a:pt x="2256" y="0"/>
                  </a:moveTo>
                  <a:lnTo>
                    <a:pt x="1" y="9871"/>
                  </a:lnTo>
                  <a:lnTo>
                    <a:pt x="1" y="9871"/>
                  </a:lnTo>
                  <a:lnTo>
                    <a:pt x="9687" y="6840"/>
                  </a:lnTo>
                  <a:lnTo>
                    <a:pt x="22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1114;p51">
              <a:extLst>
                <a:ext uri="{FF2B5EF4-FFF2-40B4-BE49-F238E27FC236}">
                  <a16:creationId xmlns:a16="http://schemas.microsoft.com/office/drawing/2014/main" id="{74F40AE7-9ABD-88D7-B76D-CFC95835FC38}"/>
                </a:ext>
              </a:extLst>
            </p:cNvPr>
            <p:cNvSpPr/>
            <p:nvPr/>
          </p:nvSpPr>
          <p:spPr>
            <a:xfrm>
              <a:off x="3242950" y="1112475"/>
              <a:ext cx="48075" cy="85975"/>
            </a:xfrm>
            <a:custGeom>
              <a:avLst/>
              <a:gdLst/>
              <a:ahLst/>
              <a:cxnLst/>
              <a:rect l="l" t="t" r="r" b="b"/>
              <a:pathLst>
                <a:path w="1923" h="3439" extrusionOk="0">
                  <a:moveTo>
                    <a:pt x="1036" y="0"/>
                  </a:moveTo>
                  <a:lnTo>
                    <a:pt x="0" y="333"/>
                  </a:lnTo>
                  <a:lnTo>
                    <a:pt x="851" y="2292"/>
                  </a:lnTo>
                  <a:lnTo>
                    <a:pt x="1405" y="2108"/>
                  </a:lnTo>
                  <a:lnTo>
                    <a:pt x="1036" y="0"/>
                  </a:lnTo>
                  <a:close/>
                  <a:moveTo>
                    <a:pt x="1664" y="2329"/>
                  </a:moveTo>
                  <a:lnTo>
                    <a:pt x="777" y="2588"/>
                  </a:lnTo>
                  <a:lnTo>
                    <a:pt x="1036" y="3439"/>
                  </a:lnTo>
                  <a:lnTo>
                    <a:pt x="1923" y="3143"/>
                  </a:lnTo>
                  <a:lnTo>
                    <a:pt x="1664" y="2329"/>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1115;p51">
              <a:extLst>
                <a:ext uri="{FF2B5EF4-FFF2-40B4-BE49-F238E27FC236}">
                  <a16:creationId xmlns:a16="http://schemas.microsoft.com/office/drawing/2014/main" id="{189FDC8E-66F2-EA23-FF2B-79AFDCD542FD}"/>
                </a:ext>
              </a:extLst>
            </p:cNvPr>
            <p:cNvSpPr/>
            <p:nvPr/>
          </p:nvSpPr>
          <p:spPr>
            <a:xfrm>
              <a:off x="3771625" y="905675"/>
              <a:ext cx="96150" cy="101950"/>
            </a:xfrm>
            <a:custGeom>
              <a:avLst/>
              <a:gdLst/>
              <a:ahLst/>
              <a:cxnLst/>
              <a:rect l="l" t="t" r="r" b="b"/>
              <a:pathLst>
                <a:path w="3846" h="4078" extrusionOk="0">
                  <a:moveTo>
                    <a:pt x="1386" y="1"/>
                  </a:moveTo>
                  <a:cubicBezTo>
                    <a:pt x="1258" y="1"/>
                    <a:pt x="1139" y="22"/>
                    <a:pt x="1036" y="65"/>
                  </a:cubicBezTo>
                  <a:cubicBezTo>
                    <a:pt x="1036" y="65"/>
                    <a:pt x="592" y="324"/>
                    <a:pt x="333" y="767"/>
                  </a:cubicBezTo>
                  <a:cubicBezTo>
                    <a:pt x="38" y="1137"/>
                    <a:pt x="1" y="2098"/>
                    <a:pt x="149" y="2690"/>
                  </a:cubicBezTo>
                  <a:cubicBezTo>
                    <a:pt x="296" y="3281"/>
                    <a:pt x="296" y="3799"/>
                    <a:pt x="592" y="3984"/>
                  </a:cubicBezTo>
                  <a:cubicBezTo>
                    <a:pt x="693" y="4051"/>
                    <a:pt x="832" y="4078"/>
                    <a:pt x="993" y="4078"/>
                  </a:cubicBezTo>
                  <a:cubicBezTo>
                    <a:pt x="1361" y="4078"/>
                    <a:pt x="1844" y="3939"/>
                    <a:pt x="2256" y="3836"/>
                  </a:cubicBezTo>
                  <a:cubicBezTo>
                    <a:pt x="2884" y="3725"/>
                    <a:pt x="3661" y="3244"/>
                    <a:pt x="3735" y="2985"/>
                  </a:cubicBezTo>
                  <a:cubicBezTo>
                    <a:pt x="3846" y="2690"/>
                    <a:pt x="3254" y="1137"/>
                    <a:pt x="2737" y="656"/>
                  </a:cubicBezTo>
                  <a:cubicBezTo>
                    <a:pt x="2339" y="231"/>
                    <a:pt x="1811" y="1"/>
                    <a:pt x="13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1116;p51">
              <a:extLst>
                <a:ext uri="{FF2B5EF4-FFF2-40B4-BE49-F238E27FC236}">
                  <a16:creationId xmlns:a16="http://schemas.microsoft.com/office/drawing/2014/main" id="{94F45168-89DF-0546-5967-903DBA60BF47}"/>
                </a:ext>
              </a:extLst>
            </p:cNvPr>
            <p:cNvSpPr/>
            <p:nvPr/>
          </p:nvSpPr>
          <p:spPr>
            <a:xfrm>
              <a:off x="3771625" y="916525"/>
              <a:ext cx="93375" cy="90175"/>
            </a:xfrm>
            <a:custGeom>
              <a:avLst/>
              <a:gdLst/>
              <a:ahLst/>
              <a:cxnLst/>
              <a:rect l="l" t="t" r="r" b="b"/>
              <a:pathLst>
                <a:path w="3735" h="3607" extrusionOk="0">
                  <a:moveTo>
                    <a:pt x="555" y="1"/>
                  </a:moveTo>
                  <a:cubicBezTo>
                    <a:pt x="481" y="74"/>
                    <a:pt x="407" y="185"/>
                    <a:pt x="333" y="259"/>
                  </a:cubicBezTo>
                  <a:cubicBezTo>
                    <a:pt x="38" y="629"/>
                    <a:pt x="1" y="1627"/>
                    <a:pt x="149" y="2219"/>
                  </a:cubicBezTo>
                  <a:cubicBezTo>
                    <a:pt x="296" y="2810"/>
                    <a:pt x="296" y="3328"/>
                    <a:pt x="592" y="3513"/>
                  </a:cubicBezTo>
                  <a:cubicBezTo>
                    <a:pt x="693" y="3580"/>
                    <a:pt x="832" y="3607"/>
                    <a:pt x="993" y="3607"/>
                  </a:cubicBezTo>
                  <a:cubicBezTo>
                    <a:pt x="1361" y="3607"/>
                    <a:pt x="1844" y="3468"/>
                    <a:pt x="2256" y="3365"/>
                  </a:cubicBezTo>
                  <a:cubicBezTo>
                    <a:pt x="2884" y="3217"/>
                    <a:pt x="3661" y="2773"/>
                    <a:pt x="3735" y="2478"/>
                  </a:cubicBezTo>
                  <a:lnTo>
                    <a:pt x="3735" y="2219"/>
                  </a:lnTo>
                  <a:cubicBezTo>
                    <a:pt x="3624" y="2478"/>
                    <a:pt x="3365" y="2699"/>
                    <a:pt x="3069" y="2699"/>
                  </a:cubicBezTo>
                  <a:cubicBezTo>
                    <a:pt x="2921" y="2699"/>
                    <a:pt x="2774" y="2699"/>
                    <a:pt x="2626" y="2662"/>
                  </a:cubicBezTo>
                  <a:cubicBezTo>
                    <a:pt x="2496" y="2625"/>
                    <a:pt x="2395" y="2607"/>
                    <a:pt x="2293" y="2607"/>
                  </a:cubicBezTo>
                  <a:cubicBezTo>
                    <a:pt x="2191" y="2607"/>
                    <a:pt x="2090" y="2625"/>
                    <a:pt x="1960" y="2662"/>
                  </a:cubicBezTo>
                  <a:cubicBezTo>
                    <a:pt x="1774" y="2742"/>
                    <a:pt x="1606" y="2803"/>
                    <a:pt x="1431" y="2803"/>
                  </a:cubicBezTo>
                  <a:cubicBezTo>
                    <a:pt x="1362" y="2803"/>
                    <a:pt x="1293" y="2794"/>
                    <a:pt x="1221" y="2773"/>
                  </a:cubicBezTo>
                  <a:cubicBezTo>
                    <a:pt x="962" y="2736"/>
                    <a:pt x="777" y="2478"/>
                    <a:pt x="740" y="2256"/>
                  </a:cubicBezTo>
                  <a:cubicBezTo>
                    <a:pt x="703" y="2071"/>
                    <a:pt x="703" y="1923"/>
                    <a:pt x="777" y="1812"/>
                  </a:cubicBezTo>
                  <a:cubicBezTo>
                    <a:pt x="888" y="1553"/>
                    <a:pt x="851" y="1442"/>
                    <a:pt x="703" y="1184"/>
                  </a:cubicBezTo>
                  <a:cubicBezTo>
                    <a:pt x="555" y="962"/>
                    <a:pt x="481" y="740"/>
                    <a:pt x="407" y="407"/>
                  </a:cubicBezTo>
                  <a:cubicBezTo>
                    <a:pt x="407" y="259"/>
                    <a:pt x="481" y="148"/>
                    <a:pt x="5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1117;p51">
              <a:extLst>
                <a:ext uri="{FF2B5EF4-FFF2-40B4-BE49-F238E27FC236}">
                  <a16:creationId xmlns:a16="http://schemas.microsoft.com/office/drawing/2014/main" id="{8A5B9DA8-028E-3713-F697-177BD045C821}"/>
                </a:ext>
              </a:extLst>
            </p:cNvPr>
            <p:cNvSpPr/>
            <p:nvPr/>
          </p:nvSpPr>
          <p:spPr>
            <a:xfrm>
              <a:off x="3773100" y="884550"/>
              <a:ext cx="40875" cy="26475"/>
            </a:xfrm>
            <a:custGeom>
              <a:avLst/>
              <a:gdLst/>
              <a:ahLst/>
              <a:cxnLst/>
              <a:rect l="l" t="t" r="r" b="b"/>
              <a:pathLst>
                <a:path w="1635" h="1059" extrusionOk="0">
                  <a:moveTo>
                    <a:pt x="1448" y="0"/>
                  </a:moveTo>
                  <a:cubicBezTo>
                    <a:pt x="1418" y="0"/>
                    <a:pt x="1384" y="8"/>
                    <a:pt x="1347" y="23"/>
                  </a:cubicBezTo>
                  <a:cubicBezTo>
                    <a:pt x="1203" y="108"/>
                    <a:pt x="1193" y="194"/>
                    <a:pt x="1127" y="194"/>
                  </a:cubicBezTo>
                  <a:cubicBezTo>
                    <a:pt x="1108" y="194"/>
                    <a:pt x="1084" y="187"/>
                    <a:pt x="1051" y="170"/>
                  </a:cubicBezTo>
                  <a:cubicBezTo>
                    <a:pt x="965" y="106"/>
                    <a:pt x="866" y="66"/>
                    <a:pt x="785" y="66"/>
                  </a:cubicBezTo>
                  <a:cubicBezTo>
                    <a:pt x="726" y="66"/>
                    <a:pt x="675" y="87"/>
                    <a:pt x="644" y="133"/>
                  </a:cubicBezTo>
                  <a:cubicBezTo>
                    <a:pt x="559" y="190"/>
                    <a:pt x="539" y="269"/>
                    <a:pt x="451" y="269"/>
                  </a:cubicBezTo>
                  <a:cubicBezTo>
                    <a:pt x="424" y="269"/>
                    <a:pt x="391" y="262"/>
                    <a:pt x="348" y="244"/>
                  </a:cubicBezTo>
                  <a:cubicBezTo>
                    <a:pt x="333" y="241"/>
                    <a:pt x="317" y="240"/>
                    <a:pt x="302" y="240"/>
                  </a:cubicBezTo>
                  <a:cubicBezTo>
                    <a:pt x="136" y="240"/>
                    <a:pt x="0" y="423"/>
                    <a:pt x="237" y="762"/>
                  </a:cubicBezTo>
                  <a:cubicBezTo>
                    <a:pt x="389" y="1034"/>
                    <a:pt x="787" y="1059"/>
                    <a:pt x="927" y="1059"/>
                  </a:cubicBezTo>
                  <a:cubicBezTo>
                    <a:pt x="959" y="1059"/>
                    <a:pt x="977" y="1058"/>
                    <a:pt x="977" y="1058"/>
                  </a:cubicBezTo>
                  <a:cubicBezTo>
                    <a:pt x="1531" y="799"/>
                    <a:pt x="1531" y="540"/>
                    <a:pt x="1605" y="355"/>
                  </a:cubicBezTo>
                  <a:cubicBezTo>
                    <a:pt x="1635" y="119"/>
                    <a:pt x="1570" y="0"/>
                    <a:pt x="14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1118;p51">
              <a:extLst>
                <a:ext uri="{FF2B5EF4-FFF2-40B4-BE49-F238E27FC236}">
                  <a16:creationId xmlns:a16="http://schemas.microsoft.com/office/drawing/2014/main" id="{BCF175D0-832E-8FB6-056F-C39018BCC260}"/>
                </a:ext>
              </a:extLst>
            </p:cNvPr>
            <p:cNvSpPr/>
            <p:nvPr/>
          </p:nvSpPr>
          <p:spPr>
            <a:xfrm>
              <a:off x="3775325" y="891575"/>
              <a:ext cx="37000" cy="18575"/>
            </a:xfrm>
            <a:custGeom>
              <a:avLst/>
              <a:gdLst/>
              <a:ahLst/>
              <a:cxnLst/>
              <a:rect l="l" t="t" r="r" b="b"/>
              <a:pathLst>
                <a:path w="1480" h="743" extrusionOk="0">
                  <a:moveTo>
                    <a:pt x="38" y="0"/>
                  </a:moveTo>
                  <a:lnTo>
                    <a:pt x="38" y="0"/>
                  </a:lnTo>
                  <a:cubicBezTo>
                    <a:pt x="1" y="111"/>
                    <a:pt x="1" y="259"/>
                    <a:pt x="148" y="444"/>
                  </a:cubicBezTo>
                  <a:cubicBezTo>
                    <a:pt x="274" y="670"/>
                    <a:pt x="502" y="743"/>
                    <a:pt x="670" y="743"/>
                  </a:cubicBezTo>
                  <a:cubicBezTo>
                    <a:pt x="750" y="743"/>
                    <a:pt x="815" y="726"/>
                    <a:pt x="851" y="703"/>
                  </a:cubicBezTo>
                  <a:lnTo>
                    <a:pt x="925" y="703"/>
                  </a:lnTo>
                  <a:cubicBezTo>
                    <a:pt x="1369" y="518"/>
                    <a:pt x="1479" y="333"/>
                    <a:pt x="1479" y="111"/>
                  </a:cubicBezTo>
                  <a:lnTo>
                    <a:pt x="1479" y="111"/>
                  </a:lnTo>
                  <a:cubicBezTo>
                    <a:pt x="1442" y="148"/>
                    <a:pt x="1369" y="296"/>
                    <a:pt x="1332" y="333"/>
                  </a:cubicBezTo>
                  <a:cubicBezTo>
                    <a:pt x="1303" y="355"/>
                    <a:pt x="1283" y="364"/>
                    <a:pt x="1268" y="364"/>
                  </a:cubicBezTo>
                  <a:cubicBezTo>
                    <a:pt x="1207" y="364"/>
                    <a:pt x="1243" y="208"/>
                    <a:pt x="1184" y="148"/>
                  </a:cubicBezTo>
                  <a:cubicBezTo>
                    <a:pt x="1147" y="148"/>
                    <a:pt x="1147" y="259"/>
                    <a:pt x="1147" y="259"/>
                  </a:cubicBezTo>
                  <a:cubicBezTo>
                    <a:pt x="1147" y="296"/>
                    <a:pt x="1110" y="407"/>
                    <a:pt x="1073" y="407"/>
                  </a:cubicBezTo>
                  <a:cubicBezTo>
                    <a:pt x="1057" y="412"/>
                    <a:pt x="1043" y="414"/>
                    <a:pt x="1030" y="414"/>
                  </a:cubicBezTo>
                  <a:cubicBezTo>
                    <a:pt x="952" y="414"/>
                    <a:pt x="920" y="328"/>
                    <a:pt x="888" y="296"/>
                  </a:cubicBezTo>
                  <a:lnTo>
                    <a:pt x="814" y="296"/>
                  </a:lnTo>
                  <a:cubicBezTo>
                    <a:pt x="814" y="333"/>
                    <a:pt x="888" y="333"/>
                    <a:pt x="814" y="407"/>
                  </a:cubicBezTo>
                  <a:cubicBezTo>
                    <a:pt x="777" y="444"/>
                    <a:pt x="703" y="444"/>
                    <a:pt x="629" y="444"/>
                  </a:cubicBezTo>
                  <a:cubicBezTo>
                    <a:pt x="592" y="444"/>
                    <a:pt x="555" y="333"/>
                    <a:pt x="518" y="333"/>
                  </a:cubicBezTo>
                  <a:lnTo>
                    <a:pt x="518" y="407"/>
                  </a:lnTo>
                  <a:cubicBezTo>
                    <a:pt x="518" y="444"/>
                    <a:pt x="555" y="592"/>
                    <a:pt x="444" y="592"/>
                  </a:cubicBezTo>
                  <a:cubicBezTo>
                    <a:pt x="370" y="592"/>
                    <a:pt x="259" y="481"/>
                    <a:pt x="222" y="444"/>
                  </a:cubicBezTo>
                  <a:cubicBezTo>
                    <a:pt x="185" y="407"/>
                    <a:pt x="148" y="296"/>
                    <a:pt x="75" y="222"/>
                  </a:cubicBezTo>
                  <a:cubicBezTo>
                    <a:pt x="75" y="148"/>
                    <a:pt x="75" y="148"/>
                    <a:pt x="38" y="111"/>
                  </a:cubicBezTo>
                  <a:lnTo>
                    <a:pt x="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1119;p51">
              <a:extLst>
                <a:ext uri="{FF2B5EF4-FFF2-40B4-BE49-F238E27FC236}">
                  <a16:creationId xmlns:a16="http://schemas.microsoft.com/office/drawing/2014/main" id="{5F58F921-09E5-5F13-4B6A-544656A79860}"/>
                </a:ext>
              </a:extLst>
            </p:cNvPr>
            <p:cNvSpPr/>
            <p:nvPr/>
          </p:nvSpPr>
          <p:spPr>
            <a:xfrm>
              <a:off x="3795650" y="929475"/>
              <a:ext cx="37925" cy="49925"/>
            </a:xfrm>
            <a:custGeom>
              <a:avLst/>
              <a:gdLst/>
              <a:ahLst/>
              <a:cxnLst/>
              <a:rect l="l" t="t" r="r" b="b"/>
              <a:pathLst>
                <a:path w="1517" h="1997" extrusionOk="0">
                  <a:moveTo>
                    <a:pt x="556" y="0"/>
                  </a:moveTo>
                  <a:lnTo>
                    <a:pt x="334" y="74"/>
                  </a:lnTo>
                  <a:lnTo>
                    <a:pt x="445" y="481"/>
                  </a:lnTo>
                  <a:cubicBezTo>
                    <a:pt x="186" y="592"/>
                    <a:pt x="1" y="776"/>
                    <a:pt x="112" y="1035"/>
                  </a:cubicBezTo>
                  <a:cubicBezTo>
                    <a:pt x="171" y="1229"/>
                    <a:pt x="327" y="1278"/>
                    <a:pt x="493" y="1278"/>
                  </a:cubicBezTo>
                  <a:cubicBezTo>
                    <a:pt x="670" y="1278"/>
                    <a:pt x="859" y="1223"/>
                    <a:pt x="962" y="1223"/>
                  </a:cubicBezTo>
                  <a:cubicBezTo>
                    <a:pt x="1003" y="1223"/>
                    <a:pt x="1030" y="1232"/>
                    <a:pt x="1036" y="1257"/>
                  </a:cubicBezTo>
                  <a:cubicBezTo>
                    <a:pt x="1073" y="1368"/>
                    <a:pt x="925" y="1405"/>
                    <a:pt x="888" y="1405"/>
                  </a:cubicBezTo>
                  <a:cubicBezTo>
                    <a:pt x="851" y="1405"/>
                    <a:pt x="703" y="1405"/>
                    <a:pt x="666" y="1331"/>
                  </a:cubicBezTo>
                  <a:lnTo>
                    <a:pt x="260" y="1442"/>
                  </a:lnTo>
                  <a:cubicBezTo>
                    <a:pt x="314" y="1660"/>
                    <a:pt x="490" y="1718"/>
                    <a:pt x="683" y="1718"/>
                  </a:cubicBezTo>
                  <a:cubicBezTo>
                    <a:pt x="751" y="1718"/>
                    <a:pt x="821" y="1710"/>
                    <a:pt x="888" y="1701"/>
                  </a:cubicBezTo>
                  <a:lnTo>
                    <a:pt x="962" y="1997"/>
                  </a:lnTo>
                  <a:lnTo>
                    <a:pt x="1221" y="1923"/>
                  </a:lnTo>
                  <a:lnTo>
                    <a:pt x="1073" y="1590"/>
                  </a:lnTo>
                  <a:cubicBezTo>
                    <a:pt x="1369" y="1442"/>
                    <a:pt x="1517" y="1257"/>
                    <a:pt x="1443" y="998"/>
                  </a:cubicBezTo>
                  <a:cubicBezTo>
                    <a:pt x="1387" y="802"/>
                    <a:pt x="1246" y="749"/>
                    <a:pt x="1090" y="749"/>
                  </a:cubicBezTo>
                  <a:cubicBezTo>
                    <a:pt x="909" y="749"/>
                    <a:pt x="708" y="821"/>
                    <a:pt x="598" y="821"/>
                  </a:cubicBezTo>
                  <a:cubicBezTo>
                    <a:pt x="554" y="821"/>
                    <a:pt x="525" y="810"/>
                    <a:pt x="519" y="776"/>
                  </a:cubicBezTo>
                  <a:cubicBezTo>
                    <a:pt x="519" y="666"/>
                    <a:pt x="629" y="629"/>
                    <a:pt x="666" y="629"/>
                  </a:cubicBezTo>
                  <a:cubicBezTo>
                    <a:pt x="682" y="613"/>
                    <a:pt x="710" y="604"/>
                    <a:pt x="740" y="604"/>
                  </a:cubicBezTo>
                  <a:cubicBezTo>
                    <a:pt x="783" y="604"/>
                    <a:pt x="830" y="622"/>
                    <a:pt x="851" y="666"/>
                  </a:cubicBezTo>
                  <a:lnTo>
                    <a:pt x="1258" y="555"/>
                  </a:lnTo>
                  <a:cubicBezTo>
                    <a:pt x="1203" y="336"/>
                    <a:pt x="1048" y="279"/>
                    <a:pt x="866" y="279"/>
                  </a:cubicBezTo>
                  <a:cubicBezTo>
                    <a:pt x="802" y="279"/>
                    <a:pt x="734" y="286"/>
                    <a:pt x="666" y="296"/>
                  </a:cubicBezTo>
                  <a:lnTo>
                    <a:pt x="5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1120;p51">
              <a:extLst>
                <a:ext uri="{FF2B5EF4-FFF2-40B4-BE49-F238E27FC236}">
                  <a16:creationId xmlns:a16="http://schemas.microsoft.com/office/drawing/2014/main" id="{B86520B0-23DE-8D95-9624-E2B5F5559346}"/>
                </a:ext>
              </a:extLst>
            </p:cNvPr>
            <p:cNvSpPr/>
            <p:nvPr/>
          </p:nvSpPr>
          <p:spPr>
            <a:xfrm>
              <a:off x="3785500" y="901725"/>
              <a:ext cx="26825" cy="15425"/>
            </a:xfrm>
            <a:custGeom>
              <a:avLst/>
              <a:gdLst/>
              <a:ahLst/>
              <a:cxnLst/>
              <a:rect l="l" t="t" r="r" b="b"/>
              <a:pathLst>
                <a:path w="1073" h="617" extrusionOk="0">
                  <a:moveTo>
                    <a:pt x="962" y="1"/>
                  </a:moveTo>
                  <a:cubicBezTo>
                    <a:pt x="962" y="1"/>
                    <a:pt x="518" y="260"/>
                    <a:pt x="0" y="297"/>
                  </a:cubicBezTo>
                  <a:lnTo>
                    <a:pt x="37" y="593"/>
                  </a:lnTo>
                  <a:cubicBezTo>
                    <a:pt x="37" y="593"/>
                    <a:pt x="98" y="617"/>
                    <a:pt x="211" y="617"/>
                  </a:cubicBezTo>
                  <a:cubicBezTo>
                    <a:pt x="297" y="617"/>
                    <a:pt x="412" y="603"/>
                    <a:pt x="555" y="556"/>
                  </a:cubicBezTo>
                  <a:cubicBezTo>
                    <a:pt x="925" y="408"/>
                    <a:pt x="1072" y="223"/>
                    <a:pt x="1072" y="223"/>
                  </a:cubicBezTo>
                  <a:lnTo>
                    <a:pt x="9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1121;p51">
              <a:extLst>
                <a:ext uri="{FF2B5EF4-FFF2-40B4-BE49-F238E27FC236}">
                  <a16:creationId xmlns:a16="http://schemas.microsoft.com/office/drawing/2014/main" id="{9DC3AFE5-4F22-40E1-D23E-AF1146E868D8}"/>
                </a:ext>
              </a:extLst>
            </p:cNvPr>
            <p:cNvSpPr/>
            <p:nvPr/>
          </p:nvSpPr>
          <p:spPr>
            <a:xfrm>
              <a:off x="3800275" y="894550"/>
              <a:ext cx="31450" cy="29500"/>
            </a:xfrm>
            <a:custGeom>
              <a:avLst/>
              <a:gdLst/>
              <a:ahLst/>
              <a:cxnLst/>
              <a:rect l="l" t="t" r="r" b="b"/>
              <a:pathLst>
                <a:path w="1258" h="1180" extrusionOk="0">
                  <a:moveTo>
                    <a:pt x="548" y="0"/>
                  </a:moveTo>
                  <a:cubicBezTo>
                    <a:pt x="442" y="0"/>
                    <a:pt x="341" y="69"/>
                    <a:pt x="260" y="177"/>
                  </a:cubicBezTo>
                  <a:cubicBezTo>
                    <a:pt x="112" y="288"/>
                    <a:pt x="1" y="362"/>
                    <a:pt x="1" y="473"/>
                  </a:cubicBezTo>
                  <a:cubicBezTo>
                    <a:pt x="1" y="551"/>
                    <a:pt x="32" y="580"/>
                    <a:pt x="78" y="580"/>
                  </a:cubicBezTo>
                  <a:cubicBezTo>
                    <a:pt x="209" y="580"/>
                    <a:pt x="464" y="352"/>
                    <a:pt x="518" y="325"/>
                  </a:cubicBezTo>
                  <a:lnTo>
                    <a:pt x="518" y="325"/>
                  </a:lnTo>
                  <a:cubicBezTo>
                    <a:pt x="518" y="325"/>
                    <a:pt x="75" y="658"/>
                    <a:pt x="112" y="843"/>
                  </a:cubicBezTo>
                  <a:cubicBezTo>
                    <a:pt x="121" y="914"/>
                    <a:pt x="151" y="943"/>
                    <a:pt x="195" y="943"/>
                  </a:cubicBezTo>
                  <a:cubicBezTo>
                    <a:pt x="269" y="943"/>
                    <a:pt x="380" y="861"/>
                    <a:pt x="484" y="773"/>
                  </a:cubicBezTo>
                  <a:lnTo>
                    <a:pt x="484" y="773"/>
                  </a:lnTo>
                  <a:cubicBezTo>
                    <a:pt x="440" y="822"/>
                    <a:pt x="402" y="864"/>
                    <a:pt x="371" y="880"/>
                  </a:cubicBezTo>
                  <a:cubicBezTo>
                    <a:pt x="297" y="953"/>
                    <a:pt x="371" y="1064"/>
                    <a:pt x="444" y="1064"/>
                  </a:cubicBezTo>
                  <a:cubicBezTo>
                    <a:pt x="455" y="1071"/>
                    <a:pt x="466" y="1074"/>
                    <a:pt x="480" y="1074"/>
                  </a:cubicBezTo>
                  <a:cubicBezTo>
                    <a:pt x="613" y="1074"/>
                    <a:pt x="888" y="769"/>
                    <a:pt x="888" y="769"/>
                  </a:cubicBezTo>
                  <a:lnTo>
                    <a:pt x="888" y="769"/>
                  </a:lnTo>
                  <a:cubicBezTo>
                    <a:pt x="851" y="843"/>
                    <a:pt x="555" y="1027"/>
                    <a:pt x="703" y="1138"/>
                  </a:cubicBezTo>
                  <a:cubicBezTo>
                    <a:pt x="723" y="1169"/>
                    <a:pt x="749" y="1180"/>
                    <a:pt x="777" y="1180"/>
                  </a:cubicBezTo>
                  <a:cubicBezTo>
                    <a:pt x="852" y="1180"/>
                    <a:pt x="945" y="1101"/>
                    <a:pt x="999" y="1101"/>
                  </a:cubicBezTo>
                  <a:cubicBezTo>
                    <a:pt x="1073" y="953"/>
                    <a:pt x="1258" y="843"/>
                    <a:pt x="1258" y="732"/>
                  </a:cubicBezTo>
                  <a:cubicBezTo>
                    <a:pt x="1221" y="399"/>
                    <a:pt x="851" y="140"/>
                    <a:pt x="666" y="29"/>
                  </a:cubicBezTo>
                  <a:cubicBezTo>
                    <a:pt x="627" y="9"/>
                    <a:pt x="587" y="0"/>
                    <a:pt x="548"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1122;p51">
              <a:extLst>
                <a:ext uri="{FF2B5EF4-FFF2-40B4-BE49-F238E27FC236}">
                  <a16:creationId xmlns:a16="http://schemas.microsoft.com/office/drawing/2014/main" id="{1C8922BB-6308-9FD8-2C2B-09C621B71677}"/>
                </a:ext>
              </a:extLst>
            </p:cNvPr>
            <p:cNvSpPr/>
            <p:nvPr/>
          </p:nvSpPr>
          <p:spPr>
            <a:xfrm>
              <a:off x="2949950" y="739350"/>
              <a:ext cx="30525" cy="71825"/>
            </a:xfrm>
            <a:custGeom>
              <a:avLst/>
              <a:gdLst/>
              <a:ahLst/>
              <a:cxnLst/>
              <a:rect l="l" t="t" r="r" b="b"/>
              <a:pathLst>
                <a:path w="1221" h="2873" extrusionOk="0">
                  <a:moveTo>
                    <a:pt x="280" y="0"/>
                  </a:moveTo>
                  <a:cubicBezTo>
                    <a:pt x="214" y="0"/>
                    <a:pt x="133" y="64"/>
                    <a:pt x="112" y="211"/>
                  </a:cubicBezTo>
                  <a:cubicBezTo>
                    <a:pt x="38" y="322"/>
                    <a:pt x="1" y="581"/>
                    <a:pt x="1" y="802"/>
                  </a:cubicBezTo>
                  <a:cubicBezTo>
                    <a:pt x="1" y="950"/>
                    <a:pt x="38" y="1135"/>
                    <a:pt x="112" y="1320"/>
                  </a:cubicBezTo>
                  <a:cubicBezTo>
                    <a:pt x="149" y="1616"/>
                    <a:pt x="334" y="1949"/>
                    <a:pt x="297" y="2355"/>
                  </a:cubicBezTo>
                  <a:cubicBezTo>
                    <a:pt x="308" y="2354"/>
                    <a:pt x="318" y="2353"/>
                    <a:pt x="327" y="2353"/>
                  </a:cubicBezTo>
                  <a:cubicBezTo>
                    <a:pt x="531" y="2353"/>
                    <a:pt x="271" y="2731"/>
                    <a:pt x="518" y="2873"/>
                  </a:cubicBezTo>
                  <a:cubicBezTo>
                    <a:pt x="555" y="2725"/>
                    <a:pt x="925" y="2355"/>
                    <a:pt x="1221" y="2096"/>
                  </a:cubicBezTo>
                  <a:cubicBezTo>
                    <a:pt x="1036" y="1690"/>
                    <a:pt x="851" y="1209"/>
                    <a:pt x="703" y="766"/>
                  </a:cubicBezTo>
                  <a:cubicBezTo>
                    <a:pt x="703" y="802"/>
                    <a:pt x="592" y="876"/>
                    <a:pt x="518" y="876"/>
                  </a:cubicBezTo>
                  <a:cubicBezTo>
                    <a:pt x="334" y="876"/>
                    <a:pt x="407" y="618"/>
                    <a:pt x="407" y="507"/>
                  </a:cubicBezTo>
                  <a:cubicBezTo>
                    <a:pt x="481" y="322"/>
                    <a:pt x="370" y="137"/>
                    <a:pt x="370" y="100"/>
                  </a:cubicBezTo>
                  <a:cubicBezTo>
                    <a:pt x="370" y="36"/>
                    <a:pt x="329" y="0"/>
                    <a:pt x="280"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1123;p51">
              <a:extLst>
                <a:ext uri="{FF2B5EF4-FFF2-40B4-BE49-F238E27FC236}">
                  <a16:creationId xmlns:a16="http://schemas.microsoft.com/office/drawing/2014/main" id="{455FB299-F953-A332-0630-8C3FC7E3B11D}"/>
                </a:ext>
              </a:extLst>
            </p:cNvPr>
            <p:cNvSpPr/>
            <p:nvPr/>
          </p:nvSpPr>
          <p:spPr>
            <a:xfrm>
              <a:off x="2847375" y="772350"/>
              <a:ext cx="193175" cy="157700"/>
            </a:xfrm>
            <a:custGeom>
              <a:avLst/>
              <a:gdLst/>
              <a:ahLst/>
              <a:cxnLst/>
              <a:rect l="l" t="t" r="r" b="b"/>
              <a:pathLst>
                <a:path w="7727" h="6308" extrusionOk="0">
                  <a:moveTo>
                    <a:pt x="5213" y="0"/>
                  </a:moveTo>
                  <a:lnTo>
                    <a:pt x="4104" y="592"/>
                  </a:lnTo>
                  <a:cubicBezTo>
                    <a:pt x="4104" y="592"/>
                    <a:pt x="5361" y="3586"/>
                    <a:pt x="5287" y="3956"/>
                  </a:cubicBezTo>
                  <a:cubicBezTo>
                    <a:pt x="5287" y="3962"/>
                    <a:pt x="5283" y="3965"/>
                    <a:pt x="5277" y="3965"/>
                  </a:cubicBezTo>
                  <a:cubicBezTo>
                    <a:pt x="5124" y="3965"/>
                    <a:pt x="3252" y="2361"/>
                    <a:pt x="2366" y="1368"/>
                  </a:cubicBezTo>
                  <a:cubicBezTo>
                    <a:pt x="2255" y="1250"/>
                    <a:pt x="2115" y="1202"/>
                    <a:pt x="1961" y="1202"/>
                  </a:cubicBezTo>
                  <a:cubicBezTo>
                    <a:pt x="1346" y="1202"/>
                    <a:pt x="518" y="1960"/>
                    <a:pt x="518" y="1960"/>
                  </a:cubicBezTo>
                  <a:cubicBezTo>
                    <a:pt x="0" y="2773"/>
                    <a:pt x="2255" y="4511"/>
                    <a:pt x="2551" y="4695"/>
                  </a:cubicBezTo>
                  <a:cubicBezTo>
                    <a:pt x="3559" y="5395"/>
                    <a:pt x="5521" y="6307"/>
                    <a:pt x="6559" y="6307"/>
                  </a:cubicBezTo>
                  <a:cubicBezTo>
                    <a:pt x="6891" y="6307"/>
                    <a:pt x="7129" y="6214"/>
                    <a:pt x="7209" y="5989"/>
                  </a:cubicBezTo>
                  <a:cubicBezTo>
                    <a:pt x="7727" y="4658"/>
                    <a:pt x="5213" y="0"/>
                    <a:pt x="52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1124;p51">
              <a:extLst>
                <a:ext uri="{FF2B5EF4-FFF2-40B4-BE49-F238E27FC236}">
                  <a16:creationId xmlns:a16="http://schemas.microsoft.com/office/drawing/2014/main" id="{D3D75F98-65BD-6149-EB64-457A979B97BD}"/>
                </a:ext>
              </a:extLst>
            </p:cNvPr>
            <p:cNvSpPr/>
            <p:nvPr/>
          </p:nvSpPr>
          <p:spPr>
            <a:xfrm>
              <a:off x="2900975" y="838875"/>
              <a:ext cx="129425" cy="92100"/>
            </a:xfrm>
            <a:custGeom>
              <a:avLst/>
              <a:gdLst/>
              <a:ahLst/>
              <a:cxnLst/>
              <a:rect l="l" t="t" r="r" b="b"/>
              <a:pathLst>
                <a:path w="5177" h="3684" extrusionOk="0">
                  <a:moveTo>
                    <a:pt x="592" y="1"/>
                  </a:moveTo>
                  <a:cubicBezTo>
                    <a:pt x="592" y="149"/>
                    <a:pt x="592" y="334"/>
                    <a:pt x="555" y="482"/>
                  </a:cubicBezTo>
                  <a:cubicBezTo>
                    <a:pt x="444" y="888"/>
                    <a:pt x="296" y="1406"/>
                    <a:pt x="0" y="1702"/>
                  </a:cubicBezTo>
                  <a:cubicBezTo>
                    <a:pt x="222" y="1886"/>
                    <a:pt x="370" y="2034"/>
                    <a:pt x="444" y="2071"/>
                  </a:cubicBezTo>
                  <a:cubicBezTo>
                    <a:pt x="1452" y="2771"/>
                    <a:pt x="3435" y="3683"/>
                    <a:pt x="4467" y="3683"/>
                  </a:cubicBezTo>
                  <a:cubicBezTo>
                    <a:pt x="4798" y="3683"/>
                    <a:pt x="5031" y="3590"/>
                    <a:pt x="5102" y="3365"/>
                  </a:cubicBezTo>
                  <a:cubicBezTo>
                    <a:pt x="5102" y="3328"/>
                    <a:pt x="5176" y="3254"/>
                    <a:pt x="5176" y="3180"/>
                  </a:cubicBezTo>
                  <a:lnTo>
                    <a:pt x="5176" y="3180"/>
                  </a:lnTo>
                  <a:cubicBezTo>
                    <a:pt x="4979" y="3273"/>
                    <a:pt x="4762" y="3318"/>
                    <a:pt x="4544" y="3318"/>
                  </a:cubicBezTo>
                  <a:cubicBezTo>
                    <a:pt x="4149" y="3318"/>
                    <a:pt x="3748" y="3170"/>
                    <a:pt x="3439" y="2885"/>
                  </a:cubicBezTo>
                  <a:cubicBezTo>
                    <a:pt x="3402" y="2811"/>
                    <a:pt x="1368" y="1036"/>
                    <a:pt x="5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1125;p51">
              <a:extLst>
                <a:ext uri="{FF2B5EF4-FFF2-40B4-BE49-F238E27FC236}">
                  <a16:creationId xmlns:a16="http://schemas.microsoft.com/office/drawing/2014/main" id="{F7DDBFFB-1FF1-ED78-3C96-A94A3DCC81E8}"/>
                </a:ext>
              </a:extLst>
            </p:cNvPr>
            <p:cNvSpPr/>
            <p:nvPr/>
          </p:nvSpPr>
          <p:spPr>
            <a:xfrm>
              <a:off x="2963825" y="716575"/>
              <a:ext cx="26600" cy="28975"/>
            </a:xfrm>
            <a:custGeom>
              <a:avLst/>
              <a:gdLst/>
              <a:ahLst/>
              <a:cxnLst/>
              <a:rect l="l" t="t" r="r" b="b"/>
              <a:pathLst>
                <a:path w="1064" h="1159" extrusionOk="0">
                  <a:moveTo>
                    <a:pt x="929" y="0"/>
                  </a:moveTo>
                  <a:cubicBezTo>
                    <a:pt x="904" y="0"/>
                    <a:pt x="877" y="14"/>
                    <a:pt x="851" y="50"/>
                  </a:cubicBezTo>
                  <a:cubicBezTo>
                    <a:pt x="777" y="87"/>
                    <a:pt x="740" y="198"/>
                    <a:pt x="703" y="198"/>
                  </a:cubicBezTo>
                  <a:lnTo>
                    <a:pt x="0" y="1011"/>
                  </a:lnTo>
                  <a:cubicBezTo>
                    <a:pt x="74" y="1048"/>
                    <a:pt x="148" y="1159"/>
                    <a:pt x="185" y="1159"/>
                  </a:cubicBezTo>
                  <a:lnTo>
                    <a:pt x="222" y="1159"/>
                  </a:lnTo>
                  <a:lnTo>
                    <a:pt x="925" y="309"/>
                  </a:lnTo>
                  <a:cubicBezTo>
                    <a:pt x="962" y="272"/>
                    <a:pt x="1036" y="235"/>
                    <a:pt x="1036" y="198"/>
                  </a:cubicBezTo>
                  <a:cubicBezTo>
                    <a:pt x="1064" y="142"/>
                    <a:pt x="1006" y="0"/>
                    <a:pt x="9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1126;p51">
              <a:extLst>
                <a:ext uri="{FF2B5EF4-FFF2-40B4-BE49-F238E27FC236}">
                  <a16:creationId xmlns:a16="http://schemas.microsoft.com/office/drawing/2014/main" id="{A3ED9261-9143-F19C-65E0-B1D3FB08E6CE}"/>
                </a:ext>
              </a:extLst>
            </p:cNvPr>
            <p:cNvSpPr/>
            <p:nvPr/>
          </p:nvSpPr>
          <p:spPr>
            <a:xfrm>
              <a:off x="2923150" y="730850"/>
              <a:ext cx="62875" cy="66550"/>
            </a:xfrm>
            <a:custGeom>
              <a:avLst/>
              <a:gdLst/>
              <a:ahLst/>
              <a:cxnLst/>
              <a:rect l="l" t="t" r="r" b="b"/>
              <a:pathLst>
                <a:path w="2515" h="2662" extrusionOk="0">
                  <a:moveTo>
                    <a:pt x="2073" y="0"/>
                  </a:moveTo>
                  <a:cubicBezTo>
                    <a:pt x="1989" y="0"/>
                    <a:pt x="1923" y="33"/>
                    <a:pt x="1923" y="33"/>
                  </a:cubicBezTo>
                  <a:cubicBezTo>
                    <a:pt x="1903" y="27"/>
                    <a:pt x="1883" y="24"/>
                    <a:pt x="1861" y="24"/>
                  </a:cubicBezTo>
                  <a:cubicBezTo>
                    <a:pt x="1762" y="24"/>
                    <a:pt x="1651" y="90"/>
                    <a:pt x="1590" y="181"/>
                  </a:cubicBezTo>
                  <a:lnTo>
                    <a:pt x="259" y="1586"/>
                  </a:lnTo>
                  <a:cubicBezTo>
                    <a:pt x="112" y="1771"/>
                    <a:pt x="1" y="1956"/>
                    <a:pt x="75" y="2067"/>
                  </a:cubicBezTo>
                  <a:lnTo>
                    <a:pt x="185" y="2584"/>
                  </a:lnTo>
                  <a:cubicBezTo>
                    <a:pt x="231" y="2630"/>
                    <a:pt x="347" y="2662"/>
                    <a:pt x="465" y="2662"/>
                  </a:cubicBezTo>
                  <a:cubicBezTo>
                    <a:pt x="537" y="2662"/>
                    <a:pt x="610" y="2650"/>
                    <a:pt x="666" y="2621"/>
                  </a:cubicBezTo>
                  <a:lnTo>
                    <a:pt x="814" y="2473"/>
                  </a:lnTo>
                  <a:lnTo>
                    <a:pt x="2256" y="736"/>
                  </a:lnTo>
                  <a:cubicBezTo>
                    <a:pt x="2293" y="662"/>
                    <a:pt x="2515" y="366"/>
                    <a:pt x="2293" y="107"/>
                  </a:cubicBezTo>
                  <a:cubicBezTo>
                    <a:pt x="2226" y="23"/>
                    <a:pt x="2143" y="0"/>
                    <a:pt x="20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1127;p51">
              <a:extLst>
                <a:ext uri="{FF2B5EF4-FFF2-40B4-BE49-F238E27FC236}">
                  <a16:creationId xmlns:a16="http://schemas.microsoft.com/office/drawing/2014/main" id="{E39D63AA-8697-E0E1-1BE1-598C7BD4A47A}"/>
                </a:ext>
              </a:extLst>
            </p:cNvPr>
            <p:cNvSpPr/>
            <p:nvPr/>
          </p:nvSpPr>
          <p:spPr>
            <a:xfrm>
              <a:off x="2921300" y="727725"/>
              <a:ext cx="59175" cy="68125"/>
            </a:xfrm>
            <a:custGeom>
              <a:avLst/>
              <a:gdLst/>
              <a:ahLst/>
              <a:cxnLst/>
              <a:rect l="l" t="t" r="r" b="b"/>
              <a:pathLst>
                <a:path w="2367" h="2725" extrusionOk="0">
                  <a:moveTo>
                    <a:pt x="1750" y="1"/>
                  </a:moveTo>
                  <a:cubicBezTo>
                    <a:pt x="1651" y="1"/>
                    <a:pt x="1540" y="67"/>
                    <a:pt x="1480" y="158"/>
                  </a:cubicBezTo>
                  <a:lnTo>
                    <a:pt x="223" y="1822"/>
                  </a:lnTo>
                  <a:cubicBezTo>
                    <a:pt x="75" y="2007"/>
                    <a:pt x="1" y="2192"/>
                    <a:pt x="38" y="2266"/>
                  </a:cubicBezTo>
                  <a:lnTo>
                    <a:pt x="223" y="2635"/>
                  </a:lnTo>
                  <a:cubicBezTo>
                    <a:pt x="267" y="2695"/>
                    <a:pt x="323" y="2724"/>
                    <a:pt x="382" y="2724"/>
                  </a:cubicBezTo>
                  <a:cubicBezTo>
                    <a:pt x="469" y="2724"/>
                    <a:pt x="563" y="2658"/>
                    <a:pt x="629" y="2524"/>
                  </a:cubicBezTo>
                  <a:lnTo>
                    <a:pt x="2256" y="528"/>
                  </a:lnTo>
                  <a:cubicBezTo>
                    <a:pt x="2367" y="380"/>
                    <a:pt x="2367" y="232"/>
                    <a:pt x="2256" y="195"/>
                  </a:cubicBezTo>
                  <a:lnTo>
                    <a:pt x="1812" y="10"/>
                  </a:lnTo>
                  <a:cubicBezTo>
                    <a:pt x="1793" y="4"/>
                    <a:pt x="1772" y="1"/>
                    <a:pt x="17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1128;p51">
              <a:extLst>
                <a:ext uri="{FF2B5EF4-FFF2-40B4-BE49-F238E27FC236}">
                  <a16:creationId xmlns:a16="http://schemas.microsoft.com/office/drawing/2014/main" id="{A48AE3DA-9FC9-D477-357B-1866261546C1}"/>
                </a:ext>
              </a:extLst>
            </p:cNvPr>
            <p:cNvSpPr/>
            <p:nvPr/>
          </p:nvSpPr>
          <p:spPr>
            <a:xfrm>
              <a:off x="2945325" y="737225"/>
              <a:ext cx="38850" cy="36075"/>
            </a:xfrm>
            <a:custGeom>
              <a:avLst/>
              <a:gdLst/>
              <a:ahLst/>
              <a:cxnLst/>
              <a:rect l="l" t="t" r="r" b="b"/>
              <a:pathLst>
                <a:path w="1554" h="1443" extrusionOk="0">
                  <a:moveTo>
                    <a:pt x="740" y="0"/>
                  </a:moveTo>
                  <a:cubicBezTo>
                    <a:pt x="371" y="111"/>
                    <a:pt x="925" y="518"/>
                    <a:pt x="1036" y="629"/>
                  </a:cubicBezTo>
                  <a:cubicBezTo>
                    <a:pt x="1036" y="629"/>
                    <a:pt x="590" y="214"/>
                    <a:pt x="378" y="214"/>
                  </a:cubicBezTo>
                  <a:cubicBezTo>
                    <a:pt x="362" y="214"/>
                    <a:pt x="347" y="217"/>
                    <a:pt x="334" y="222"/>
                  </a:cubicBezTo>
                  <a:cubicBezTo>
                    <a:pt x="160" y="299"/>
                    <a:pt x="228" y="437"/>
                    <a:pt x="354" y="572"/>
                  </a:cubicBezTo>
                  <a:lnTo>
                    <a:pt x="354" y="572"/>
                  </a:lnTo>
                  <a:cubicBezTo>
                    <a:pt x="330" y="561"/>
                    <a:pt x="310" y="555"/>
                    <a:pt x="297" y="555"/>
                  </a:cubicBezTo>
                  <a:cubicBezTo>
                    <a:pt x="266" y="524"/>
                    <a:pt x="239" y="513"/>
                    <a:pt x="215" y="513"/>
                  </a:cubicBezTo>
                  <a:cubicBezTo>
                    <a:pt x="151" y="513"/>
                    <a:pt x="112" y="592"/>
                    <a:pt x="112" y="592"/>
                  </a:cubicBezTo>
                  <a:cubicBezTo>
                    <a:pt x="93" y="666"/>
                    <a:pt x="196" y="786"/>
                    <a:pt x="302" y="888"/>
                  </a:cubicBezTo>
                  <a:lnTo>
                    <a:pt x="302" y="888"/>
                  </a:lnTo>
                  <a:cubicBezTo>
                    <a:pt x="259" y="861"/>
                    <a:pt x="217" y="843"/>
                    <a:pt x="182" y="843"/>
                  </a:cubicBezTo>
                  <a:cubicBezTo>
                    <a:pt x="152" y="843"/>
                    <a:pt x="128" y="856"/>
                    <a:pt x="112" y="887"/>
                  </a:cubicBezTo>
                  <a:cubicBezTo>
                    <a:pt x="1" y="998"/>
                    <a:pt x="149" y="1109"/>
                    <a:pt x="186" y="1146"/>
                  </a:cubicBezTo>
                  <a:cubicBezTo>
                    <a:pt x="297" y="1331"/>
                    <a:pt x="445" y="1442"/>
                    <a:pt x="519" y="1442"/>
                  </a:cubicBezTo>
                  <a:cubicBezTo>
                    <a:pt x="925" y="1442"/>
                    <a:pt x="1295" y="1072"/>
                    <a:pt x="1443" y="777"/>
                  </a:cubicBezTo>
                  <a:cubicBezTo>
                    <a:pt x="1554" y="555"/>
                    <a:pt x="1406" y="481"/>
                    <a:pt x="1184" y="222"/>
                  </a:cubicBezTo>
                  <a:cubicBezTo>
                    <a:pt x="1036" y="111"/>
                    <a:pt x="851" y="0"/>
                    <a:pt x="740"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1129;p51">
              <a:extLst>
                <a:ext uri="{FF2B5EF4-FFF2-40B4-BE49-F238E27FC236}">
                  <a16:creationId xmlns:a16="http://schemas.microsoft.com/office/drawing/2014/main" id="{7C283037-368B-9354-9BE2-E9535C88AC00}"/>
                </a:ext>
              </a:extLst>
            </p:cNvPr>
            <p:cNvSpPr/>
            <p:nvPr/>
          </p:nvSpPr>
          <p:spPr>
            <a:xfrm>
              <a:off x="2945325" y="1371275"/>
              <a:ext cx="109100" cy="54950"/>
            </a:xfrm>
            <a:custGeom>
              <a:avLst/>
              <a:gdLst/>
              <a:ahLst/>
              <a:cxnLst/>
              <a:rect l="l" t="t" r="r" b="b"/>
              <a:pathLst>
                <a:path w="4364" h="2198" extrusionOk="0">
                  <a:moveTo>
                    <a:pt x="1665" y="0"/>
                  </a:moveTo>
                  <a:lnTo>
                    <a:pt x="149" y="185"/>
                  </a:lnTo>
                  <a:cubicBezTo>
                    <a:pt x="149" y="185"/>
                    <a:pt x="1" y="740"/>
                    <a:pt x="75" y="1183"/>
                  </a:cubicBezTo>
                  <a:cubicBezTo>
                    <a:pt x="112" y="1590"/>
                    <a:pt x="186" y="2033"/>
                    <a:pt x="334" y="2144"/>
                  </a:cubicBezTo>
                  <a:cubicBezTo>
                    <a:pt x="392" y="2181"/>
                    <a:pt x="567" y="2197"/>
                    <a:pt x="812" y="2197"/>
                  </a:cubicBezTo>
                  <a:cubicBezTo>
                    <a:pt x="1802" y="2197"/>
                    <a:pt x="3934" y="1931"/>
                    <a:pt x="4142" y="1664"/>
                  </a:cubicBezTo>
                  <a:cubicBezTo>
                    <a:pt x="4363" y="1331"/>
                    <a:pt x="4142" y="887"/>
                    <a:pt x="3439" y="776"/>
                  </a:cubicBezTo>
                  <a:cubicBezTo>
                    <a:pt x="2700" y="703"/>
                    <a:pt x="2589" y="776"/>
                    <a:pt x="2071" y="666"/>
                  </a:cubicBezTo>
                  <a:cubicBezTo>
                    <a:pt x="1628" y="518"/>
                    <a:pt x="1665" y="0"/>
                    <a:pt x="16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1130;p51">
              <a:extLst>
                <a:ext uri="{FF2B5EF4-FFF2-40B4-BE49-F238E27FC236}">
                  <a16:creationId xmlns:a16="http://schemas.microsoft.com/office/drawing/2014/main" id="{40196B35-7162-B918-CB5D-E612A660FFF0}"/>
                </a:ext>
              </a:extLst>
            </p:cNvPr>
            <p:cNvSpPr/>
            <p:nvPr/>
          </p:nvSpPr>
          <p:spPr>
            <a:xfrm>
              <a:off x="2559000" y="1281600"/>
              <a:ext cx="67850" cy="107675"/>
            </a:xfrm>
            <a:custGeom>
              <a:avLst/>
              <a:gdLst/>
              <a:ahLst/>
              <a:cxnLst/>
              <a:rect l="l" t="t" r="r" b="b"/>
              <a:pathLst>
                <a:path w="2714" h="4307" extrusionOk="0">
                  <a:moveTo>
                    <a:pt x="1738" y="1"/>
                  </a:moveTo>
                  <a:cubicBezTo>
                    <a:pt x="1738" y="1"/>
                    <a:pt x="1183" y="149"/>
                    <a:pt x="814" y="334"/>
                  </a:cubicBezTo>
                  <a:cubicBezTo>
                    <a:pt x="444" y="555"/>
                    <a:pt x="74" y="777"/>
                    <a:pt x="37" y="962"/>
                  </a:cubicBezTo>
                  <a:cubicBezTo>
                    <a:pt x="0" y="1295"/>
                    <a:pt x="1590" y="4216"/>
                    <a:pt x="2034" y="4290"/>
                  </a:cubicBezTo>
                  <a:cubicBezTo>
                    <a:pt x="2076" y="4301"/>
                    <a:pt x="2116" y="4307"/>
                    <a:pt x="2155" y="4307"/>
                  </a:cubicBezTo>
                  <a:cubicBezTo>
                    <a:pt x="2496" y="4307"/>
                    <a:pt x="2713" y="3888"/>
                    <a:pt x="2514" y="3291"/>
                  </a:cubicBezTo>
                  <a:cubicBezTo>
                    <a:pt x="2292" y="2552"/>
                    <a:pt x="2181" y="2478"/>
                    <a:pt x="2108" y="1997"/>
                  </a:cubicBezTo>
                  <a:cubicBezTo>
                    <a:pt x="1997" y="1480"/>
                    <a:pt x="2514" y="1295"/>
                    <a:pt x="2514" y="1295"/>
                  </a:cubicBezTo>
                  <a:lnTo>
                    <a:pt x="17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1131;p51">
              <a:extLst>
                <a:ext uri="{FF2B5EF4-FFF2-40B4-BE49-F238E27FC236}">
                  <a16:creationId xmlns:a16="http://schemas.microsoft.com/office/drawing/2014/main" id="{85AF8D16-72E8-69BE-41D3-7E0AF60BEBBF}"/>
                </a:ext>
              </a:extLst>
            </p:cNvPr>
            <p:cNvSpPr/>
            <p:nvPr/>
          </p:nvSpPr>
          <p:spPr>
            <a:xfrm>
              <a:off x="2772500" y="1019125"/>
              <a:ext cx="219075" cy="368800"/>
            </a:xfrm>
            <a:custGeom>
              <a:avLst/>
              <a:gdLst/>
              <a:ahLst/>
              <a:cxnLst/>
              <a:rect l="l" t="t" r="r" b="b"/>
              <a:pathLst>
                <a:path w="8763" h="14752" extrusionOk="0">
                  <a:moveTo>
                    <a:pt x="4622" y="0"/>
                  </a:moveTo>
                  <a:lnTo>
                    <a:pt x="0" y="1109"/>
                  </a:lnTo>
                  <a:cubicBezTo>
                    <a:pt x="0" y="1109"/>
                    <a:pt x="5768" y="7247"/>
                    <a:pt x="6175" y="8245"/>
                  </a:cubicBezTo>
                  <a:cubicBezTo>
                    <a:pt x="6618" y="9206"/>
                    <a:pt x="6803" y="14752"/>
                    <a:pt x="6803" y="14752"/>
                  </a:cubicBezTo>
                  <a:lnTo>
                    <a:pt x="8762" y="14530"/>
                  </a:lnTo>
                  <a:cubicBezTo>
                    <a:pt x="8762" y="14530"/>
                    <a:pt x="8504" y="7986"/>
                    <a:pt x="8356" y="7542"/>
                  </a:cubicBezTo>
                  <a:cubicBezTo>
                    <a:pt x="8208" y="7025"/>
                    <a:pt x="4622" y="0"/>
                    <a:pt x="4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1132;p51">
              <a:extLst>
                <a:ext uri="{FF2B5EF4-FFF2-40B4-BE49-F238E27FC236}">
                  <a16:creationId xmlns:a16="http://schemas.microsoft.com/office/drawing/2014/main" id="{564BD4AA-1BCE-7C25-DAC6-47229ACCFA28}"/>
                </a:ext>
              </a:extLst>
            </p:cNvPr>
            <p:cNvSpPr/>
            <p:nvPr/>
          </p:nvSpPr>
          <p:spPr>
            <a:xfrm>
              <a:off x="2594125" y="1021900"/>
              <a:ext cx="289300" cy="301325"/>
            </a:xfrm>
            <a:custGeom>
              <a:avLst/>
              <a:gdLst/>
              <a:ahLst/>
              <a:cxnLst/>
              <a:rect l="l" t="t" r="r" b="b"/>
              <a:pathLst>
                <a:path w="11572" h="12053" extrusionOk="0">
                  <a:moveTo>
                    <a:pt x="6803" y="0"/>
                  </a:moveTo>
                  <a:cubicBezTo>
                    <a:pt x="6803" y="0"/>
                    <a:pt x="5694" y="1220"/>
                    <a:pt x="5546" y="2477"/>
                  </a:cubicBezTo>
                  <a:cubicBezTo>
                    <a:pt x="5435" y="3697"/>
                    <a:pt x="5250" y="7246"/>
                    <a:pt x="5065" y="7653"/>
                  </a:cubicBezTo>
                  <a:cubicBezTo>
                    <a:pt x="4954" y="7875"/>
                    <a:pt x="1479" y="9502"/>
                    <a:pt x="0" y="10167"/>
                  </a:cubicBezTo>
                  <a:lnTo>
                    <a:pt x="887" y="12053"/>
                  </a:lnTo>
                  <a:cubicBezTo>
                    <a:pt x="887" y="12053"/>
                    <a:pt x="6618" y="9871"/>
                    <a:pt x="7025" y="9465"/>
                  </a:cubicBezTo>
                  <a:cubicBezTo>
                    <a:pt x="7838" y="8725"/>
                    <a:pt x="7727" y="6396"/>
                    <a:pt x="9021" y="4732"/>
                  </a:cubicBezTo>
                  <a:cubicBezTo>
                    <a:pt x="10426" y="2958"/>
                    <a:pt x="11572" y="1775"/>
                    <a:pt x="11572" y="1775"/>
                  </a:cubicBezTo>
                  <a:lnTo>
                    <a:pt x="68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1133;p51">
              <a:extLst>
                <a:ext uri="{FF2B5EF4-FFF2-40B4-BE49-F238E27FC236}">
                  <a16:creationId xmlns:a16="http://schemas.microsoft.com/office/drawing/2014/main" id="{7F2E8AD5-8EA1-24D4-F708-56A42A30F774}"/>
                </a:ext>
              </a:extLst>
            </p:cNvPr>
            <p:cNvSpPr/>
            <p:nvPr/>
          </p:nvSpPr>
          <p:spPr>
            <a:xfrm>
              <a:off x="2841825" y="750150"/>
              <a:ext cx="58250" cy="73975"/>
            </a:xfrm>
            <a:custGeom>
              <a:avLst/>
              <a:gdLst/>
              <a:ahLst/>
              <a:cxnLst/>
              <a:rect l="l" t="t" r="r" b="b"/>
              <a:pathLst>
                <a:path w="2330" h="2959" extrusionOk="0">
                  <a:moveTo>
                    <a:pt x="740" y="1"/>
                  </a:moveTo>
                  <a:cubicBezTo>
                    <a:pt x="629" y="518"/>
                    <a:pt x="444" y="1480"/>
                    <a:pt x="0" y="1886"/>
                  </a:cubicBezTo>
                  <a:cubicBezTo>
                    <a:pt x="0" y="1886"/>
                    <a:pt x="0" y="2663"/>
                    <a:pt x="1072" y="2848"/>
                  </a:cubicBezTo>
                  <a:cubicBezTo>
                    <a:pt x="1331" y="2958"/>
                    <a:pt x="1516" y="2958"/>
                    <a:pt x="1664" y="2958"/>
                  </a:cubicBezTo>
                  <a:cubicBezTo>
                    <a:pt x="1701" y="2921"/>
                    <a:pt x="1701" y="2848"/>
                    <a:pt x="1738" y="2811"/>
                  </a:cubicBezTo>
                  <a:cubicBezTo>
                    <a:pt x="1738" y="2774"/>
                    <a:pt x="1812" y="2774"/>
                    <a:pt x="1812" y="2774"/>
                  </a:cubicBezTo>
                  <a:lnTo>
                    <a:pt x="1812" y="2737"/>
                  </a:lnTo>
                  <a:cubicBezTo>
                    <a:pt x="1849" y="2663"/>
                    <a:pt x="1849" y="2626"/>
                    <a:pt x="1886" y="2589"/>
                  </a:cubicBezTo>
                  <a:cubicBezTo>
                    <a:pt x="2034" y="2404"/>
                    <a:pt x="2145" y="2182"/>
                    <a:pt x="2329" y="1997"/>
                  </a:cubicBezTo>
                  <a:cubicBezTo>
                    <a:pt x="2292" y="1554"/>
                    <a:pt x="2292" y="814"/>
                    <a:pt x="2329" y="370"/>
                  </a:cubicBezTo>
                  <a:cubicBezTo>
                    <a:pt x="1923" y="370"/>
                    <a:pt x="1516" y="334"/>
                    <a:pt x="1146" y="186"/>
                  </a:cubicBezTo>
                  <a:cubicBezTo>
                    <a:pt x="998" y="149"/>
                    <a:pt x="888" y="75"/>
                    <a:pt x="740" y="1"/>
                  </a:cubicBezTo>
                  <a:close/>
                </a:path>
              </a:pathLst>
            </a:custGeom>
            <a:solidFill>
              <a:srgbClr val="E45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1134;p51">
              <a:extLst>
                <a:ext uri="{FF2B5EF4-FFF2-40B4-BE49-F238E27FC236}">
                  <a16:creationId xmlns:a16="http://schemas.microsoft.com/office/drawing/2014/main" id="{4E65D370-0BAE-782A-F01F-FFCB976F33BA}"/>
                </a:ext>
              </a:extLst>
            </p:cNvPr>
            <p:cNvSpPr/>
            <p:nvPr/>
          </p:nvSpPr>
          <p:spPr>
            <a:xfrm>
              <a:off x="2842750" y="679425"/>
              <a:ext cx="86900" cy="104425"/>
            </a:xfrm>
            <a:custGeom>
              <a:avLst/>
              <a:gdLst/>
              <a:ahLst/>
              <a:cxnLst/>
              <a:rect l="l" t="t" r="r" b="b"/>
              <a:pathLst>
                <a:path w="3476" h="4177" extrusionOk="0">
                  <a:moveTo>
                    <a:pt x="1578" y="0"/>
                  </a:moveTo>
                  <a:cubicBezTo>
                    <a:pt x="1270" y="0"/>
                    <a:pt x="1035" y="20"/>
                    <a:pt x="1035" y="20"/>
                  </a:cubicBezTo>
                  <a:cubicBezTo>
                    <a:pt x="555" y="131"/>
                    <a:pt x="0" y="1721"/>
                    <a:pt x="222" y="2534"/>
                  </a:cubicBezTo>
                  <a:cubicBezTo>
                    <a:pt x="462" y="3323"/>
                    <a:pt x="1754" y="4176"/>
                    <a:pt x="2174" y="4176"/>
                  </a:cubicBezTo>
                  <a:cubicBezTo>
                    <a:pt x="2207" y="4176"/>
                    <a:pt x="2234" y="4171"/>
                    <a:pt x="2255" y="4161"/>
                  </a:cubicBezTo>
                  <a:cubicBezTo>
                    <a:pt x="2588" y="4013"/>
                    <a:pt x="2995" y="3089"/>
                    <a:pt x="3069" y="3015"/>
                  </a:cubicBezTo>
                  <a:cubicBezTo>
                    <a:pt x="3106" y="2904"/>
                    <a:pt x="3475" y="2793"/>
                    <a:pt x="3475" y="2645"/>
                  </a:cubicBezTo>
                  <a:cubicBezTo>
                    <a:pt x="3475" y="2534"/>
                    <a:pt x="3106" y="2127"/>
                    <a:pt x="3069" y="1795"/>
                  </a:cubicBezTo>
                  <a:cubicBezTo>
                    <a:pt x="2995" y="1499"/>
                    <a:pt x="3180" y="833"/>
                    <a:pt x="2995" y="390"/>
                  </a:cubicBezTo>
                  <a:cubicBezTo>
                    <a:pt x="2877" y="60"/>
                    <a:pt x="2116" y="0"/>
                    <a:pt x="1578"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1135;p51">
              <a:extLst>
                <a:ext uri="{FF2B5EF4-FFF2-40B4-BE49-F238E27FC236}">
                  <a16:creationId xmlns:a16="http://schemas.microsoft.com/office/drawing/2014/main" id="{47A00C95-0236-1BED-891F-FBE4AB8B37C3}"/>
                </a:ext>
              </a:extLst>
            </p:cNvPr>
            <p:cNvSpPr/>
            <p:nvPr/>
          </p:nvSpPr>
          <p:spPr>
            <a:xfrm>
              <a:off x="2755850" y="800075"/>
              <a:ext cx="162700" cy="254000"/>
            </a:xfrm>
            <a:custGeom>
              <a:avLst/>
              <a:gdLst/>
              <a:ahLst/>
              <a:cxnLst/>
              <a:rect l="l" t="t" r="r" b="b"/>
              <a:pathLst>
                <a:path w="6508" h="10160" extrusionOk="0">
                  <a:moveTo>
                    <a:pt x="3624" y="0"/>
                  </a:moveTo>
                  <a:cubicBezTo>
                    <a:pt x="3624" y="0"/>
                    <a:pt x="1221" y="370"/>
                    <a:pt x="999" y="407"/>
                  </a:cubicBezTo>
                  <a:cubicBezTo>
                    <a:pt x="814" y="444"/>
                    <a:pt x="1369" y="3032"/>
                    <a:pt x="1073" y="4363"/>
                  </a:cubicBezTo>
                  <a:cubicBezTo>
                    <a:pt x="740" y="5731"/>
                    <a:pt x="1" y="8910"/>
                    <a:pt x="1" y="8910"/>
                  </a:cubicBezTo>
                  <a:cubicBezTo>
                    <a:pt x="1" y="8910"/>
                    <a:pt x="1443" y="10160"/>
                    <a:pt x="4133" y="10160"/>
                  </a:cubicBezTo>
                  <a:cubicBezTo>
                    <a:pt x="4779" y="10160"/>
                    <a:pt x="5498" y="10087"/>
                    <a:pt x="6286" y="9908"/>
                  </a:cubicBezTo>
                  <a:cubicBezTo>
                    <a:pt x="6286" y="9908"/>
                    <a:pt x="6508" y="5398"/>
                    <a:pt x="6434" y="4141"/>
                  </a:cubicBezTo>
                  <a:cubicBezTo>
                    <a:pt x="6360" y="4067"/>
                    <a:pt x="6360" y="3882"/>
                    <a:pt x="6286" y="3734"/>
                  </a:cubicBezTo>
                  <a:cubicBezTo>
                    <a:pt x="6249" y="3697"/>
                    <a:pt x="6212" y="3623"/>
                    <a:pt x="6175" y="3549"/>
                  </a:cubicBezTo>
                  <a:cubicBezTo>
                    <a:pt x="5547" y="2625"/>
                    <a:pt x="5177" y="1516"/>
                    <a:pt x="4918" y="444"/>
                  </a:cubicBezTo>
                  <a:cubicBezTo>
                    <a:pt x="4585" y="407"/>
                    <a:pt x="4179" y="259"/>
                    <a:pt x="36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1136;p51">
              <a:extLst>
                <a:ext uri="{FF2B5EF4-FFF2-40B4-BE49-F238E27FC236}">
                  <a16:creationId xmlns:a16="http://schemas.microsoft.com/office/drawing/2014/main" id="{DB352D7B-E298-F920-8575-EBA34EE7E62D}"/>
                </a:ext>
              </a:extLst>
            </p:cNvPr>
            <p:cNvSpPr/>
            <p:nvPr/>
          </p:nvSpPr>
          <p:spPr>
            <a:xfrm>
              <a:off x="2765100" y="865700"/>
              <a:ext cx="55475" cy="117400"/>
            </a:xfrm>
            <a:custGeom>
              <a:avLst/>
              <a:gdLst/>
              <a:ahLst/>
              <a:cxnLst/>
              <a:rect l="l" t="t" r="r" b="b"/>
              <a:pathLst>
                <a:path w="2219" h="4696" extrusionOk="0">
                  <a:moveTo>
                    <a:pt x="740" y="0"/>
                  </a:moveTo>
                  <a:lnTo>
                    <a:pt x="740" y="0"/>
                  </a:lnTo>
                  <a:cubicBezTo>
                    <a:pt x="814" y="629"/>
                    <a:pt x="814" y="1331"/>
                    <a:pt x="703" y="1849"/>
                  </a:cubicBezTo>
                  <a:cubicBezTo>
                    <a:pt x="555" y="2551"/>
                    <a:pt x="259" y="3734"/>
                    <a:pt x="1" y="4695"/>
                  </a:cubicBezTo>
                  <a:cubicBezTo>
                    <a:pt x="703" y="4511"/>
                    <a:pt x="1664" y="4289"/>
                    <a:pt x="2219" y="3882"/>
                  </a:cubicBezTo>
                  <a:cubicBezTo>
                    <a:pt x="1886" y="3106"/>
                    <a:pt x="1812" y="2292"/>
                    <a:pt x="1738" y="1627"/>
                  </a:cubicBezTo>
                  <a:cubicBezTo>
                    <a:pt x="1627" y="887"/>
                    <a:pt x="1258" y="444"/>
                    <a:pt x="74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1137;p51">
              <a:extLst>
                <a:ext uri="{FF2B5EF4-FFF2-40B4-BE49-F238E27FC236}">
                  <a16:creationId xmlns:a16="http://schemas.microsoft.com/office/drawing/2014/main" id="{8629EDD1-EB92-5CD9-B2A3-DD43571AE038}"/>
                </a:ext>
              </a:extLst>
            </p:cNvPr>
            <p:cNvSpPr/>
            <p:nvPr/>
          </p:nvSpPr>
          <p:spPr>
            <a:xfrm>
              <a:off x="2870475" y="807450"/>
              <a:ext cx="29600" cy="78600"/>
            </a:xfrm>
            <a:custGeom>
              <a:avLst/>
              <a:gdLst/>
              <a:ahLst/>
              <a:cxnLst/>
              <a:rect l="l" t="t" r="r" b="b"/>
              <a:pathLst>
                <a:path w="1184" h="3144" extrusionOk="0">
                  <a:moveTo>
                    <a:pt x="666" y="1"/>
                  </a:moveTo>
                  <a:lnTo>
                    <a:pt x="0" y="186"/>
                  </a:lnTo>
                  <a:lnTo>
                    <a:pt x="555" y="851"/>
                  </a:lnTo>
                  <a:lnTo>
                    <a:pt x="333" y="2219"/>
                  </a:lnTo>
                  <a:cubicBezTo>
                    <a:pt x="555" y="2589"/>
                    <a:pt x="518" y="2885"/>
                    <a:pt x="703" y="3143"/>
                  </a:cubicBezTo>
                  <a:cubicBezTo>
                    <a:pt x="777" y="2626"/>
                    <a:pt x="1072" y="2552"/>
                    <a:pt x="1183" y="2034"/>
                  </a:cubicBezTo>
                  <a:lnTo>
                    <a:pt x="777" y="851"/>
                  </a:lnTo>
                  <a:lnTo>
                    <a:pt x="1109" y="260"/>
                  </a:lnTo>
                  <a:lnTo>
                    <a:pt x="6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1138;p51">
              <a:extLst>
                <a:ext uri="{FF2B5EF4-FFF2-40B4-BE49-F238E27FC236}">
                  <a16:creationId xmlns:a16="http://schemas.microsoft.com/office/drawing/2014/main" id="{5F61CD83-9966-A9CB-05FA-864AA8E8A399}"/>
                </a:ext>
              </a:extLst>
            </p:cNvPr>
            <p:cNvSpPr/>
            <p:nvPr/>
          </p:nvSpPr>
          <p:spPr>
            <a:xfrm>
              <a:off x="2754925" y="800075"/>
              <a:ext cx="172875" cy="255775"/>
            </a:xfrm>
            <a:custGeom>
              <a:avLst/>
              <a:gdLst/>
              <a:ahLst/>
              <a:cxnLst/>
              <a:rect l="l" t="t" r="r" b="b"/>
              <a:pathLst>
                <a:path w="6915" h="10231" extrusionOk="0">
                  <a:moveTo>
                    <a:pt x="3661" y="0"/>
                  </a:moveTo>
                  <a:cubicBezTo>
                    <a:pt x="3661" y="0"/>
                    <a:pt x="3107" y="74"/>
                    <a:pt x="2515" y="185"/>
                  </a:cubicBezTo>
                  <a:cubicBezTo>
                    <a:pt x="2922" y="1146"/>
                    <a:pt x="2959" y="2292"/>
                    <a:pt x="2589" y="3217"/>
                  </a:cubicBezTo>
                  <a:cubicBezTo>
                    <a:pt x="2383" y="3834"/>
                    <a:pt x="1892" y="4260"/>
                    <a:pt x="1261" y="4260"/>
                  </a:cubicBezTo>
                  <a:cubicBezTo>
                    <a:pt x="1212" y="4260"/>
                    <a:pt x="1161" y="4257"/>
                    <a:pt x="1110" y="4252"/>
                  </a:cubicBezTo>
                  <a:cubicBezTo>
                    <a:pt x="1110" y="4289"/>
                    <a:pt x="1110" y="4326"/>
                    <a:pt x="1073" y="4437"/>
                  </a:cubicBezTo>
                  <a:cubicBezTo>
                    <a:pt x="740" y="5768"/>
                    <a:pt x="1" y="8947"/>
                    <a:pt x="1" y="8947"/>
                  </a:cubicBezTo>
                  <a:cubicBezTo>
                    <a:pt x="1" y="8947"/>
                    <a:pt x="1453" y="10230"/>
                    <a:pt x="4162" y="10230"/>
                  </a:cubicBezTo>
                  <a:cubicBezTo>
                    <a:pt x="4801" y="10230"/>
                    <a:pt x="5510" y="10159"/>
                    <a:pt x="6286" y="9982"/>
                  </a:cubicBezTo>
                  <a:cubicBezTo>
                    <a:pt x="6286" y="9982"/>
                    <a:pt x="6656" y="5472"/>
                    <a:pt x="6545" y="4252"/>
                  </a:cubicBezTo>
                  <a:cubicBezTo>
                    <a:pt x="6471" y="3734"/>
                    <a:pt x="6914" y="1701"/>
                    <a:pt x="5990" y="296"/>
                  </a:cubicBezTo>
                  <a:lnTo>
                    <a:pt x="5990" y="296"/>
                  </a:lnTo>
                  <a:cubicBezTo>
                    <a:pt x="6101" y="629"/>
                    <a:pt x="5990" y="998"/>
                    <a:pt x="5990" y="1331"/>
                  </a:cubicBezTo>
                  <a:cubicBezTo>
                    <a:pt x="5953" y="1886"/>
                    <a:pt x="5731" y="2108"/>
                    <a:pt x="5325" y="2108"/>
                  </a:cubicBezTo>
                  <a:cubicBezTo>
                    <a:pt x="4992" y="2108"/>
                    <a:pt x="4548" y="1886"/>
                    <a:pt x="4290" y="1368"/>
                  </a:cubicBezTo>
                  <a:cubicBezTo>
                    <a:pt x="4142" y="1109"/>
                    <a:pt x="3698" y="0"/>
                    <a:pt x="36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1139;p51">
              <a:extLst>
                <a:ext uri="{FF2B5EF4-FFF2-40B4-BE49-F238E27FC236}">
                  <a16:creationId xmlns:a16="http://schemas.microsoft.com/office/drawing/2014/main" id="{273C015E-E261-BBD7-B1AE-05537EDF1DAA}"/>
                </a:ext>
              </a:extLst>
            </p:cNvPr>
            <p:cNvSpPr/>
            <p:nvPr/>
          </p:nvSpPr>
          <p:spPr>
            <a:xfrm>
              <a:off x="2754925" y="891575"/>
              <a:ext cx="100775" cy="163625"/>
            </a:xfrm>
            <a:custGeom>
              <a:avLst/>
              <a:gdLst/>
              <a:ahLst/>
              <a:cxnLst/>
              <a:rect l="l" t="t" r="r" b="b"/>
              <a:pathLst>
                <a:path w="4031" h="6545" extrusionOk="0">
                  <a:moveTo>
                    <a:pt x="2293" y="0"/>
                  </a:moveTo>
                  <a:cubicBezTo>
                    <a:pt x="2051" y="346"/>
                    <a:pt x="1647" y="595"/>
                    <a:pt x="1171" y="595"/>
                  </a:cubicBezTo>
                  <a:cubicBezTo>
                    <a:pt x="1139" y="595"/>
                    <a:pt x="1106" y="594"/>
                    <a:pt x="1073" y="592"/>
                  </a:cubicBezTo>
                  <a:lnTo>
                    <a:pt x="1073" y="666"/>
                  </a:lnTo>
                  <a:cubicBezTo>
                    <a:pt x="740" y="1997"/>
                    <a:pt x="1" y="5287"/>
                    <a:pt x="1" y="5287"/>
                  </a:cubicBezTo>
                  <a:cubicBezTo>
                    <a:pt x="1" y="5287"/>
                    <a:pt x="1443" y="6470"/>
                    <a:pt x="4031" y="6544"/>
                  </a:cubicBezTo>
                  <a:cubicBezTo>
                    <a:pt x="2996" y="5879"/>
                    <a:pt x="2774" y="5028"/>
                    <a:pt x="2552" y="3808"/>
                  </a:cubicBezTo>
                  <a:cubicBezTo>
                    <a:pt x="2404" y="3069"/>
                    <a:pt x="2293" y="2366"/>
                    <a:pt x="2515" y="1627"/>
                  </a:cubicBezTo>
                  <a:cubicBezTo>
                    <a:pt x="2589" y="1183"/>
                    <a:pt x="2441" y="592"/>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1140;p51">
              <a:extLst>
                <a:ext uri="{FF2B5EF4-FFF2-40B4-BE49-F238E27FC236}">
                  <a16:creationId xmlns:a16="http://schemas.microsoft.com/office/drawing/2014/main" id="{BF9D9887-F370-5413-5D08-B6B67645873B}"/>
                </a:ext>
              </a:extLst>
            </p:cNvPr>
            <p:cNvSpPr/>
            <p:nvPr/>
          </p:nvSpPr>
          <p:spPr>
            <a:xfrm>
              <a:off x="2823325" y="665075"/>
              <a:ext cx="69200" cy="93225"/>
            </a:xfrm>
            <a:custGeom>
              <a:avLst/>
              <a:gdLst/>
              <a:ahLst/>
              <a:cxnLst/>
              <a:rect l="l" t="t" r="r" b="b"/>
              <a:pathLst>
                <a:path w="2768" h="3729" extrusionOk="0">
                  <a:moveTo>
                    <a:pt x="1582" y="1"/>
                  </a:moveTo>
                  <a:cubicBezTo>
                    <a:pt x="1560" y="1"/>
                    <a:pt x="1539" y="1"/>
                    <a:pt x="1517" y="2"/>
                  </a:cubicBezTo>
                  <a:cubicBezTo>
                    <a:pt x="777" y="76"/>
                    <a:pt x="1295" y="372"/>
                    <a:pt x="555" y="853"/>
                  </a:cubicBezTo>
                  <a:cubicBezTo>
                    <a:pt x="1" y="1223"/>
                    <a:pt x="223" y="1814"/>
                    <a:pt x="444" y="2036"/>
                  </a:cubicBezTo>
                  <a:cubicBezTo>
                    <a:pt x="592" y="2184"/>
                    <a:pt x="518" y="2332"/>
                    <a:pt x="371" y="2738"/>
                  </a:cubicBezTo>
                  <a:cubicBezTo>
                    <a:pt x="113" y="3317"/>
                    <a:pt x="751" y="3728"/>
                    <a:pt x="1140" y="3728"/>
                  </a:cubicBezTo>
                  <a:cubicBezTo>
                    <a:pt x="1199" y="3728"/>
                    <a:pt x="1251" y="3719"/>
                    <a:pt x="1295" y="3700"/>
                  </a:cubicBezTo>
                  <a:cubicBezTo>
                    <a:pt x="1295" y="3700"/>
                    <a:pt x="1628" y="3071"/>
                    <a:pt x="1369" y="2886"/>
                  </a:cubicBezTo>
                  <a:cubicBezTo>
                    <a:pt x="1100" y="2647"/>
                    <a:pt x="1218" y="2214"/>
                    <a:pt x="1468" y="2214"/>
                  </a:cubicBezTo>
                  <a:cubicBezTo>
                    <a:pt x="1527" y="2214"/>
                    <a:pt x="1594" y="2238"/>
                    <a:pt x="1664" y="2295"/>
                  </a:cubicBezTo>
                  <a:cubicBezTo>
                    <a:pt x="1738" y="2332"/>
                    <a:pt x="1886" y="2443"/>
                    <a:pt x="1886" y="2553"/>
                  </a:cubicBezTo>
                  <a:cubicBezTo>
                    <a:pt x="1912" y="2807"/>
                    <a:pt x="1989" y="2904"/>
                    <a:pt x="2083" y="2904"/>
                  </a:cubicBezTo>
                  <a:cubicBezTo>
                    <a:pt x="2126" y="2904"/>
                    <a:pt x="2173" y="2884"/>
                    <a:pt x="2219" y="2849"/>
                  </a:cubicBezTo>
                  <a:cubicBezTo>
                    <a:pt x="2404" y="2590"/>
                    <a:pt x="2034" y="1962"/>
                    <a:pt x="2145" y="1777"/>
                  </a:cubicBezTo>
                  <a:cubicBezTo>
                    <a:pt x="2478" y="1370"/>
                    <a:pt x="2552" y="964"/>
                    <a:pt x="2552" y="964"/>
                  </a:cubicBezTo>
                  <a:cubicBezTo>
                    <a:pt x="2767" y="604"/>
                    <a:pt x="2320" y="1"/>
                    <a:pt x="15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1141;p51">
              <a:extLst>
                <a:ext uri="{FF2B5EF4-FFF2-40B4-BE49-F238E27FC236}">
                  <a16:creationId xmlns:a16="http://schemas.microsoft.com/office/drawing/2014/main" id="{0C420551-5695-A5F0-AF5A-5AAF8D38FE82}"/>
                </a:ext>
              </a:extLst>
            </p:cNvPr>
            <p:cNvSpPr/>
            <p:nvPr/>
          </p:nvSpPr>
          <p:spPr>
            <a:xfrm>
              <a:off x="2688400" y="991400"/>
              <a:ext cx="50850" cy="69950"/>
            </a:xfrm>
            <a:custGeom>
              <a:avLst/>
              <a:gdLst/>
              <a:ahLst/>
              <a:cxnLst/>
              <a:rect l="l" t="t" r="r" b="b"/>
              <a:pathLst>
                <a:path w="2034" h="2798" extrusionOk="0">
                  <a:moveTo>
                    <a:pt x="629" y="0"/>
                  </a:moveTo>
                  <a:cubicBezTo>
                    <a:pt x="444" y="148"/>
                    <a:pt x="222" y="222"/>
                    <a:pt x="0" y="333"/>
                  </a:cubicBezTo>
                  <a:cubicBezTo>
                    <a:pt x="0" y="407"/>
                    <a:pt x="37" y="555"/>
                    <a:pt x="37" y="740"/>
                  </a:cubicBezTo>
                  <a:cubicBezTo>
                    <a:pt x="37" y="998"/>
                    <a:pt x="111" y="1257"/>
                    <a:pt x="74" y="1516"/>
                  </a:cubicBezTo>
                  <a:cubicBezTo>
                    <a:pt x="74" y="1701"/>
                    <a:pt x="148" y="2070"/>
                    <a:pt x="222" y="2218"/>
                  </a:cubicBezTo>
                  <a:cubicBezTo>
                    <a:pt x="253" y="2280"/>
                    <a:pt x="284" y="2420"/>
                    <a:pt x="359" y="2420"/>
                  </a:cubicBezTo>
                  <a:cubicBezTo>
                    <a:pt x="373" y="2420"/>
                    <a:pt x="389" y="2415"/>
                    <a:pt x="407" y="2403"/>
                  </a:cubicBezTo>
                  <a:cubicBezTo>
                    <a:pt x="555" y="2255"/>
                    <a:pt x="407" y="2034"/>
                    <a:pt x="407" y="1886"/>
                  </a:cubicBezTo>
                  <a:lnTo>
                    <a:pt x="407" y="1886"/>
                  </a:lnTo>
                  <a:cubicBezTo>
                    <a:pt x="481" y="2070"/>
                    <a:pt x="555" y="2736"/>
                    <a:pt x="740" y="2736"/>
                  </a:cubicBezTo>
                  <a:cubicBezTo>
                    <a:pt x="850" y="2736"/>
                    <a:pt x="850" y="2588"/>
                    <a:pt x="813" y="2440"/>
                  </a:cubicBezTo>
                  <a:lnTo>
                    <a:pt x="813" y="2440"/>
                  </a:lnTo>
                  <a:cubicBezTo>
                    <a:pt x="876" y="2566"/>
                    <a:pt x="992" y="2797"/>
                    <a:pt x="1116" y="2797"/>
                  </a:cubicBezTo>
                  <a:cubicBezTo>
                    <a:pt x="1138" y="2797"/>
                    <a:pt x="1161" y="2790"/>
                    <a:pt x="1183" y="2773"/>
                  </a:cubicBezTo>
                  <a:cubicBezTo>
                    <a:pt x="1331" y="2625"/>
                    <a:pt x="1183" y="2366"/>
                    <a:pt x="1183" y="2218"/>
                  </a:cubicBezTo>
                  <a:cubicBezTo>
                    <a:pt x="1183" y="2212"/>
                    <a:pt x="1183" y="2206"/>
                    <a:pt x="1183" y="2202"/>
                  </a:cubicBezTo>
                  <a:lnTo>
                    <a:pt x="1183" y="2202"/>
                  </a:lnTo>
                  <a:cubicBezTo>
                    <a:pt x="1245" y="2300"/>
                    <a:pt x="1306" y="2403"/>
                    <a:pt x="1368" y="2403"/>
                  </a:cubicBezTo>
                  <a:cubicBezTo>
                    <a:pt x="1389" y="2408"/>
                    <a:pt x="1407" y="2411"/>
                    <a:pt x="1423" y="2411"/>
                  </a:cubicBezTo>
                  <a:cubicBezTo>
                    <a:pt x="1628" y="2411"/>
                    <a:pt x="1402" y="1986"/>
                    <a:pt x="1368" y="1849"/>
                  </a:cubicBezTo>
                  <a:cubicBezTo>
                    <a:pt x="1331" y="1664"/>
                    <a:pt x="1035" y="1331"/>
                    <a:pt x="1220" y="1183"/>
                  </a:cubicBezTo>
                  <a:cubicBezTo>
                    <a:pt x="1241" y="1173"/>
                    <a:pt x="1261" y="1168"/>
                    <a:pt x="1281" y="1168"/>
                  </a:cubicBezTo>
                  <a:cubicBezTo>
                    <a:pt x="1407" y="1168"/>
                    <a:pt x="1526" y="1346"/>
                    <a:pt x="1590" y="1442"/>
                  </a:cubicBezTo>
                  <a:cubicBezTo>
                    <a:pt x="1665" y="1467"/>
                    <a:pt x="1792" y="1543"/>
                    <a:pt x="1877" y="1543"/>
                  </a:cubicBezTo>
                  <a:cubicBezTo>
                    <a:pt x="1917" y="1543"/>
                    <a:pt x="1948" y="1526"/>
                    <a:pt x="1960" y="1479"/>
                  </a:cubicBezTo>
                  <a:cubicBezTo>
                    <a:pt x="2033" y="1331"/>
                    <a:pt x="1775" y="1146"/>
                    <a:pt x="1701" y="1109"/>
                  </a:cubicBezTo>
                  <a:cubicBezTo>
                    <a:pt x="1553" y="998"/>
                    <a:pt x="1405" y="887"/>
                    <a:pt x="1331" y="777"/>
                  </a:cubicBezTo>
                  <a:cubicBezTo>
                    <a:pt x="1109" y="555"/>
                    <a:pt x="813" y="333"/>
                    <a:pt x="629" y="0"/>
                  </a:cubicBezTo>
                  <a:close/>
                </a:path>
              </a:pathLst>
            </a:custGeom>
            <a:solidFill>
              <a:srgbClr val="F886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1142;p51">
              <a:extLst>
                <a:ext uri="{FF2B5EF4-FFF2-40B4-BE49-F238E27FC236}">
                  <a16:creationId xmlns:a16="http://schemas.microsoft.com/office/drawing/2014/main" id="{51327B2F-D17B-9550-396B-7CD59AFF3BFE}"/>
                </a:ext>
              </a:extLst>
            </p:cNvPr>
            <p:cNvSpPr/>
            <p:nvPr/>
          </p:nvSpPr>
          <p:spPr>
            <a:xfrm>
              <a:off x="2627400" y="810925"/>
              <a:ext cx="190400" cy="193425"/>
            </a:xfrm>
            <a:custGeom>
              <a:avLst/>
              <a:gdLst/>
              <a:ahLst/>
              <a:cxnLst/>
              <a:rect l="l" t="t" r="r" b="b"/>
              <a:pathLst>
                <a:path w="7616" h="7737" extrusionOk="0">
                  <a:moveTo>
                    <a:pt x="6665" y="1"/>
                  </a:moveTo>
                  <a:cubicBezTo>
                    <a:pt x="5169" y="1"/>
                    <a:pt x="2395" y="1066"/>
                    <a:pt x="1072" y="2191"/>
                  </a:cubicBezTo>
                  <a:cubicBezTo>
                    <a:pt x="0" y="3004"/>
                    <a:pt x="2329" y="7737"/>
                    <a:pt x="2329" y="7737"/>
                  </a:cubicBezTo>
                  <a:lnTo>
                    <a:pt x="3475" y="7256"/>
                  </a:lnTo>
                  <a:cubicBezTo>
                    <a:pt x="3475" y="7256"/>
                    <a:pt x="2514" y="3855"/>
                    <a:pt x="2662" y="3633"/>
                  </a:cubicBezTo>
                  <a:cubicBezTo>
                    <a:pt x="2736" y="3374"/>
                    <a:pt x="3143" y="3078"/>
                    <a:pt x="5139" y="2931"/>
                  </a:cubicBezTo>
                  <a:cubicBezTo>
                    <a:pt x="5324" y="2931"/>
                    <a:pt x="6026" y="2968"/>
                    <a:pt x="6433" y="2968"/>
                  </a:cubicBezTo>
                  <a:cubicBezTo>
                    <a:pt x="6766" y="2968"/>
                    <a:pt x="7505" y="1895"/>
                    <a:pt x="7542" y="1489"/>
                  </a:cubicBezTo>
                  <a:cubicBezTo>
                    <a:pt x="7616" y="749"/>
                    <a:pt x="7320" y="121"/>
                    <a:pt x="7135" y="47"/>
                  </a:cubicBezTo>
                  <a:cubicBezTo>
                    <a:pt x="6999" y="16"/>
                    <a:pt x="6841" y="1"/>
                    <a:pt x="6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1143;p51">
              <a:extLst>
                <a:ext uri="{FF2B5EF4-FFF2-40B4-BE49-F238E27FC236}">
                  <a16:creationId xmlns:a16="http://schemas.microsoft.com/office/drawing/2014/main" id="{5C9E1607-5D5E-5090-D119-B65B8E3D9E6E}"/>
                </a:ext>
              </a:extLst>
            </p:cNvPr>
            <p:cNvSpPr/>
            <p:nvPr/>
          </p:nvSpPr>
          <p:spPr>
            <a:xfrm>
              <a:off x="2835350" y="782500"/>
              <a:ext cx="71200" cy="48100"/>
            </a:xfrm>
            <a:custGeom>
              <a:avLst/>
              <a:gdLst/>
              <a:ahLst/>
              <a:cxnLst/>
              <a:rect l="l" t="t" r="r" b="b"/>
              <a:pathLst>
                <a:path w="2848" h="1924" extrusionOk="0">
                  <a:moveTo>
                    <a:pt x="592" y="1"/>
                  </a:moveTo>
                  <a:lnTo>
                    <a:pt x="0" y="777"/>
                  </a:lnTo>
                  <a:lnTo>
                    <a:pt x="1516" y="1923"/>
                  </a:lnTo>
                  <a:lnTo>
                    <a:pt x="2071" y="1073"/>
                  </a:lnTo>
                  <a:lnTo>
                    <a:pt x="2847" y="1554"/>
                  </a:lnTo>
                  <a:lnTo>
                    <a:pt x="2847" y="999"/>
                  </a:lnTo>
                  <a:lnTo>
                    <a:pt x="2625" y="518"/>
                  </a:lnTo>
                  <a:lnTo>
                    <a:pt x="2071" y="962"/>
                  </a:lnTo>
                  <a:lnTo>
                    <a:pt x="5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1144;p51">
              <a:extLst>
                <a:ext uri="{FF2B5EF4-FFF2-40B4-BE49-F238E27FC236}">
                  <a16:creationId xmlns:a16="http://schemas.microsoft.com/office/drawing/2014/main" id="{E129CFA5-E7FA-9377-46E0-773358E39614}"/>
                </a:ext>
              </a:extLst>
            </p:cNvPr>
            <p:cNvSpPr/>
            <p:nvPr/>
          </p:nvSpPr>
          <p:spPr>
            <a:xfrm>
              <a:off x="2854750" y="682675"/>
              <a:ext cx="104475" cy="22700"/>
            </a:xfrm>
            <a:custGeom>
              <a:avLst/>
              <a:gdLst/>
              <a:ahLst/>
              <a:cxnLst/>
              <a:rect l="l" t="t" r="r" b="b"/>
              <a:pathLst>
                <a:path w="4179" h="908" extrusionOk="0">
                  <a:moveTo>
                    <a:pt x="2515" y="1"/>
                  </a:moveTo>
                  <a:lnTo>
                    <a:pt x="1" y="703"/>
                  </a:lnTo>
                  <a:cubicBezTo>
                    <a:pt x="1" y="703"/>
                    <a:pt x="1088" y="907"/>
                    <a:pt x="2039" y="907"/>
                  </a:cubicBezTo>
                  <a:cubicBezTo>
                    <a:pt x="2303" y="907"/>
                    <a:pt x="2557" y="891"/>
                    <a:pt x="2774" y="851"/>
                  </a:cubicBezTo>
                  <a:cubicBezTo>
                    <a:pt x="3698" y="666"/>
                    <a:pt x="4178" y="482"/>
                    <a:pt x="25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1145;p51">
              <a:extLst>
                <a:ext uri="{FF2B5EF4-FFF2-40B4-BE49-F238E27FC236}">
                  <a16:creationId xmlns:a16="http://schemas.microsoft.com/office/drawing/2014/main" id="{3F5F9FBC-20EA-840D-F255-B7420CAC101D}"/>
                </a:ext>
              </a:extLst>
            </p:cNvPr>
            <p:cNvSpPr/>
            <p:nvPr/>
          </p:nvSpPr>
          <p:spPr>
            <a:xfrm>
              <a:off x="2825175" y="663275"/>
              <a:ext cx="96150" cy="53625"/>
            </a:xfrm>
            <a:custGeom>
              <a:avLst/>
              <a:gdLst/>
              <a:ahLst/>
              <a:cxnLst/>
              <a:rect l="l" t="t" r="r" b="b"/>
              <a:pathLst>
                <a:path w="3846" h="2145" extrusionOk="0">
                  <a:moveTo>
                    <a:pt x="3587" y="1"/>
                  </a:moveTo>
                  <a:lnTo>
                    <a:pt x="1" y="1442"/>
                  </a:lnTo>
                  <a:lnTo>
                    <a:pt x="333" y="2145"/>
                  </a:lnTo>
                  <a:lnTo>
                    <a:pt x="3846" y="851"/>
                  </a:lnTo>
                  <a:lnTo>
                    <a:pt x="35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1146;p51">
              <a:extLst>
                <a:ext uri="{FF2B5EF4-FFF2-40B4-BE49-F238E27FC236}">
                  <a16:creationId xmlns:a16="http://schemas.microsoft.com/office/drawing/2014/main" id="{2690A58C-4BB1-A398-B8D1-6EE0ECE49761}"/>
                </a:ext>
              </a:extLst>
            </p:cNvPr>
            <p:cNvSpPr/>
            <p:nvPr/>
          </p:nvSpPr>
          <p:spPr>
            <a:xfrm>
              <a:off x="2802600" y="625650"/>
              <a:ext cx="138150" cy="72175"/>
            </a:xfrm>
            <a:custGeom>
              <a:avLst/>
              <a:gdLst/>
              <a:ahLst/>
              <a:cxnLst/>
              <a:rect l="l" t="t" r="r" b="b"/>
              <a:pathLst>
                <a:path w="5526" h="2887" extrusionOk="0">
                  <a:moveTo>
                    <a:pt x="4407" y="1"/>
                  </a:moveTo>
                  <a:cubicBezTo>
                    <a:pt x="3291" y="1"/>
                    <a:pt x="746" y="1718"/>
                    <a:pt x="312" y="2319"/>
                  </a:cubicBezTo>
                  <a:cubicBezTo>
                    <a:pt x="0" y="2813"/>
                    <a:pt x="567" y="2886"/>
                    <a:pt x="930" y="2886"/>
                  </a:cubicBezTo>
                  <a:cubicBezTo>
                    <a:pt x="1083" y="2886"/>
                    <a:pt x="1200" y="2873"/>
                    <a:pt x="1200" y="2873"/>
                  </a:cubicBezTo>
                  <a:lnTo>
                    <a:pt x="4379" y="1727"/>
                  </a:lnTo>
                  <a:cubicBezTo>
                    <a:pt x="4379" y="1727"/>
                    <a:pt x="5525" y="581"/>
                    <a:pt x="4712" y="64"/>
                  </a:cubicBezTo>
                  <a:cubicBezTo>
                    <a:pt x="4629" y="21"/>
                    <a:pt x="4526" y="1"/>
                    <a:pt x="44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1147;p51">
              <a:extLst>
                <a:ext uri="{FF2B5EF4-FFF2-40B4-BE49-F238E27FC236}">
                  <a16:creationId xmlns:a16="http://schemas.microsoft.com/office/drawing/2014/main" id="{FE57328B-80A3-82E2-29C2-03F6108B70F2}"/>
                </a:ext>
              </a:extLst>
            </p:cNvPr>
            <p:cNvSpPr/>
            <p:nvPr/>
          </p:nvSpPr>
          <p:spPr>
            <a:xfrm>
              <a:off x="2832575" y="874000"/>
              <a:ext cx="83200" cy="33300"/>
            </a:xfrm>
            <a:custGeom>
              <a:avLst/>
              <a:gdLst/>
              <a:ahLst/>
              <a:cxnLst/>
              <a:rect l="l" t="t" r="r" b="b"/>
              <a:pathLst>
                <a:path w="3328" h="1332" extrusionOk="0">
                  <a:moveTo>
                    <a:pt x="1" y="1"/>
                  </a:moveTo>
                  <a:lnTo>
                    <a:pt x="1" y="1332"/>
                  </a:lnTo>
                  <a:lnTo>
                    <a:pt x="3328" y="1295"/>
                  </a:lnTo>
                  <a:lnTo>
                    <a:pt x="3328" y="186"/>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1148;p51">
              <a:extLst>
                <a:ext uri="{FF2B5EF4-FFF2-40B4-BE49-F238E27FC236}">
                  <a16:creationId xmlns:a16="http://schemas.microsoft.com/office/drawing/2014/main" id="{3B4CF448-59DE-03B6-9A12-0FD29265B964}"/>
                </a:ext>
              </a:extLst>
            </p:cNvPr>
            <p:cNvSpPr/>
            <p:nvPr/>
          </p:nvSpPr>
          <p:spPr>
            <a:xfrm>
              <a:off x="2839050" y="884175"/>
              <a:ext cx="12950" cy="13900"/>
            </a:xfrm>
            <a:custGeom>
              <a:avLst/>
              <a:gdLst/>
              <a:ahLst/>
              <a:cxnLst/>
              <a:rect l="l" t="t" r="r" b="b"/>
              <a:pathLst>
                <a:path w="518" h="556" extrusionOk="0">
                  <a:moveTo>
                    <a:pt x="259" y="74"/>
                  </a:moveTo>
                  <a:lnTo>
                    <a:pt x="333" y="148"/>
                  </a:lnTo>
                  <a:cubicBezTo>
                    <a:pt x="370" y="148"/>
                    <a:pt x="370" y="148"/>
                    <a:pt x="370" y="185"/>
                  </a:cubicBezTo>
                  <a:cubicBezTo>
                    <a:pt x="370" y="222"/>
                    <a:pt x="370" y="222"/>
                    <a:pt x="333" y="222"/>
                  </a:cubicBezTo>
                  <a:lnTo>
                    <a:pt x="259" y="222"/>
                  </a:lnTo>
                  <a:lnTo>
                    <a:pt x="259" y="74"/>
                  </a:lnTo>
                  <a:close/>
                  <a:moveTo>
                    <a:pt x="0" y="1"/>
                  </a:moveTo>
                  <a:lnTo>
                    <a:pt x="0" y="555"/>
                  </a:lnTo>
                  <a:lnTo>
                    <a:pt x="185" y="555"/>
                  </a:lnTo>
                  <a:lnTo>
                    <a:pt x="185" y="370"/>
                  </a:lnTo>
                  <a:lnTo>
                    <a:pt x="333" y="370"/>
                  </a:lnTo>
                  <a:cubicBezTo>
                    <a:pt x="481" y="370"/>
                    <a:pt x="518" y="259"/>
                    <a:pt x="518" y="185"/>
                  </a:cubicBezTo>
                  <a:cubicBezTo>
                    <a:pt x="518" y="74"/>
                    <a:pt x="407" y="1"/>
                    <a:pt x="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1149;p51">
              <a:extLst>
                <a:ext uri="{FF2B5EF4-FFF2-40B4-BE49-F238E27FC236}">
                  <a16:creationId xmlns:a16="http://schemas.microsoft.com/office/drawing/2014/main" id="{DF3229A3-537D-9A82-BC0D-AC3667172BB5}"/>
                </a:ext>
              </a:extLst>
            </p:cNvPr>
            <p:cNvSpPr/>
            <p:nvPr/>
          </p:nvSpPr>
          <p:spPr>
            <a:xfrm>
              <a:off x="2852900" y="884175"/>
              <a:ext cx="13900" cy="13900"/>
            </a:xfrm>
            <a:custGeom>
              <a:avLst/>
              <a:gdLst/>
              <a:ahLst/>
              <a:cxnLst/>
              <a:rect l="l" t="t" r="r" b="b"/>
              <a:pathLst>
                <a:path w="556" h="556" extrusionOk="0">
                  <a:moveTo>
                    <a:pt x="297" y="74"/>
                  </a:moveTo>
                  <a:cubicBezTo>
                    <a:pt x="334" y="74"/>
                    <a:pt x="371" y="148"/>
                    <a:pt x="371" y="222"/>
                  </a:cubicBezTo>
                  <a:lnTo>
                    <a:pt x="371" y="259"/>
                  </a:lnTo>
                  <a:cubicBezTo>
                    <a:pt x="371" y="370"/>
                    <a:pt x="371" y="407"/>
                    <a:pt x="297" y="407"/>
                  </a:cubicBezTo>
                  <a:cubicBezTo>
                    <a:pt x="223" y="407"/>
                    <a:pt x="186" y="370"/>
                    <a:pt x="186" y="259"/>
                  </a:cubicBezTo>
                  <a:lnTo>
                    <a:pt x="186" y="222"/>
                  </a:lnTo>
                  <a:cubicBezTo>
                    <a:pt x="186" y="185"/>
                    <a:pt x="223" y="148"/>
                    <a:pt x="297" y="74"/>
                  </a:cubicBezTo>
                  <a:close/>
                  <a:moveTo>
                    <a:pt x="297" y="1"/>
                  </a:moveTo>
                  <a:cubicBezTo>
                    <a:pt x="112" y="1"/>
                    <a:pt x="1" y="74"/>
                    <a:pt x="1" y="259"/>
                  </a:cubicBezTo>
                  <a:cubicBezTo>
                    <a:pt x="1" y="444"/>
                    <a:pt x="112" y="555"/>
                    <a:pt x="297" y="555"/>
                  </a:cubicBezTo>
                  <a:cubicBezTo>
                    <a:pt x="481" y="555"/>
                    <a:pt x="555" y="444"/>
                    <a:pt x="555" y="259"/>
                  </a:cubicBezTo>
                  <a:cubicBezTo>
                    <a:pt x="555" y="74"/>
                    <a:pt x="481" y="1"/>
                    <a:pt x="2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1150;p51">
              <a:extLst>
                <a:ext uri="{FF2B5EF4-FFF2-40B4-BE49-F238E27FC236}">
                  <a16:creationId xmlns:a16="http://schemas.microsoft.com/office/drawing/2014/main" id="{C1A3AA56-9022-9251-5987-635F3E75B165}"/>
                </a:ext>
              </a:extLst>
            </p:cNvPr>
            <p:cNvSpPr/>
            <p:nvPr/>
          </p:nvSpPr>
          <p:spPr>
            <a:xfrm>
              <a:off x="2869550" y="884175"/>
              <a:ext cx="9275" cy="13900"/>
            </a:xfrm>
            <a:custGeom>
              <a:avLst/>
              <a:gdLst/>
              <a:ahLst/>
              <a:cxnLst/>
              <a:rect l="l" t="t" r="r" b="b"/>
              <a:pathLst>
                <a:path w="371" h="556" extrusionOk="0">
                  <a:moveTo>
                    <a:pt x="0" y="1"/>
                  </a:moveTo>
                  <a:lnTo>
                    <a:pt x="0" y="555"/>
                  </a:lnTo>
                  <a:lnTo>
                    <a:pt x="370" y="555"/>
                  </a:lnTo>
                  <a:lnTo>
                    <a:pt x="370" y="407"/>
                  </a:lnTo>
                  <a:lnTo>
                    <a:pt x="148" y="407"/>
                  </a:lnTo>
                  <a:lnTo>
                    <a:pt x="14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1151;p51">
              <a:extLst>
                <a:ext uri="{FF2B5EF4-FFF2-40B4-BE49-F238E27FC236}">
                  <a16:creationId xmlns:a16="http://schemas.microsoft.com/office/drawing/2014/main" id="{68B0FEF5-DC48-88D3-049F-4305BB8F57E8}"/>
                </a:ext>
              </a:extLst>
            </p:cNvPr>
            <p:cNvSpPr/>
            <p:nvPr/>
          </p:nvSpPr>
          <p:spPr>
            <a:xfrm>
              <a:off x="2880625" y="885100"/>
              <a:ext cx="3725" cy="12975"/>
            </a:xfrm>
            <a:custGeom>
              <a:avLst/>
              <a:gdLst/>
              <a:ahLst/>
              <a:cxnLst/>
              <a:rect l="l" t="t" r="r" b="b"/>
              <a:pathLst>
                <a:path w="149" h="519" extrusionOk="0">
                  <a:moveTo>
                    <a:pt x="1" y="1"/>
                  </a:moveTo>
                  <a:lnTo>
                    <a:pt x="1" y="518"/>
                  </a:lnTo>
                  <a:lnTo>
                    <a:pt x="149" y="518"/>
                  </a:lnTo>
                  <a:lnTo>
                    <a:pt x="14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1152;p51">
              <a:extLst>
                <a:ext uri="{FF2B5EF4-FFF2-40B4-BE49-F238E27FC236}">
                  <a16:creationId xmlns:a16="http://schemas.microsoft.com/office/drawing/2014/main" id="{8940AA17-708A-5B69-9CCE-7672E8F105AD}"/>
                </a:ext>
              </a:extLst>
            </p:cNvPr>
            <p:cNvSpPr/>
            <p:nvPr/>
          </p:nvSpPr>
          <p:spPr>
            <a:xfrm>
              <a:off x="2887100" y="885850"/>
              <a:ext cx="11125" cy="14075"/>
            </a:xfrm>
            <a:custGeom>
              <a:avLst/>
              <a:gdLst/>
              <a:ahLst/>
              <a:cxnLst/>
              <a:rect l="l" t="t" r="r" b="b"/>
              <a:pathLst>
                <a:path w="445" h="563" extrusionOk="0">
                  <a:moveTo>
                    <a:pt x="278" y="0"/>
                  </a:moveTo>
                  <a:cubicBezTo>
                    <a:pt x="261" y="0"/>
                    <a:pt x="242" y="3"/>
                    <a:pt x="223" y="7"/>
                  </a:cubicBezTo>
                  <a:cubicBezTo>
                    <a:pt x="75" y="7"/>
                    <a:pt x="1" y="118"/>
                    <a:pt x="1" y="303"/>
                  </a:cubicBezTo>
                  <a:cubicBezTo>
                    <a:pt x="1" y="488"/>
                    <a:pt x="75" y="562"/>
                    <a:pt x="223" y="562"/>
                  </a:cubicBezTo>
                  <a:cubicBezTo>
                    <a:pt x="370" y="562"/>
                    <a:pt x="444" y="488"/>
                    <a:pt x="444" y="340"/>
                  </a:cubicBezTo>
                  <a:lnTo>
                    <a:pt x="297" y="340"/>
                  </a:lnTo>
                  <a:cubicBezTo>
                    <a:pt x="297" y="377"/>
                    <a:pt x="260" y="414"/>
                    <a:pt x="223" y="414"/>
                  </a:cubicBezTo>
                  <a:cubicBezTo>
                    <a:pt x="186" y="414"/>
                    <a:pt x="112" y="377"/>
                    <a:pt x="112" y="303"/>
                  </a:cubicBezTo>
                  <a:lnTo>
                    <a:pt x="112" y="229"/>
                  </a:lnTo>
                  <a:cubicBezTo>
                    <a:pt x="112" y="155"/>
                    <a:pt x="186" y="118"/>
                    <a:pt x="223" y="118"/>
                  </a:cubicBezTo>
                  <a:cubicBezTo>
                    <a:pt x="260" y="118"/>
                    <a:pt x="297" y="155"/>
                    <a:pt x="297" y="192"/>
                  </a:cubicBezTo>
                  <a:lnTo>
                    <a:pt x="444" y="192"/>
                  </a:lnTo>
                  <a:cubicBezTo>
                    <a:pt x="444" y="96"/>
                    <a:pt x="389" y="0"/>
                    <a:pt x="2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153;p51">
              <a:extLst>
                <a:ext uri="{FF2B5EF4-FFF2-40B4-BE49-F238E27FC236}">
                  <a16:creationId xmlns:a16="http://schemas.microsoft.com/office/drawing/2014/main" id="{31D4FCE0-0D5F-7DBA-8029-B824357AFC2C}"/>
                </a:ext>
              </a:extLst>
            </p:cNvPr>
            <p:cNvSpPr/>
            <p:nvPr/>
          </p:nvSpPr>
          <p:spPr>
            <a:xfrm>
              <a:off x="2899125" y="885100"/>
              <a:ext cx="9275" cy="14825"/>
            </a:xfrm>
            <a:custGeom>
              <a:avLst/>
              <a:gdLst/>
              <a:ahLst/>
              <a:cxnLst/>
              <a:rect l="l" t="t" r="r" b="b"/>
              <a:pathLst>
                <a:path w="371" h="593" extrusionOk="0">
                  <a:moveTo>
                    <a:pt x="0" y="1"/>
                  </a:moveTo>
                  <a:lnTo>
                    <a:pt x="0" y="518"/>
                  </a:lnTo>
                  <a:lnTo>
                    <a:pt x="370" y="592"/>
                  </a:lnTo>
                  <a:lnTo>
                    <a:pt x="370" y="481"/>
                  </a:lnTo>
                  <a:lnTo>
                    <a:pt x="148" y="481"/>
                  </a:lnTo>
                  <a:lnTo>
                    <a:pt x="148" y="370"/>
                  </a:lnTo>
                  <a:lnTo>
                    <a:pt x="333" y="370"/>
                  </a:lnTo>
                  <a:lnTo>
                    <a:pt x="333" y="222"/>
                  </a:lnTo>
                  <a:lnTo>
                    <a:pt x="148" y="222"/>
                  </a:lnTo>
                  <a:lnTo>
                    <a:pt x="148" y="148"/>
                  </a:lnTo>
                  <a:lnTo>
                    <a:pt x="370" y="148"/>
                  </a:lnTo>
                  <a:lnTo>
                    <a:pt x="37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Ethical Hacking Dilemma Thesis Defense by Slidesgo">
  <a:themeElements>
    <a:clrScheme name="Simple Light">
      <a:dk1>
        <a:srgbClr val="FFFFFF"/>
      </a:dk1>
      <a:lt1>
        <a:srgbClr val="000000"/>
      </a:lt1>
      <a:dk2>
        <a:srgbClr val="FFB600"/>
      </a:dk2>
      <a:lt2>
        <a:srgbClr val="F51253"/>
      </a:lt2>
      <a:accent1>
        <a:srgbClr val="E78900"/>
      </a:accent1>
      <a:accent2>
        <a:srgbClr val="B7B6BC"/>
      </a:accent2>
      <a:accent3>
        <a:srgbClr val="494948"/>
      </a:accent3>
      <a:accent4>
        <a:srgbClr val="2E2C2D"/>
      </a:accent4>
      <a:accent5>
        <a:srgbClr val="B9D2DB"/>
      </a:accent5>
      <a:accent6>
        <a:srgbClr val="92B9C7"/>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822</TotalTime>
  <Words>1042</Words>
  <Application>Microsoft Office PowerPoint</Application>
  <PresentationFormat>عرض على الشاشة (16:9)</PresentationFormat>
  <Paragraphs>130</Paragraphs>
  <Slides>19</Slides>
  <Notes>12</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19</vt:i4>
      </vt:variant>
    </vt:vector>
  </HeadingPairs>
  <TitlesOfParts>
    <vt:vector size="27" baseType="lpstr">
      <vt:lpstr>Calibri</vt:lpstr>
      <vt:lpstr>Courier New</vt:lpstr>
      <vt:lpstr>Anton</vt:lpstr>
      <vt:lpstr>Dosis</vt:lpstr>
      <vt:lpstr>Symbol</vt:lpstr>
      <vt:lpstr>Arial</vt:lpstr>
      <vt:lpstr>Times New Roman</vt:lpstr>
      <vt:lpstr>Ethical Hacking Dilemma Thesis Defense by Slidesgo</vt:lpstr>
      <vt:lpstr>استكشاف أصول شركة آبل والتحديات الأمنية. Security Risk Assessment </vt:lpstr>
      <vt:lpstr>مُقدمة</vt:lpstr>
      <vt:lpstr>- الأصول الرئيسية لشركة آبل</vt:lpstr>
      <vt:lpstr>الثغرات الأمنية والهجمات المحتملة على شركة آبل</vt:lpstr>
      <vt:lpstr>الثغرات الأمنية والهجمات المحتملة على شركة آبل</vt:lpstr>
      <vt:lpstr>استراتيجيات التخفيف</vt:lpstr>
      <vt:lpstr>مصفوفة تقييم المخاطر</vt:lpstr>
      <vt:lpstr>عرض تقديمي في PowerPoint</vt:lpstr>
      <vt:lpstr>التقييم المالي للأضرار الناتجة عن المخاطر الشركة</vt:lpstr>
      <vt:lpstr>تحليل استجابة الشركة للمخاطر</vt:lpstr>
      <vt:lpstr>معادلات لحساب المخاطر</vt:lpstr>
      <vt:lpstr>عرض تقديمي في PowerPoint</vt:lpstr>
      <vt:lpstr>شركة آبل التجارية شبكة</vt:lpstr>
      <vt:lpstr>استبيان تقييم المخاطر الأمنية للموظفين</vt:lpstr>
      <vt:lpstr>القسم الأول: معلومات أساسية</vt:lpstr>
      <vt:lpstr>القسم الثاني: معرفة المخاطر</vt:lpstr>
      <vt:lpstr>القسم الثالث: التصرف عند مواجهة خطر أمني</vt:lpstr>
      <vt:lpstr>القسم الرابع: السياسات الأمنية</vt:lpstr>
      <vt:lpstr>الخاتمة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admin1</cp:lastModifiedBy>
  <cp:revision>10</cp:revision>
  <dcterms:modified xsi:type="dcterms:W3CDTF">2025-02-25T03:04:18Z</dcterms:modified>
</cp:coreProperties>
</file>